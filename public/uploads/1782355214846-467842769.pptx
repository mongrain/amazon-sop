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slideLayouts/slideLayout82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269.xml" ContentType="application/vnd.openxmlformats-officedocument.presentationml.slideLayout+xml"/>
  <Override PartName="/ppt/slideLayouts/slideLayout27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275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80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96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278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theme/theme1.xml" ContentType="application/vnd.openxmlformats-officedocument.theme+xml"/>
  <Override PartName="/ppt/slideLayouts/slideLayout117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60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263.xml" ContentType="application/vnd.openxmlformats-officedocument.presentationml.slideLayout+xml"/>
  <Override PartName="/ppt/slideLayouts/slideLayout259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262.xml" ContentType="application/vnd.openxmlformats-officedocument.presentationml.slideLayout+xml"/>
  <Override PartName="/ppt/slideLayouts/slideLayout270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s/slide8.xml" ContentType="application/vnd.openxmlformats-officedocument.presentationml.slide+xml"/>
  <Override PartName="/ppt/slideLayouts/slideLayout64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268.xml" ContentType="application/vnd.openxmlformats-officedocument.presentationml.slideLayout+xml"/>
  <Override PartName="/ppt/slideLayouts/slideLayout264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261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265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179.xml" ContentType="application/vnd.openxmlformats-officedocument.presentationml.slideLayout+xml"/>
  <Override PartName="/docProps/core.xml" ContentType="application/vnd.openxmlformats-package.core-properties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256.xml" ContentType="application/vnd.openxmlformats-officedocument.presentationml.slideLayout+xml"/>
  <Override PartName="/ppt/slideLayouts/slideLayout266.xml" ContentType="application/vnd.openxmlformats-officedocument.presentationml.slideLayout+xml"/>
  <Override PartName="/ppt/slides/slide3.xml" ContentType="application/vnd.openxmlformats-officedocument.presentationml.slide+xml"/>
  <Override PartName="/ppt/slideLayouts/slideLayout18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8.xml" ContentType="application/vnd.openxmlformats-officedocument.presentationml.slideLayout+xml"/>
  <Override PartName="/ppt/slideLayouts/slideLayout257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s/slide4.xml" ContentType="application/vnd.openxmlformats-officedocument.presentationml.slide+xml"/>
  <Override PartName="/ppt/slideLayouts/slideLayout60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s/slide2.xml" ContentType="application/vnd.openxmlformats-officedocument.presentationml.slide+xml"/>
  <Override PartName="/ppt/slideLayouts/slideLayout20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s/slide7.xml" ContentType="application/vnd.openxmlformats-officedocument.presentationml.slide+xml"/>
  <Override PartName="/ppt/slideLayouts/slideLayout271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18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277.xml" ContentType="application/vnd.openxmlformats-officedocument.presentationml.slideLayout+xml"/>
  <Override PartName="/docProps/app.xml" ContentType="application/vnd.openxmlformats-officedocument.extended-properties+xml"/>
  <Override PartName="/ppt/slideLayouts/slideLayout165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27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s/slide5.xml" ContentType="application/vnd.openxmlformats-officedocument.presentationml.slide+xml"/>
  <Override PartName="/ppt/slideLayouts/slideLayout153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267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272.xml" ContentType="application/vnd.openxmlformats-officedocument.presentationml.slideLayout+xml"/>
  <Override PartName="/ppt/slideLayouts/slideLayout25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25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54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253.xml" ContentType="application/vnd.openxmlformats-officedocument.presentationml.slideLayout+xml"/>
  <Override PartName="/ppt/slideLayouts/slideLayout25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224.xml" ContentType="application/vnd.openxmlformats-officedocument.presentationml.slideLayout+xml"/>
  <Override PartName="/ppt/theme/theme2.xml" ContentType="application/vnd.openxmlformats-officedocument.theme+xml"/>
  <Override PartName="/ppt/slideLayouts/slideLayout160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91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122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279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27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25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2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2" Type="http://schemas.openxmlformats.org/officeDocument/2006/relationships/extended-properties" Target="docProps/app.xml" /><Relationship Id="rId1" Type="http://schemas.openxmlformats.org/package/2006/relationships/metadata/core-properties" Target="docProps/core.xml" /></Relationships>
</file>

<file path=ppt/presentation.xml><?xml version="1.0" encoding="utf-8"?>
<p:presentation xmlns:p15="http://schemas.microsoft.com/office/powerpoint/2012/main" xmlns:a="http://schemas.openxmlformats.org/drawingml/2006/main" xmlns:p="http://schemas.openxmlformats.org/presentationml/2006/main" xmlns:r="http://schemas.openxmlformats.org/officeDocument/2006/relationships" xmlns:mc="http://schemas.openxmlformats.org/markup-compatibility/2006" firstSlideNum="1" mc:Ignorable="p15">
  <p:sldMasterIdLst>
    <p:sldMasterId id="2147483648" r:id="rId0"/>
  </p:sldMasterIdLst>
  <p:notesMasterIdLst>
    <p:notesMasterId r:id="rId9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>
        <p15:guide id="1" pos="3863" userDrawn="true">
          <p15:clr>
            <a:srgbClr val="A4A3A4"/>
          </p15:clr>
        </p15:guide>
        <p15:guide id="2" orient="horz" pos="2160" userDrawn="true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p="http://schemas.openxmlformats.org/presentationml/2006/main">
  <p:showPr showNarration="true">
    <p:present/>
    <p:sldAll/>
    <p:penClr>
      <a:prstClr val="red"/>
    </p:penClr>
    <p:extLst>
      <p:ext uri="{EC167BDD-8182-4AB7-AECC-EB403E3ABB37}"/>
      <p:ext uri="{2FDB2607-1784-4EEB-B798-7EB5836EED8A}"/>
    </p:extLst>
  </p:showPr>
  <p:clrMru>
    <a:srgbClr val="F55600"/>
    <a:srgbClr val="FF6200"/>
    <a:srgbClr val="F986ED"/>
    <a:srgbClr val="2EE5BB"/>
    <a:srgbClr val="25CB5C"/>
    <a:srgbClr val="FFE136"/>
    <a:srgbClr val="9178F7"/>
    <a:srgbClr val="A3AAB5"/>
    <a:srgbClr val="141920"/>
    <a:srgbClr val="FFFFFF"/>
  </p:clrMru>
  <p:extLst>
    <p:ext uri="{E76CE94A-603C-4142-B9EB-6D1370010A27}"/>
    <p:ext uri="{D31A062A-798A-4329-ABDD-BBA856620510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>
  <p:normalViewPr>
    <p:restoredLeft sz="14981" autoAdjust="false"/>
    <p:restoredTop sz="94752"/>
  </p:normalViewPr>
  <p:slideViewPr>
    <p:cSldViewPr snapToGrid="false" showGuides="true">
      <p:cViewPr varScale="true">
        <p:scale>
          <a:sx n="70" d="100"/>
          <a:sy n="70" d="100"/>
        </p:scale>
        <p:origin x="536" y="52"/>
      </p:cViewPr>
      <p:guideLst>
        <p:guide pos="3863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false">
      <p:cViewPr varScale="true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<Relationships xmlns="http://schemas.openxmlformats.org/package/2006/relationships"><Relationship Id="rId8" Type="http://schemas.openxmlformats.org/officeDocument/2006/relationships/slide" Target="slides/slide8.xml" /><Relationship Id="rId7" Type="http://schemas.openxmlformats.org/officeDocument/2006/relationships/slide" Target="slides/slide7.xml" /><Relationship Id="rId6" Type="http://schemas.openxmlformats.org/officeDocument/2006/relationships/slide" Target="slides/slide6.xml" /><Relationship Id="rId9" Type="http://schemas.openxmlformats.org/officeDocument/2006/relationships/notesMaster" Target="notesMasters/notesMaster1.xml" /><Relationship Id="rId5" Type="http://schemas.openxmlformats.org/officeDocument/2006/relationships/slide" Target="slides/slide5.xml" /><Relationship Id="rId3" Type="http://schemas.openxmlformats.org/officeDocument/2006/relationships/slide" Target="slides/slide3.xml" /><Relationship Id="rId1" Type="http://schemas.openxmlformats.org/officeDocument/2006/relationships/slide" Target="slides/slide1.xml" /><Relationship Id="rId0" Type="http://schemas.openxmlformats.org/officeDocument/2006/relationships/slideMaster" Target="slideMasters/slideMaster1.xml" /><Relationship Id="rId4" Type="http://schemas.openxmlformats.org/officeDocument/2006/relationships/slide" Target="slides/slide4.xml" /><Relationship Id="rId2" Type="http://schemas.openxmlformats.org/officeDocument/2006/relationships/slide" Target="slides/slide2.xml" /><Relationship Id="rId10" Type="http://schemas.openxmlformats.org/officeDocument/2006/relationships/presProps" Target="presProps.xml" /><Relationship Id="rId11" Type="http://schemas.openxmlformats.org/officeDocument/2006/relationships/tableStyles" Target="tableStyles.xml" /><Relationship Id="rId12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true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false"/>
          <a:lstStyle>
            <a:lvl1pPr algn="l">
              <a:defRPr sz="1200" b="false" i="false">
                <a:latin typeface="Noto Sans S Chinese Regular" panose="020B0500000000000000" pitchFamily="34" charset="-128"/>
              </a:defRPr>
            </a:lvl1pPr>
          </a:lstStyle>
          <a:p>
            <a:pPr/>
            <a:endParaRPr lang="en-GB"/>
          </a:p>
        </p:txBody>
      </p:sp>
      <p:sp>
        <p:nvSpPr>
          <p:cNvPr id="3" name="Date Placeholder 2"/>
          <p:cNvSpPr>
            <a:spLocks noGrp="true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false"/>
          <a:lstStyle>
            <a:lvl1pPr algn="r">
              <a:defRPr sz="1200" b="false" i="false">
                <a:latin typeface="Noto Sans S Chinese Regular" panose="020B0500000000000000" pitchFamily="34" charset="-128"/>
              </a:defRPr>
            </a:lvl1pPr>
          </a:lstStyle>
          <a:p>
            <a:pPr/>
            <a:fld id="{31A64B5A-2F15-4E74-92B1-DEC5EAE8D807}" type="datetimeFigureOut">
              <a:rPr lang="en-GB" smtClean="false"/>
              <a:t/>
            </a:fld>
            <a:endParaRPr lang="en-GB"/>
          </a:p>
        </p:txBody>
      </p:sp>
      <p:sp>
        <p:nvSpPr>
          <p:cNvPr id="4" name="Slide Image Placeholder 3"/>
          <p:cNvSpPr>
            <a:spLocks noGrp="true" noRot="true" noChangeAspect="true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false" anchor="ctr"/>
          <a:lstStyle/>
          <a:p>
            <a:pPr/>
            <a:endParaRPr lang="en-GB"/>
          </a:p>
        </p:txBody>
      </p:sp>
      <p:sp>
        <p:nvSpPr>
          <p:cNvPr id="5" name="Notes Placeholder 4"/>
          <p:cNvSpPr>
            <a:spLocks noGrp="true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false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true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false" anchor="b"/>
          <a:lstStyle>
            <a:lvl1pPr algn="l">
              <a:defRPr sz="1200" b="false" i="false">
                <a:latin typeface="Noto Sans S Chinese Regular" panose="020B0500000000000000" pitchFamily="34" charset="-128"/>
              </a:defRPr>
            </a:lvl1pPr>
          </a:lstStyle>
          <a:p>
            <a:pPr/>
            <a:endParaRPr lang="en-GB"/>
          </a:p>
        </p:txBody>
      </p:sp>
      <p:sp>
        <p:nvSpPr>
          <p:cNvPr id="7" name="Slide Number Placeholder 6"/>
          <p:cNvSpPr>
            <a:spLocks noGrp="true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false" anchor="b"/>
          <a:lstStyle>
            <a:lvl1pPr algn="r">
              <a:defRPr sz="1200" b="false" i="false">
                <a:latin typeface="Noto Sans S Chinese Regular" panose="020B0500000000000000" pitchFamily="34" charset="-128"/>
              </a:defRPr>
            </a:lvl1pPr>
          </a:lstStyle>
          <a:p>
            <a:pPr/>
            <a:fld id="{592ECDCD-AFDA-4802-B223-4361658D7228}" type="slidenum">
              <a:rPr lang="en-GB" smtClean="false"/>
              <a:t/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false" eaLnBrk="true" latinLnBrk="false" hangingPunct="true">
      <a:defRPr sz="1200" b="false" i="false" kern="1200">
        <a:solidFill>
          <a:schemeClr val="tx1"/>
        </a:solidFill>
        <a:latin typeface="Noto Sans S Chinese Regular" panose="020B0500000000000000" pitchFamily="34" charset="-128"/>
        <a:ea typeface="+mn-ea"/>
        <a:cs typeface="+mn-cs"/>
      </a:defRPr>
    </a:lvl1pPr>
    <a:lvl2pPr marL="457200" algn="l" defTabSz="914400" rtl="false" eaLnBrk="true" latinLnBrk="false" hangingPunct="true">
      <a:defRPr sz="1200" b="false" i="false" kern="1200">
        <a:solidFill>
          <a:schemeClr val="tx1"/>
        </a:solidFill>
        <a:latin typeface="Noto Sans S Chinese Regular" panose="020B0500000000000000" pitchFamily="34" charset="-128"/>
        <a:ea typeface="+mn-ea"/>
        <a:cs typeface="+mn-cs"/>
      </a:defRPr>
    </a:lvl2pPr>
    <a:lvl3pPr marL="914400" algn="l" defTabSz="914400" rtl="false" eaLnBrk="true" latinLnBrk="false" hangingPunct="true">
      <a:defRPr sz="1200" b="false" i="false" kern="1200">
        <a:solidFill>
          <a:schemeClr val="tx1"/>
        </a:solidFill>
        <a:latin typeface="Noto Sans S Chinese Regular" panose="020B0500000000000000" pitchFamily="34" charset="-128"/>
        <a:ea typeface="+mn-ea"/>
        <a:cs typeface="+mn-cs"/>
      </a:defRPr>
    </a:lvl3pPr>
    <a:lvl4pPr marL="1371600" algn="l" defTabSz="914400" rtl="false" eaLnBrk="true" latinLnBrk="false" hangingPunct="true">
      <a:defRPr sz="1200" b="false" i="false" kern="1200">
        <a:solidFill>
          <a:schemeClr val="tx1"/>
        </a:solidFill>
        <a:latin typeface="Noto Sans S Chinese Regular" panose="020B0500000000000000" pitchFamily="34" charset="-128"/>
        <a:ea typeface="+mn-ea"/>
        <a:cs typeface="+mn-cs"/>
      </a:defRPr>
    </a:lvl4pPr>
    <a:lvl5pPr marL="1828800" algn="l" defTabSz="914400" rtl="false" eaLnBrk="true" latinLnBrk="false" hangingPunct="true">
      <a:defRPr sz="1200" b="false" i="false" kern="1200">
        <a:solidFill>
          <a:schemeClr val="tx1"/>
        </a:solidFill>
        <a:latin typeface="Noto Sans S Chinese Regular" panose="020B0500000000000000" pitchFamily="34" charset="-128"/>
        <a:ea typeface="+mn-ea"/>
        <a:cs typeface="+mn-cs"/>
      </a:defRPr>
    </a:lvl5pPr>
    <a:lvl6pPr marL="22860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2.xml" />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true" noRot="true" noChangeAspect="true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备注占位符 2"/>
          <p:cNvSpPr>
            <a:spLocks noGrp="true"/>
          </p:cNvSpPr>
          <p:nvPr>
            <p:ph type="body" idx="1"/>
          </p:nvPr>
        </p:nvSpPr>
        <p:spPr/>
        <p:txBody>
          <a:bodyPr/>
          <a:lstStyle/>
          <a:p>
            <a:pPr/>
            <a:endParaRPr lang="zh-CN" altLang="en-US" dirty="false"/>
          </a:p>
        </p:txBody>
      </p:sp>
      <p:sp>
        <p:nvSpPr>
          <p:cNvPr id="4" name="灯片编号占位符 3"/>
          <p:cNvSpPr>
            <a:spLocks noGrp="true"/>
          </p:cNvSpPr>
          <p:nvPr>
            <p:ph type="sldNum" sz="quarter" idx="5"/>
          </p:nvPr>
        </p:nvSpPr>
        <p:spPr/>
        <p:txBody>
          <a:bodyPr/>
          <a:lstStyle/>
          <a:p>
            <a:pPr/>
            <a:fld id="{592ECDCD-AFDA-4802-B223-4361658D7228}" type="slidenum">
              <a:rPr lang="en-GB" smtClean="false"/>
              <a:t/>
            </a:fld>
            <a:endParaRPr lang="en-GB"/>
          </a:p>
        </p:txBody>
      </p:sp>
    </p:spTree>
  </p:cSld>
</p:note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image" Target="media/image1.png" /><Relationship Id="rId0" Type="http://schemas.openxmlformats.org/officeDocument/2006/relationships/slideMaster" Target="../slideMasters/slideMaster1.xml" /></Relationships>
</file>

<file path=ppt/slideLayouts/_rels/slideLayout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7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8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9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0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5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7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8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9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0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5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7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8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9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30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3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3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3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3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35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3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37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38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39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40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4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4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4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4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45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4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47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48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49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50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5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5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5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5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55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5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57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58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59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60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6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6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6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6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65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6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67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68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69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70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7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7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7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7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75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7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77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78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79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80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8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8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8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8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85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8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87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88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89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90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9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9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9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9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95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9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97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98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99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00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0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0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0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0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05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0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07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08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09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10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1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1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1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1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15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1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17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18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19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20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2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2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2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2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25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2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27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28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29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30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3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3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3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3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35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3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37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38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39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40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4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4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4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4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45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4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47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48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49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50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5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5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5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5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55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5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57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58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59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60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6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6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6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6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65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6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67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68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69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70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7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7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7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7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75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7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77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78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79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80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8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8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8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8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85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8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87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88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89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90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9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9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9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9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95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9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97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98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99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00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0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0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0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0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05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0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07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08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09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10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1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1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1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1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15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1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17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18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19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20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2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2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2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2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25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2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27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28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29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30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3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3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3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3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35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3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37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38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39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40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4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4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4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4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45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4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47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48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49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50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5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5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5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5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55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5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57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58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59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60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6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6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6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6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65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6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67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68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69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70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7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7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7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7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75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7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77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78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79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 showMasterSp="false" type="title">
  <p:cSld name="Title Slide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 hasCustomPrompt="true"/>
          </p:nvPr>
        </p:nvSpPr>
        <p:spPr>
          <a:xfrm>
            <a:off x="487345" y="456795"/>
            <a:ext cx="7643830" cy="2972205"/>
          </a:xfrm>
        </p:spPr>
        <p:txBody>
          <a:bodyPr anchor="t" anchorCtr="false">
            <a:noAutofit/>
          </a:bodyPr>
          <a:lstStyle>
            <a:lvl1pPr algn="l">
              <a:lnSpc>
                <a:spcPct val="90000"/>
              </a:lnSpc>
              <a:defRPr sz="7300" b="true" spc="-50" baseline="0"/>
            </a:lvl1pPr>
          </a:lstStyle>
          <a:p>
            <a:pPr/>
            <a:r>
              <a:rPr lang="zh-CN" noProof="true"/>
              <a:t>演示文稿标题</a:t>
            </a:r>
            <a:br>
              <a:rPr lang="zh-CN" noProof="true"/>
            </a:br>
            <a:r>
              <a:rPr lang="zh-CN" noProof="true"/>
              <a:t>演示文稿标题</a:t>
            </a:r>
            <a:br>
              <a:rPr lang="zh-CN" noProof="true"/>
            </a:br>
            <a:r>
              <a:rPr lang="zh-CN" noProof="true"/>
              <a:t>演示文稿标题</a:t>
            </a:r>
            <a:endParaRPr lang="zh-CN" noProof="true"/>
          </a:p>
        </p:txBody>
      </p:sp>
      <p:sp>
        <p:nvSpPr>
          <p:cNvPr id="3" name="Subtitle 2"/>
          <p:cNvSpPr>
            <a:spLocks noGrp="true"/>
          </p:cNvSpPr>
          <p:nvPr>
            <p:ph type="subTitle" idx="1" hasCustomPrompt="true"/>
          </p:nvPr>
        </p:nvSpPr>
        <p:spPr>
          <a:xfrm>
            <a:off x="487344" y="5299838"/>
            <a:ext cx="5608655" cy="1198239"/>
          </a:xfrm>
        </p:spPr>
        <p:txBody>
          <a:bodyPr anchor="t" anchorCtr="false"/>
          <a:lstStyle>
            <a:lvl1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 b="true" i="false">
                <a:latin typeface="Noto Sans S Chinese Bold" panose="020B0500000000000000" pitchFamily="34" charset="-128"/>
                <a:ea typeface="Noto Sans S Chinese Bold" panose="020B0500000000000000" pitchFamily="34" charset="-12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noProof="false" err="true"/>
              <a:t>请输入演示文稿副标题</a:t>
            </a:r>
            <a:endParaRPr lang="en-US" altLang="zh-CN" noProof="false"/>
          </a:p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noProof="false" err="true"/>
              <a:t>请输入演示文稿副标题</a:t>
            </a:r>
            <a:endParaRPr lang="en-US" altLang="zh-CN" noProof="false"/>
          </a:p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noProof="false" err="true"/>
              <a:t>请输入演示文稿副标题</a:t>
            </a:r>
            <a:endParaRPr lang="en-US" altLang="zh-CN" noProof="fals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showMasterSp="false">
  <p:cSld name="1_Title Slide 1">
    <p:bg>
      <p:bgPr>
        <a:solidFill>
          <a:schemeClr val="tx1"/>
        </a:solidFill>
        <a:effectLst/>
      </p:bgPr>
    </p:bg>
    <p:spTree>
      <p:nvGrpSpPr>
        <p:cNvPr id="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true"/>
          </p:cNvSpPr>
          <p:nvPr>
            <p:ph type="ctrTitle" hasCustomPrompt="true"/>
          </p:nvPr>
        </p:nvSpPr>
        <p:spPr>
          <a:xfrm>
            <a:off x="487345" y="456795"/>
            <a:ext cx="7643830" cy="2972205"/>
          </a:xfrm>
        </p:spPr>
        <p:txBody>
          <a:bodyPr anchor="t" anchorCtr="false">
            <a:noAutofit/>
          </a:bodyPr>
          <a:lstStyle>
            <a:lvl1pPr algn="l" defTabSz="914400" rtl="false" eaLnBrk="true" latinLnBrk="false" hangingPunct="true">
              <a:lnSpc>
                <a:spcPct val="90000"/>
              </a:lnSpc>
              <a:spcBef>
                <a:spcPct val="1"/>
              </a:spcBef>
              <a:buNone/>
              <a:defRPr lang="en-US" sz="7300" b="true" i="false" kern="1200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j-cs"/>
              </a:defRPr>
            </a:lvl1pPr>
          </a:lstStyle>
          <a:p>
            <a:pPr/>
            <a:r>
              <a:rPr lang="en-US" noProof="false" err="true"/>
              <a:t>演示文稿标题</a:t>
            </a:r>
            <a:br>
              <a:rPr lang="en-US" noProof="false"/>
            </a:br>
            <a:r>
              <a:rPr lang="en-US" altLang="zh-CN" noProof="false" err="true"/>
              <a:t>演示文稿标题</a:t>
            </a:r>
            <a:br>
              <a:rPr lang="en-US" altLang="zh-CN" noProof="false"/>
            </a:br>
            <a:r>
              <a:rPr lang="en-US" altLang="zh-CN" noProof="false" err="true"/>
              <a:t>演示文稿标题</a:t>
            </a:r>
            <a:endParaRPr lang="en-US" noProof="false"/>
          </a:p>
        </p:txBody>
      </p:sp>
      <p:sp>
        <p:nvSpPr>
          <p:cNvPr id="6" name="Subtitle 2"/>
          <p:cNvSpPr>
            <a:spLocks noGrp="true"/>
          </p:cNvSpPr>
          <p:nvPr>
            <p:ph type="subTitle" idx="1" hasCustomPrompt="true"/>
          </p:nvPr>
        </p:nvSpPr>
        <p:spPr>
          <a:xfrm>
            <a:off x="487344" y="5299838"/>
            <a:ext cx="5608655" cy="1198239"/>
          </a:xfrm>
        </p:spPr>
        <p:txBody>
          <a:bodyPr vert="horz" lIns="0" tIns="0" rIns="0" bIns="0" rtlCol="false" anchor="t" anchorCtr="false">
            <a:noAutofit/>
          </a:bodyPr>
          <a:lstStyle>
            <a:lvl1pPr>
              <a:defRPr lang="en-US" altLang="zh-CN" sz="3000" b="false" i="false" noProof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</a:defRPr>
            </a:lvl1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false" err="true"/>
              <a:t>请输入演示文稿副标题</a:t>
            </a:r>
            <a:endParaRPr lang="en-US" noProof="false"/>
          </a:p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noProof="false" err="true"/>
              <a:t>请输入演示文稿副标题</a:t>
            </a:r>
            <a:endParaRPr lang="en-US" altLang="zh-CN" noProof="false"/>
          </a:p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noProof="false" err="true"/>
              <a:t>请输入演示文稿副标题</a:t>
            </a:r>
            <a:endParaRPr lang="en-US" altLang="zh-CN" noProof="fals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showMasterSp="false">
  <p:cSld name="4_Title Slide 1">
    <p:bg>
      <p:bgPr>
        <a:solidFill>
          <a:schemeClr val="bg2"/>
        </a:solidFill>
        <a:effectLst/>
      </p:bgPr>
    </p:bg>
    <p:spTree>
      <p:nvGrpSpPr>
        <p:cNvPr id="13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5" name="Picture Placeholder 4"/>
          <p:cNvSpPr>
            <a:spLocks noGrp="true"/>
          </p:cNvSpPr>
          <p:nvPr>
            <p:ph type="pic" sz="quarter" idx="14" hasCustomPrompt="true"/>
          </p:nvPr>
        </p:nvSpPr>
        <p:spPr>
          <a:xfrm>
            <a:off x="0" y="0"/>
            <a:ext cx="12192000" cy="6858000"/>
          </a:xfrm>
        </p:spPr>
        <p:txBody>
          <a:bodyPr anchor="ctr" anchorCtr="false"/>
          <a:lstStyle>
            <a:lvl1pPr marL="0" indent="0" algn="ctr">
              <a:buNone/>
              <a:defRPr/>
            </a:lvl1pPr>
          </a:lstStyle>
          <a:p>
            <a:pPr/>
            <a:r>
              <a:rPr lang="en-US" noProof="false" err="true"/>
              <a:t>单击插入图片</a:t>
            </a:r>
            <a:endParaRPr lang="en-US" noProof="false"/>
          </a:p>
        </p:txBody>
      </p:sp>
      <p:sp>
        <p:nvSpPr>
          <p:cNvPr id="1316" name="Title 1"/>
          <p:cNvSpPr>
            <a:spLocks noGrp="true"/>
          </p:cNvSpPr>
          <p:nvPr>
            <p:ph type="ctrTitle" hasCustomPrompt="true"/>
          </p:nvPr>
        </p:nvSpPr>
        <p:spPr>
          <a:xfrm>
            <a:off x="487345" y="456795"/>
            <a:ext cx="7643830" cy="2972205"/>
          </a:xfrm>
        </p:spPr>
        <p:txBody>
          <a:bodyPr anchor="t" anchorCtr="false">
            <a:noAutofit/>
          </a:bodyPr>
          <a:lstStyle>
            <a:lvl1pPr algn="l" defTabSz="914400" rtl="false" eaLnBrk="true" latinLnBrk="false" hangingPunct="true">
              <a:lnSpc>
                <a:spcPct val="90000"/>
              </a:lnSpc>
              <a:spcBef>
                <a:spcPct val="1"/>
              </a:spcBef>
              <a:buNone/>
              <a:defRPr lang="en-US" sz="73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j-cs"/>
              </a:defRPr>
            </a:lvl1pPr>
          </a:lstStyle>
          <a:p>
            <a:pPr/>
            <a:r>
              <a:rPr lang="en-US" altLang="zh-CN" noProof="false" err="true"/>
              <a:t>演示文稿标题</a:t>
            </a:r>
            <a:br>
              <a:rPr lang="en-US" altLang="zh-CN" noProof="false"/>
            </a:br>
            <a:r>
              <a:rPr lang="en-US" altLang="zh-CN" noProof="false" err="true"/>
              <a:t>演示文稿标题</a:t>
            </a:r>
            <a:br>
              <a:rPr lang="en-US" altLang="zh-CN" noProof="false"/>
            </a:br>
            <a:r>
              <a:rPr lang="en-US" altLang="zh-CN" noProof="false" err="true"/>
              <a:t>演示文稿标题</a:t>
            </a:r>
            <a:endParaRPr lang="en-US" noProof="false"/>
          </a:p>
        </p:txBody>
      </p:sp>
      <p:sp>
        <p:nvSpPr>
          <p:cNvPr id="1317" name="Subtitle 2"/>
          <p:cNvSpPr>
            <a:spLocks noGrp="true"/>
          </p:cNvSpPr>
          <p:nvPr>
            <p:ph type="subTitle" idx="1" hasCustomPrompt="true"/>
          </p:nvPr>
        </p:nvSpPr>
        <p:spPr>
          <a:xfrm>
            <a:off x="487344" y="5299838"/>
            <a:ext cx="5608655" cy="1198239"/>
          </a:xfrm>
        </p:spPr>
        <p:txBody>
          <a:bodyPr vert="horz" lIns="0" tIns="0" rIns="0" bIns="0" rtlCol="false" anchor="t" anchorCtr="false">
            <a:noAutofit/>
          </a:bodyPr>
          <a:lstStyle>
            <a:lvl1pPr>
              <a:defRPr lang="en-US" altLang="zh-CN" sz="3000" b="true" i="false" noProof="false" dirty="false">
                <a:latin typeface="Noto Sans S Chinese Bold" panose="020B0500000000000000" pitchFamily="34" charset="-128"/>
                <a:ea typeface="Noto Sans S Chinese Bold" panose="020B0500000000000000" pitchFamily="34" charset="-128"/>
              </a:defRPr>
            </a:lvl1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noProof="false" err="true"/>
              <a:t>请输入演示文稿副标题</a:t>
            </a:r>
            <a:endParaRPr lang="en-US" altLang="zh-CN" noProof="false"/>
          </a:p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noProof="false" err="true"/>
              <a:t>请输入演示文稿副标题</a:t>
            </a:r>
            <a:endParaRPr lang="en-US" altLang="zh-CN" noProof="false"/>
          </a:p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noProof="false" err="true"/>
              <a:t>请输入演示文稿副标题</a:t>
            </a:r>
            <a:endParaRPr lang="en-US" altLang="zh-CN" noProof="fals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showMasterSp="false">
  <p:cSld name="5_Title Slide 1">
    <p:bg>
      <p:bgPr>
        <a:solidFill>
          <a:schemeClr val="tx1"/>
        </a:solidFill>
        <a:effectLst/>
      </p:bgPr>
    </p:bg>
    <p:spTree>
      <p:nvGrpSpPr>
        <p:cNvPr id="24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2" name="Picture Placeholder 4"/>
          <p:cNvSpPr>
            <a:spLocks noGrp="true"/>
          </p:cNvSpPr>
          <p:nvPr>
            <p:ph type="pic" sz="quarter" idx="14" hasCustomPrompt="true"/>
          </p:nvPr>
        </p:nvSpPr>
        <p:spPr>
          <a:xfrm>
            <a:off x="0" y="0"/>
            <a:ext cx="12192000" cy="6858000"/>
          </a:xfrm>
        </p:spPr>
        <p:txBody>
          <a:bodyPr anchor="ctr"/>
          <a:lstStyle>
            <a:lvl1pPr algn="ctr">
              <a:defRPr lang="en-US" sz="2800" kern="1200" noProof="false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+mn-cs"/>
              </a:defRPr>
            </a:lvl1pPr>
          </a:lstStyle>
          <a:p>
            <a:pPr/>
            <a:r>
              <a:rPr lang="en-US" noProof="false" err="true"/>
              <a:t>单击插入图片</a:t>
            </a:r>
            <a:endParaRPr lang="en-US" noProof="false"/>
          </a:p>
        </p:txBody>
      </p:sp>
      <p:sp>
        <p:nvSpPr>
          <p:cNvPr id="2403" name="Title 1"/>
          <p:cNvSpPr>
            <a:spLocks noGrp="true"/>
          </p:cNvSpPr>
          <p:nvPr>
            <p:ph type="ctrTitle" hasCustomPrompt="true"/>
          </p:nvPr>
        </p:nvSpPr>
        <p:spPr>
          <a:xfrm>
            <a:off x="487345" y="456795"/>
            <a:ext cx="7643830" cy="2972205"/>
          </a:xfrm>
        </p:spPr>
        <p:txBody>
          <a:bodyPr anchor="t" anchorCtr="false">
            <a:noAutofit/>
          </a:bodyPr>
          <a:lstStyle>
            <a:lvl1pPr algn="l" defTabSz="914400" rtl="false" eaLnBrk="true" latinLnBrk="false" hangingPunct="true">
              <a:lnSpc>
                <a:spcPct val="90000"/>
              </a:lnSpc>
              <a:spcBef>
                <a:spcPct val="1"/>
              </a:spcBef>
              <a:buNone/>
              <a:defRPr lang="en-US" sz="7300" b="true" i="false" kern="1200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j-cs"/>
              </a:defRPr>
            </a:lvl1pPr>
          </a:lstStyle>
          <a:p>
            <a:pPr/>
            <a:r>
              <a:rPr lang="en-US" altLang="zh-CN" noProof="false" err="true"/>
              <a:t>演示文稿标题</a:t>
            </a:r>
            <a:br>
              <a:rPr lang="en-US" altLang="zh-CN" noProof="false"/>
            </a:br>
            <a:r>
              <a:rPr lang="en-US" altLang="zh-CN" noProof="false" err="true"/>
              <a:t>演示文稿标题</a:t>
            </a:r>
            <a:br>
              <a:rPr lang="en-US" altLang="zh-CN" noProof="false"/>
            </a:br>
            <a:r>
              <a:rPr lang="en-US" altLang="zh-CN" noProof="false" err="true"/>
              <a:t>演示文稿标题</a:t>
            </a:r>
            <a:endParaRPr lang="en-US" noProof="false"/>
          </a:p>
        </p:txBody>
      </p:sp>
      <p:sp>
        <p:nvSpPr>
          <p:cNvPr id="2404" name="Subtitle 2"/>
          <p:cNvSpPr>
            <a:spLocks noGrp="true"/>
          </p:cNvSpPr>
          <p:nvPr>
            <p:ph type="subTitle" idx="1" hasCustomPrompt="true"/>
          </p:nvPr>
        </p:nvSpPr>
        <p:spPr>
          <a:xfrm>
            <a:off x="487344" y="5299838"/>
            <a:ext cx="5608655" cy="1198239"/>
          </a:xfrm>
        </p:spPr>
        <p:txBody>
          <a:bodyPr vert="horz" lIns="0" tIns="0" rIns="0" bIns="0" rtlCol="false" anchor="t" anchorCtr="false">
            <a:noAutofit/>
          </a:bodyPr>
          <a:lstStyle>
            <a:lvl1pPr>
              <a:defRPr lang="en-US" altLang="zh-CN" sz="3000" b="true" i="false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</a:defRPr>
            </a:lvl1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noProof="false" err="true"/>
              <a:t>请输入演示文稿副标题</a:t>
            </a:r>
            <a:endParaRPr lang="en-US" altLang="zh-CN" noProof="false"/>
          </a:p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noProof="false" err="true"/>
              <a:t>请输入演示文稿副标题</a:t>
            </a:r>
            <a:endParaRPr lang="en-US" altLang="zh-CN" noProof="false"/>
          </a:p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noProof="false" err="true"/>
              <a:t>请输入演示文稿副标题</a:t>
            </a:r>
            <a:endParaRPr lang="en-US" altLang="zh-CN" noProof="fals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showMasterSp="false">
  <p:cSld name="Title Slide 2">
    <p:spTree>
      <p:nvGrpSpPr>
        <p:cNvPr id="255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56" name="图片 3"/>
          <p:cNvPicPr>
            <a:picLocks noChangeAspect="true"/>
          </p:cNvPicPr>
          <p:nvPr userDrawn="true"/>
        </p:nvPicPr>
        <p:blipFill>
          <a:blip r:embed="rId1"/>
          <a:stretch>
            <a:fillRect/>
          </a:stretch>
        </p:blipFill>
        <p:spPr>
          <a:xfrm>
            <a:off x="507365" y="2723302"/>
            <a:ext cx="3209284" cy="1426349"/>
          </a:xfrm>
          <a:prstGeom prst="rect">
            <a:avLst/>
          </a:prstGeom>
        </p:spPr>
      </p:pic>
      <p:sp>
        <p:nvSpPr>
          <p:cNvPr id="2557" name="Title 1"/>
          <p:cNvSpPr>
            <a:spLocks noGrp="true"/>
          </p:cNvSpPr>
          <p:nvPr>
            <p:ph type="title" hasCustomPrompt="true"/>
          </p:nvPr>
        </p:nvSpPr>
        <p:spPr>
          <a:xfrm>
            <a:off x="507365" y="4794269"/>
            <a:ext cx="4539600" cy="1263631"/>
          </a:xfrm>
        </p:spPr>
        <p:txBody>
          <a:bodyPr/>
          <a:lstStyle>
            <a:lvl1pPr>
              <a:lnSpc>
                <a:spcPct val="90000"/>
              </a:lnSpc>
              <a:defRPr sz="2400" spc="0" baseline="0"/>
            </a:lvl1pPr>
          </a:lstStyle>
          <a:p>
            <a:pPr/>
            <a:r>
              <a:rPr lang="en-US" noProof="false" err="true"/>
              <a:t>演示文稿标题</a:t>
            </a:r>
            <a:br>
              <a:rPr lang="en-US" noProof="false"/>
            </a:br>
            <a:r>
              <a:rPr lang="en-US" altLang="zh-CN" noProof="false" err="true"/>
              <a:t>演示文稿标题</a:t>
            </a:r>
            <a:br>
              <a:rPr lang="en-US" altLang="zh-CN" noProof="false"/>
            </a:br>
            <a:r>
              <a:rPr lang="en-US" altLang="zh-CN" noProof="false" err="true"/>
              <a:t>演示文稿标题</a:t>
            </a:r>
            <a:endParaRPr lang="en-US" noProof="false"/>
          </a:p>
        </p:txBody>
      </p:sp>
      <p:cxnSp>
        <p:nvCxnSpPr>
          <p:cNvPr id="2558" name="Straight Connector 8"/>
          <p:cNvCxnSpPr/>
          <p:nvPr userDrawn="true"/>
        </p:nvCxnSpPr>
        <p:spPr>
          <a:xfrm>
            <a:off x="4613770" y="2914915"/>
            <a:ext cx="0" cy="96069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59" name="Picture Placeholder 9"/>
          <p:cNvSpPr>
            <a:spLocks noGrp="true"/>
          </p:cNvSpPr>
          <p:nvPr>
            <p:ph type="pic" sz="quarter" idx="20" hasCustomPrompt="true"/>
          </p:nvPr>
        </p:nvSpPr>
        <p:spPr>
          <a:xfrm>
            <a:off x="5264231" y="2914915"/>
            <a:ext cx="2612944" cy="960699"/>
          </a:xfrm>
          <a:prstGeom prst="roundRect">
            <a:avLst>
              <a:gd name="adj" fmla="val 50000"/>
            </a:avLst>
          </a:prstGeom>
          <a:noFill/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/>
            <a:r>
              <a:rPr lang="en-US" noProof="false" err="true"/>
              <a:t>单击插入图标</a:t>
            </a:r>
            <a:endParaRPr lang="en-US" noProof="false"/>
          </a:p>
        </p:txBody>
      </p:sp>
      <p:sp>
        <p:nvSpPr>
          <p:cNvPr id="2560" name="Text Placeholder 11"/>
          <p:cNvSpPr>
            <a:spLocks noGrp="true"/>
          </p:cNvSpPr>
          <p:nvPr>
            <p:ph type="body" sz="quarter" idx="21" hasCustomPrompt="true"/>
          </p:nvPr>
        </p:nvSpPr>
        <p:spPr>
          <a:xfrm>
            <a:off x="507365" y="419989"/>
            <a:ext cx="3807460" cy="126683"/>
          </a:xfrm>
        </p:spPr>
        <p:txBody>
          <a:bodyPr/>
          <a:lstStyle>
            <a:lvl1pPr marL="0" indent="0">
              <a:buNone/>
              <a:defRPr sz="900" b="false" i="false" cap="all" spc="150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 noProof="false" err="true"/>
              <a:t>请输入演讲日期</a:t>
            </a:r>
            <a:r>
              <a:rPr lang="zh-CN" altLang="en-US" noProof="false"/>
              <a:t>（可选）</a:t>
            </a:r>
            <a:endParaRPr lang="en-US" noProof="fals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showMasterSp="false">
  <p:cSld name="2_Title Slide 2">
    <p:bg>
      <p:bgPr>
        <a:solidFill>
          <a:schemeClr val="tx1"/>
        </a:solidFill>
        <a:effectLst/>
      </p:bgPr>
    </p:bg>
    <p:spTree>
      <p:nvGrpSpPr>
        <p:cNvPr id="26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4" name="Title 1"/>
          <p:cNvSpPr>
            <a:spLocks noGrp="true"/>
          </p:cNvSpPr>
          <p:nvPr>
            <p:ph type="title" hasCustomPrompt="true"/>
          </p:nvPr>
        </p:nvSpPr>
        <p:spPr>
          <a:xfrm>
            <a:off x="507365" y="4794269"/>
            <a:ext cx="4539600" cy="1263631"/>
          </a:xfrm>
        </p:spPr>
        <p:txBody>
          <a:bodyPr/>
          <a:lstStyle>
            <a:lvl1pPr>
              <a:lnSpc>
                <a:spcPct val="90000"/>
              </a:lnSpc>
              <a:defRPr sz="2400" spc="0" baseline="0">
                <a:solidFill>
                  <a:schemeClr val="bg1"/>
                </a:solidFill>
              </a:defRPr>
            </a:lvl1pPr>
          </a:lstStyle>
          <a:p>
            <a:pPr/>
            <a:r>
              <a:rPr lang="en-US" altLang="zh-CN" noProof="false" err="true"/>
              <a:t>演示文稿标题</a:t>
            </a:r>
            <a:br>
              <a:rPr lang="en-US" altLang="zh-CN" noProof="false"/>
            </a:br>
            <a:r>
              <a:rPr lang="en-US" altLang="zh-CN" noProof="false" err="true"/>
              <a:t>演示文稿标题</a:t>
            </a:r>
            <a:br>
              <a:rPr lang="en-US" altLang="zh-CN" noProof="false"/>
            </a:br>
            <a:r>
              <a:rPr lang="en-US" altLang="zh-CN" noProof="false" err="true"/>
              <a:t>演示文稿标题</a:t>
            </a:r>
            <a:endParaRPr lang="en-US" noProof="false"/>
          </a:p>
        </p:txBody>
      </p:sp>
      <p:sp>
        <p:nvSpPr>
          <p:cNvPr id="2655" name="Picture Placeholder 9"/>
          <p:cNvSpPr>
            <a:spLocks noGrp="true"/>
          </p:cNvSpPr>
          <p:nvPr>
            <p:ph type="pic" sz="quarter" idx="20" hasCustomPrompt="true"/>
          </p:nvPr>
        </p:nvSpPr>
        <p:spPr>
          <a:xfrm>
            <a:off x="5264231" y="2914915"/>
            <a:ext cx="2612944" cy="960699"/>
          </a:xfrm>
          <a:prstGeom prst="roundRect">
            <a:avLst>
              <a:gd name="adj" fmla="val 50000"/>
            </a:avLst>
          </a:prstGeom>
          <a:noFill/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/>
            <a:r>
              <a:rPr lang="en-US" noProof="false" err="true"/>
              <a:t>单击插入图标</a:t>
            </a:r>
            <a:endParaRPr lang="en-US" noProof="false"/>
          </a:p>
        </p:txBody>
      </p:sp>
      <p:sp>
        <p:nvSpPr>
          <p:cNvPr id="2656" name="Text Placeholder 11"/>
          <p:cNvSpPr>
            <a:spLocks noGrp="true"/>
          </p:cNvSpPr>
          <p:nvPr>
            <p:ph type="body" sz="quarter" idx="21" hasCustomPrompt="true"/>
          </p:nvPr>
        </p:nvSpPr>
        <p:spPr>
          <a:xfrm>
            <a:off x="507365" y="419989"/>
            <a:ext cx="3807460" cy="126683"/>
          </a:xfrm>
        </p:spPr>
        <p:txBody>
          <a:bodyPr/>
          <a:lstStyle>
            <a:lvl1pPr marL="0" indent="0">
              <a:buNone/>
              <a:defRPr sz="900" b="false" i="false" cap="all" spc="150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 noProof="false" err="true"/>
              <a:t>请输入演讲标题</a:t>
            </a:r>
            <a:r>
              <a:rPr lang="zh-CN" altLang="en-US" noProof="false"/>
              <a:t>（可选）</a:t>
            </a:r>
            <a:endParaRPr lang="en-US" noProof="false"/>
          </a:p>
        </p:txBody>
      </p:sp>
      <p:cxnSp>
        <p:nvCxnSpPr>
          <p:cNvPr id="2657" name="Straight Connector 8"/>
          <p:cNvCxnSpPr/>
          <p:nvPr userDrawn="true"/>
        </p:nvCxnSpPr>
        <p:spPr>
          <a:xfrm>
            <a:off x="4613770" y="2914915"/>
            <a:ext cx="0" cy="960699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>
  <p:cSld name="Section Divider 1">
    <p:bg>
      <p:bgPr>
        <a:solidFill>
          <a:schemeClr val="bg2"/>
        </a:solidFill>
        <a:effectLst/>
      </p:bgPr>
    </p:bg>
    <p:spTree>
      <p:nvGrpSpPr>
        <p:cNvPr id="28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5" name="Title 1"/>
          <p:cNvSpPr>
            <a:spLocks noGrp="true"/>
          </p:cNvSpPr>
          <p:nvPr>
            <p:ph type="title" hasCustomPrompt="true"/>
          </p:nvPr>
        </p:nvSpPr>
        <p:spPr>
          <a:xfrm>
            <a:off x="479425" y="2575682"/>
            <a:ext cx="5724525" cy="2197283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spcBef>
                <a:spcPts val="0"/>
              </a:spcBef>
              <a:defRPr sz="8200" b="true"/>
            </a:lvl1pPr>
          </a:lstStyle>
          <a:p>
            <a:pPr/>
            <a:r>
              <a:rPr lang="en-US" noProof="false" err="true"/>
              <a:t>请输入</a:t>
            </a:r>
            <a:br>
              <a:rPr lang="en-US" noProof="false"/>
            </a:br>
            <a:r>
              <a:rPr lang="en-US" noProof="false" err="true"/>
              <a:t>分隔页标题</a:t>
            </a:r>
            <a:endParaRPr lang="en-US" noProof="false"/>
          </a:p>
        </p:txBody>
      </p:sp>
      <p:sp>
        <p:nvSpPr>
          <p:cNvPr id="2816" name="灯片编号占位符 2"/>
          <p:cNvSpPr>
            <a:spLocks noGrp="true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61618D03-50A5-4FC1-A1FF-1ED14B2283ED}" type="slidenum">
              <a:rPr lang="en-US" smtClean="false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>
  <p:cSld name="2_Section Divider 1">
    <p:bg>
      <p:bgPr>
        <a:solidFill>
          <a:schemeClr val="tx1"/>
        </a:solidFill>
        <a:effectLst/>
      </p:bgPr>
    </p:bg>
    <p:spTree>
      <p:nvGrpSpPr>
        <p:cNvPr id="296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4" name="Title 1"/>
          <p:cNvSpPr>
            <a:spLocks noGrp="true"/>
          </p:cNvSpPr>
          <p:nvPr>
            <p:ph type="title" hasCustomPrompt="true"/>
          </p:nvPr>
        </p:nvSpPr>
        <p:spPr>
          <a:xfrm>
            <a:off x="479425" y="2575682"/>
            <a:ext cx="5724525" cy="2197283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8200" b="true">
                <a:solidFill>
                  <a:schemeClr val="bg1"/>
                </a:solidFill>
              </a:defRPr>
            </a:lvl1pPr>
          </a:lstStyle>
          <a:p>
            <a:pPr/>
            <a:r>
              <a:rPr lang="en-US" noProof="false" err="true"/>
              <a:t>请输入</a:t>
            </a:r>
            <a:br>
              <a:rPr lang="en-US" noProof="false"/>
            </a:br>
            <a:r>
              <a:rPr lang="en-US" noProof="false" err="true"/>
              <a:t>分隔页标题</a:t>
            </a:r>
            <a:endParaRPr lang="en-US" noProof="false"/>
          </a:p>
        </p:txBody>
      </p:sp>
      <p:sp>
        <p:nvSpPr>
          <p:cNvPr id="2965" name="灯片编号占位符 2"/>
          <p:cNvSpPr>
            <a:spLocks noGrp="true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/>
            <a:fld id="{61618D03-50A5-4FC1-A1FF-1ED14B2283ED}" type="slidenum">
              <a:rPr lang="en-US" smtClean="false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>
  <p:cSld name="Section Divider 2">
    <p:bg>
      <p:bgPr>
        <a:solidFill>
          <a:schemeClr val="bg2"/>
        </a:solidFill>
        <a:effectLst/>
      </p:bgPr>
    </p:bg>
    <p:spTree>
      <p:nvGrpSpPr>
        <p:cNvPr id="30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8" name="Title 1"/>
          <p:cNvSpPr>
            <a:spLocks noGrp="true"/>
          </p:cNvSpPr>
          <p:nvPr>
            <p:ph type="title" hasCustomPrompt="true"/>
          </p:nvPr>
        </p:nvSpPr>
        <p:spPr>
          <a:xfrm>
            <a:off x="479425" y="3111183"/>
            <a:ext cx="5724525" cy="2197283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8200" b="true"/>
            </a:lvl1pPr>
          </a:lstStyle>
          <a:p>
            <a:pPr/>
            <a:r>
              <a:rPr lang="en-US" noProof="false" err="true"/>
              <a:t>请输入</a:t>
            </a:r>
            <a:br>
              <a:rPr lang="en-US" noProof="false"/>
            </a:br>
            <a:r>
              <a:rPr lang="en-US" noProof="false" err="true"/>
              <a:t>分隔页标题</a:t>
            </a:r>
            <a:endParaRPr lang="en-US" noProof="false"/>
          </a:p>
        </p:txBody>
      </p:sp>
      <p:sp>
        <p:nvSpPr>
          <p:cNvPr id="3029" name="Text Placeholder 8"/>
          <p:cNvSpPr>
            <a:spLocks noGrp="true"/>
          </p:cNvSpPr>
          <p:nvPr>
            <p:ph type="body" sz="quarter" idx="13" hasCustomPrompt="true"/>
          </p:nvPr>
        </p:nvSpPr>
        <p:spPr>
          <a:xfrm>
            <a:off x="498475" y="1953603"/>
            <a:ext cx="2143125" cy="934721"/>
          </a:xfrm>
        </p:spPr>
        <p:txBody>
          <a:bodyPr/>
          <a:lstStyle>
            <a:lvl1pPr marL="0" indent="0">
              <a:buNone/>
              <a:defRPr sz="8000" b="true" i="false" spc="-150" baseline="0">
                <a:latin typeface="+mj-lt"/>
              </a:defRPr>
            </a:lvl1pPr>
          </a:lstStyle>
          <a:p>
            <a:pPr lvl="0"/>
            <a:r>
              <a:rPr lang="en-US" noProof="false"/>
              <a:t>00</a:t>
            </a:r>
            <a:endParaRPr lang="en-US" noProof="false"/>
          </a:p>
        </p:txBody>
      </p:sp>
      <p:sp>
        <p:nvSpPr>
          <p:cNvPr id="3030" name="灯片编号占位符 2"/>
          <p:cNvSpPr>
            <a:spLocks noGrp="true"/>
          </p:cNvSpPr>
          <p:nvPr>
            <p:ph type="sldNum" sz="quarter" idx="14"/>
          </p:nvPr>
        </p:nvSpPr>
        <p:spPr/>
        <p:txBody>
          <a:bodyPr/>
          <a:lstStyle/>
          <a:p>
            <a:pPr/>
            <a:fld id="{61618D03-50A5-4FC1-A1FF-1ED14B2283ED}" type="slidenum">
              <a:rPr lang="en-US" smtClean="false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>
  <p:cSld name="2_Section Divider 2">
    <p:bg>
      <p:bgPr>
        <a:solidFill>
          <a:schemeClr val="tx1"/>
        </a:solidFill>
        <a:effectLst/>
      </p:bgPr>
    </p:bg>
    <p:spTree>
      <p:nvGrpSpPr>
        <p:cNvPr id="310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5" name="Title 1"/>
          <p:cNvSpPr>
            <a:spLocks noGrp="true"/>
          </p:cNvSpPr>
          <p:nvPr>
            <p:ph type="title" hasCustomPrompt="true"/>
          </p:nvPr>
        </p:nvSpPr>
        <p:spPr>
          <a:xfrm>
            <a:off x="479425" y="3111183"/>
            <a:ext cx="5724525" cy="2197283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8200" b="true">
                <a:solidFill>
                  <a:schemeClr val="bg1"/>
                </a:solidFill>
              </a:defRPr>
            </a:lvl1pPr>
          </a:lstStyle>
          <a:p>
            <a:pPr/>
            <a:r>
              <a:rPr lang="en-US" noProof="false" err="true"/>
              <a:t>请输入</a:t>
            </a:r>
            <a:br>
              <a:rPr lang="en-US" noProof="false"/>
            </a:br>
            <a:r>
              <a:rPr lang="en-US" noProof="false" err="true"/>
              <a:t>分隔页标题</a:t>
            </a:r>
            <a:endParaRPr lang="en-US" noProof="false"/>
          </a:p>
        </p:txBody>
      </p:sp>
      <p:sp>
        <p:nvSpPr>
          <p:cNvPr id="3106" name="Slide Number Placeholder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3107" name="Text Placeholder 8"/>
          <p:cNvSpPr>
            <a:spLocks noGrp="true"/>
          </p:cNvSpPr>
          <p:nvPr>
            <p:ph type="body" sz="quarter" idx="13" hasCustomPrompt="true"/>
          </p:nvPr>
        </p:nvSpPr>
        <p:spPr>
          <a:xfrm>
            <a:off x="498475" y="1953603"/>
            <a:ext cx="2143125" cy="934721"/>
          </a:xfrm>
        </p:spPr>
        <p:txBody>
          <a:bodyPr/>
          <a:lstStyle>
            <a:lvl1pPr marL="0" indent="0">
              <a:buNone/>
              <a:defRPr sz="8000" b="true" i="false" spc="-15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false"/>
              <a:t>00</a:t>
            </a:r>
            <a:endParaRPr lang="en-US" noProof="fals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>
  <p:cSld name="Section Divider 3">
    <p:bg>
      <p:bgPr>
        <a:solidFill>
          <a:schemeClr val="bg2"/>
        </a:solidFill>
        <a:effectLst/>
      </p:bgPr>
    </p:bg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true"/>
          </p:cNvSpPr>
          <p:nvPr>
            <p:ph type="pic" sz="quarter" idx="13" hasCustomPrompt="true"/>
          </p:nvPr>
        </p:nvSpPr>
        <p:spPr>
          <a:xfrm>
            <a:off x="7172325" y="0"/>
            <a:ext cx="5019675" cy="6858000"/>
          </a:xfrm>
          <a:noFill/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/>
            <a:r>
              <a:rPr lang="zh-TW" altLang="en-US" noProof="false"/>
              <a:t>单击插入图片</a:t>
            </a:r>
            <a:endParaRPr lang="zh-TW" altLang="en-US" noProof="false"/>
          </a:p>
        </p:txBody>
      </p:sp>
      <p:sp>
        <p:nvSpPr>
          <p:cNvPr id="9" name="Title 1"/>
          <p:cNvSpPr>
            <a:spLocks noGrp="true"/>
          </p:cNvSpPr>
          <p:nvPr>
            <p:ph type="title" hasCustomPrompt="true"/>
          </p:nvPr>
        </p:nvSpPr>
        <p:spPr>
          <a:xfrm>
            <a:off x="479425" y="2551571"/>
            <a:ext cx="5508625" cy="1754859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6400" b="true"/>
            </a:lvl1pPr>
          </a:lstStyle>
          <a:p>
            <a:pPr/>
            <a:r>
              <a:rPr lang="en-US" noProof="false" err="true"/>
              <a:t>请输入</a:t>
            </a:r>
            <a:br>
              <a:rPr lang="en-US" noProof="false"/>
            </a:br>
            <a:r>
              <a:rPr lang="en-US" noProof="false" err="true"/>
              <a:t>分隔页标题</a:t>
            </a:r>
            <a:endParaRPr lang="en-US" noProof="false"/>
          </a:p>
        </p:txBody>
      </p:sp>
      <p:sp>
        <p:nvSpPr>
          <p:cNvPr id="10" name="灯片编号占位符 2"/>
          <p:cNvSpPr>
            <a:spLocks noGrp="true"/>
          </p:cNvSpPr>
          <p:nvPr>
            <p:ph type="sldNum" sz="quarter" idx="14"/>
          </p:nvPr>
        </p:nvSpPr>
        <p:spPr/>
        <p:txBody>
          <a:bodyPr/>
          <a:lstStyle/>
          <a:p>
            <a:pPr/>
            <a:fld id="{61618D03-50A5-4FC1-A1FF-1ED14B2283ED}" type="slidenum">
              <a:rPr lang="en-US" smtClean="false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p="http://schemas.openxmlformats.org/presentationml/2006/main">
  <p:cSld name="2_Section Divider 3">
    <p:bg>
      <p:bgPr>
        <a:solidFill>
          <a:schemeClr val="tx1"/>
        </a:solidFill>
        <a:effectLst/>
      </p:bgPr>
    </p:bg>
    <p:spTree>
      <p:nvGrpSpPr>
        <p:cNvPr id="9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icture Placeholder 7"/>
          <p:cNvSpPr>
            <a:spLocks noGrp="true"/>
          </p:cNvSpPr>
          <p:nvPr>
            <p:ph type="pic" sz="quarter" idx="13" hasCustomPrompt="true"/>
          </p:nvPr>
        </p:nvSpPr>
        <p:spPr>
          <a:xfrm>
            <a:off x="7172325" y="0"/>
            <a:ext cx="5019675" cy="6858000"/>
          </a:xfrm>
          <a:noFill/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单击插入图片</a:t>
            </a:r>
            <a:endParaRPr lang="zh-TW" altLang="en-US" noProof="false"/>
          </a:p>
        </p:txBody>
      </p:sp>
      <p:sp>
        <p:nvSpPr>
          <p:cNvPr id="94" name="Title 1"/>
          <p:cNvSpPr>
            <a:spLocks noGrp="true"/>
          </p:cNvSpPr>
          <p:nvPr>
            <p:ph type="title" hasCustomPrompt="true"/>
          </p:nvPr>
        </p:nvSpPr>
        <p:spPr>
          <a:xfrm>
            <a:off x="479425" y="2535434"/>
            <a:ext cx="5508625" cy="1787132"/>
          </a:xfrm>
        </p:spPr>
        <p:txBody>
          <a:bodyPr>
            <a:noAutofit/>
          </a:bodyPr>
          <a:lstStyle>
            <a:lvl1pPr algn="l" defTabSz="914400" rtl="false" eaLnBrk="true" latinLnBrk="false" hangingPunct="true">
              <a:lnSpc>
                <a:spcPct val="90000"/>
              </a:lnSpc>
              <a:spcBef>
                <a:spcPct val="1"/>
              </a:spcBef>
              <a:buNone/>
              <a:defRPr lang="en-US" sz="6400" b="true" i="false" kern="1200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j-cs"/>
              </a:defRPr>
            </a:lvl1pPr>
          </a:lstStyle>
          <a:p>
            <a:pPr/>
            <a:r>
              <a:rPr lang="en-US" noProof="false" err="true"/>
              <a:t>请输入</a:t>
            </a:r>
            <a:br>
              <a:rPr lang="en-US" noProof="false"/>
            </a:br>
            <a:r>
              <a:rPr lang="en-US" noProof="false" err="true"/>
              <a:t>分隔页标题</a:t>
            </a:r>
            <a:endParaRPr lang="en-US" noProof="false"/>
          </a:p>
        </p:txBody>
      </p:sp>
      <p:sp>
        <p:nvSpPr>
          <p:cNvPr id="95" name="灯片编号占位符 2"/>
          <p:cNvSpPr>
            <a:spLocks noGrp="true"/>
          </p:cNvSpPr>
          <p:nvPr>
            <p:ph type="sldNum" sz="quarter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/>
            <a:fld id="{61618D03-50A5-4FC1-A1FF-1ED14B2283ED}" type="slidenum">
              <a:rPr lang="en-US" smtClean="false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p="http://schemas.openxmlformats.org/presentationml/2006/main">
  <p:cSld name="Section Divider 4">
    <p:spTree>
      <p:nvGrpSpPr>
        <p:cNvPr id="16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文本占位符 11"/>
          <p:cNvSpPr>
            <a:spLocks noGrp="true"/>
          </p:cNvSpPr>
          <p:nvPr>
            <p:ph type="body" sz="quarter" idx="14" hasCustomPrompt="true"/>
          </p:nvPr>
        </p:nvSpPr>
        <p:spPr>
          <a:xfrm>
            <a:off x="507365" y="5394325"/>
            <a:ext cx="3816350" cy="663575"/>
          </a:xfrm>
        </p:spPr>
        <p:txBody>
          <a:bodyPr anchor="b"/>
          <a:lstStyle>
            <a:lvl1pPr>
              <a:spcBef>
                <a:spcPts val="0"/>
              </a:spcBef>
              <a:defRPr sz="2400" b="true" i="false">
                <a:latin typeface="Noto Sans S Chinese Bold" panose="020B0500000000000000" pitchFamily="34" charset="-128"/>
                <a:ea typeface="Noto Sans S Chinese Bold" panose="020B0500000000000000" pitchFamily="34" charset="-128"/>
              </a:defRPr>
            </a:lvl1pPr>
          </a:lstStyle>
          <a:p>
            <a:pPr lvl="0"/>
            <a:r>
              <a:rPr lang="zh-CN" altLang="en-US" noProof="false"/>
              <a:t>请输入</a:t>
            </a:r>
            <a:r>
              <a:rPr lang="en-US" altLang="zh-CN" noProof="false" err="true"/>
              <a:t>标题</a:t>
            </a:r>
            <a:br>
              <a:rPr lang="en-US" altLang="zh-CN" noProof="false"/>
            </a:br>
            <a:r>
              <a:rPr lang="zh-CN" altLang="en-US" noProof="false"/>
              <a:t>请输入</a:t>
            </a:r>
            <a:r>
              <a:rPr lang="en-US" altLang="zh-CN" noProof="false" err="true"/>
              <a:t>标题</a:t>
            </a:r>
            <a:endParaRPr kumimoji="true" lang="zh-CN" altLang="en-US"/>
          </a:p>
        </p:txBody>
      </p:sp>
      <p:sp>
        <p:nvSpPr>
          <p:cNvPr id="171" name="Title 1"/>
          <p:cNvSpPr>
            <a:spLocks noGrp="true"/>
          </p:cNvSpPr>
          <p:nvPr>
            <p:ph type="title" hasCustomPrompt="true"/>
          </p:nvPr>
        </p:nvSpPr>
        <p:spPr>
          <a:xfrm>
            <a:off x="507365" y="500061"/>
            <a:ext cx="5480685" cy="1662225"/>
          </a:xfrm>
        </p:spPr>
        <p:txBody>
          <a:bodyPr/>
          <a:lstStyle>
            <a:lvl1pPr>
              <a:lnSpc>
                <a:spcPct val="90000"/>
              </a:lnSpc>
              <a:defRPr sz="6000"/>
            </a:lvl1pPr>
          </a:lstStyle>
          <a:p>
            <a:pPr/>
            <a:r>
              <a:rPr lang="en-US" noProof="false" err="true"/>
              <a:t>请输入</a:t>
            </a:r>
            <a:br>
              <a:rPr lang="en-US" noProof="false"/>
            </a:br>
            <a:r>
              <a:rPr lang="en-US" noProof="false" err="true"/>
              <a:t>分隔页标题</a:t>
            </a:r>
            <a:endParaRPr lang="en-US" noProof="false"/>
          </a:p>
        </p:txBody>
      </p:sp>
      <p:sp>
        <p:nvSpPr>
          <p:cNvPr id="172" name="Text Placeholder 8"/>
          <p:cNvSpPr>
            <a:spLocks noGrp="true"/>
          </p:cNvSpPr>
          <p:nvPr>
            <p:ph type="body" sz="quarter" idx="12" hasCustomPrompt="true"/>
          </p:nvPr>
        </p:nvSpPr>
        <p:spPr>
          <a:xfrm>
            <a:off x="8140065" y="1026159"/>
            <a:ext cx="3553460" cy="5041265"/>
          </a:xfrm>
        </p:spPr>
        <p:txBody>
          <a:bodyPr/>
          <a:lstStyle>
            <a:lvl1pPr marL="0" indent="0" algn="r">
              <a:lnSpc>
                <a:spcPct val="80000"/>
              </a:lnSpc>
              <a:buNone/>
              <a:defRPr sz="55000" b="true" i="false">
                <a:solidFill>
                  <a:srgbClr val="E5E1D6"/>
                </a:solidFill>
                <a:latin typeface="+mj-lt"/>
              </a:defRPr>
            </a:lvl1pPr>
          </a:lstStyle>
          <a:p>
            <a:pPr lvl="0"/>
            <a:r>
              <a:rPr lang="en-US" noProof="false"/>
              <a:t>1</a:t>
            </a:r>
            <a:endParaRPr lang="en-US" noProof="false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p="http://schemas.openxmlformats.org/presentationml/2006/main">
  <p:cSld name="2_Section Divider 4">
    <p:bg>
      <p:bgPr>
        <a:solidFill>
          <a:schemeClr val="tx1"/>
        </a:solidFill>
        <a:effectLst/>
      </p:bgPr>
    </p:bg>
    <p:spTree>
      <p:nvGrpSpPr>
        <p:cNvPr id="26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Title 1"/>
          <p:cNvSpPr>
            <a:spLocks noGrp="true"/>
          </p:cNvSpPr>
          <p:nvPr>
            <p:ph type="title" hasCustomPrompt="true"/>
          </p:nvPr>
        </p:nvSpPr>
        <p:spPr>
          <a:xfrm>
            <a:off x="507365" y="500062"/>
            <a:ext cx="5480685" cy="1694498"/>
          </a:xfrm>
        </p:spPr>
        <p:txBody>
          <a:bodyPr/>
          <a:lstStyle>
            <a:lvl1pPr algn="l" defTabSz="914400" rtl="false" eaLnBrk="true" latinLnBrk="false" hangingPunct="true">
              <a:lnSpc>
                <a:spcPct val="90000"/>
              </a:lnSpc>
              <a:spcBef>
                <a:spcPct val="1"/>
              </a:spcBef>
              <a:buNone/>
              <a:defRPr lang="en-US" sz="6000" b="true" i="false" kern="1200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j-cs"/>
              </a:defRPr>
            </a:lvl1pPr>
          </a:lstStyle>
          <a:p>
            <a:pPr/>
            <a:r>
              <a:rPr lang="en-US" noProof="false" err="true"/>
              <a:t>请输入</a:t>
            </a:r>
            <a:br>
              <a:rPr lang="en-US" noProof="false"/>
            </a:br>
            <a:r>
              <a:rPr lang="en-US" noProof="false" err="true"/>
              <a:t>分隔页标题</a:t>
            </a:r>
            <a:endParaRPr lang="en-US" noProof="false"/>
          </a:p>
        </p:txBody>
      </p:sp>
      <p:sp>
        <p:nvSpPr>
          <p:cNvPr id="265" name="Text Placeholder 8"/>
          <p:cNvSpPr>
            <a:spLocks noGrp="true"/>
          </p:cNvSpPr>
          <p:nvPr>
            <p:ph type="body" sz="quarter" idx="12" hasCustomPrompt="true"/>
          </p:nvPr>
        </p:nvSpPr>
        <p:spPr>
          <a:xfrm>
            <a:off x="8140065" y="1026159"/>
            <a:ext cx="3553460" cy="5041265"/>
          </a:xfrm>
        </p:spPr>
        <p:txBody>
          <a:bodyPr/>
          <a:lstStyle>
            <a:lvl1pPr marL="0" indent="0" algn="r">
              <a:lnSpc>
                <a:spcPct val="80000"/>
              </a:lnSpc>
              <a:buNone/>
              <a:defRPr sz="55000" b="true" i="false">
                <a:solidFill>
                  <a:srgbClr val="252F3E"/>
                </a:solidFill>
                <a:latin typeface="+mj-lt"/>
              </a:defRPr>
            </a:lvl1pPr>
          </a:lstStyle>
          <a:p>
            <a:pPr lvl="0"/>
            <a:r>
              <a:rPr lang="en-US" noProof="false"/>
              <a:t>1</a:t>
            </a:r>
            <a:endParaRPr lang="en-US" noProof="false"/>
          </a:p>
        </p:txBody>
      </p:sp>
      <p:sp>
        <p:nvSpPr>
          <p:cNvPr id="266" name="Text Placeholder 10"/>
          <p:cNvSpPr>
            <a:spLocks noGrp="true"/>
          </p:cNvSpPr>
          <p:nvPr>
            <p:ph type="body" sz="quarter" idx="13" hasCustomPrompt="true"/>
          </p:nvPr>
        </p:nvSpPr>
        <p:spPr>
          <a:xfrm>
            <a:off x="507365" y="5394325"/>
            <a:ext cx="3816351" cy="663575"/>
          </a:xfrm>
        </p:spPr>
        <p:txBody>
          <a:bodyPr anchor="b" anchorCtr="false"/>
          <a:lstStyle>
            <a:lvl1pPr marL="0" indent="0">
              <a:buNone/>
              <a:defRPr sz="2400" b="true" i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noProof="false"/>
              <a:t>请输入</a:t>
            </a:r>
            <a:r>
              <a:rPr lang="en-US" altLang="zh-CN" noProof="false" err="true"/>
              <a:t>标题</a:t>
            </a:r>
            <a:br>
              <a:rPr lang="en-US" altLang="zh-CN" noProof="false"/>
            </a:br>
            <a:r>
              <a:rPr lang="zh-CN" altLang="en-US" noProof="false"/>
              <a:t>请输入</a:t>
            </a:r>
            <a:r>
              <a:rPr lang="en-US" altLang="zh-CN" noProof="false" err="true"/>
              <a:t>标题</a:t>
            </a:r>
            <a:endParaRPr kumimoji="true"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p="http://schemas.openxmlformats.org/presentationml/2006/main">
  <p:cSld name="Agenda">
    <p:bg>
      <p:bgPr>
        <a:solidFill>
          <a:schemeClr val="bg2"/>
        </a:solidFill>
        <a:effectLst/>
      </p:bgPr>
    </p:bg>
    <p:spTree>
      <p:nvGrpSpPr>
        <p:cNvPr id="3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Title 1"/>
          <p:cNvSpPr>
            <a:spLocks noGrp="true"/>
          </p:cNvSpPr>
          <p:nvPr>
            <p:ph type="title" hasCustomPrompt="true"/>
          </p:nvPr>
        </p:nvSpPr>
        <p:spPr>
          <a:xfrm>
            <a:off x="502285" y="908323"/>
            <a:ext cx="2296432" cy="1325563"/>
          </a:xfrm>
        </p:spPr>
        <p:txBody>
          <a:bodyPr>
            <a:normAutofit/>
          </a:bodyPr>
          <a:lstStyle>
            <a:lvl1pPr>
              <a:defRPr sz="1000" b="true" cap="all" spc="150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</a:defRPr>
            </a:lvl1pPr>
          </a:lstStyle>
          <a:p>
            <a:pPr/>
            <a:r>
              <a:rPr lang="en-US" noProof="false" err="true"/>
              <a:t>目录</a:t>
            </a:r>
            <a:endParaRPr lang="en-US" noProof="false"/>
          </a:p>
        </p:txBody>
      </p:sp>
      <p:sp>
        <p:nvSpPr>
          <p:cNvPr id="363" name="Slide Number Placeholder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364" name="Table Placeholder 8"/>
          <p:cNvSpPr>
            <a:spLocks noGrp="true"/>
          </p:cNvSpPr>
          <p:nvPr>
            <p:ph type="tbl" sz="quarter" idx="13" hasCustomPrompt="true"/>
          </p:nvPr>
        </p:nvSpPr>
        <p:spPr>
          <a:xfrm>
            <a:off x="3362325" y="856528"/>
            <a:ext cx="8327390" cy="5198832"/>
          </a:xfrm>
        </p:spPr>
        <p:txBody>
          <a:bodyPr/>
          <a:lstStyle>
            <a:lvl1pPr>
              <a:defRPr b="false" i="false">
                <a:latin typeface="Noto Sans S Chinese Regular" panose="020B0500000000000000" pitchFamily="34" charset="-128"/>
                <a:ea typeface="Noto Sans S Chinese Regular" panose="020B0500000000000000" pitchFamily="34" charset="-128"/>
              </a:defRPr>
            </a:lvl1pPr>
          </a:lstStyle>
          <a:p>
            <a:pPr/>
            <a:r>
              <a:rPr lang="en-US" noProof="false" err="true"/>
              <a:t>单击插入图表</a:t>
            </a:r>
            <a:endParaRPr lang="en-US" noProof="false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p="http://schemas.openxmlformats.org/presentationml/2006/main" showMasterSp="false">
  <p:cSld name="2_Agenda">
    <p:bg>
      <p:bgPr>
        <a:solidFill>
          <a:schemeClr val="tx1"/>
        </a:solidFill>
        <a:effectLst/>
      </p:bgPr>
    </p:bg>
    <p:spTree>
      <p:nvGrpSpPr>
        <p:cNvPr id="49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Title 1"/>
          <p:cNvSpPr>
            <a:spLocks noGrp="true"/>
          </p:cNvSpPr>
          <p:nvPr>
            <p:ph type="title" hasCustomPrompt="true"/>
          </p:nvPr>
        </p:nvSpPr>
        <p:spPr>
          <a:xfrm>
            <a:off x="502285" y="908323"/>
            <a:ext cx="2296432" cy="1325563"/>
          </a:xfrm>
        </p:spPr>
        <p:txBody>
          <a:bodyPr>
            <a:normAutofit/>
          </a:bodyPr>
          <a:lstStyle>
            <a:lvl1pPr>
              <a:defRPr sz="1000" b="true" cap="all" spc="150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</a:defRPr>
            </a:lvl1pPr>
          </a:lstStyle>
          <a:p>
            <a:pPr/>
            <a:r>
              <a:rPr lang="en-US" noProof="false" err="true"/>
              <a:t>目录</a:t>
            </a:r>
            <a:endParaRPr lang="en-US" noProof="false"/>
          </a:p>
        </p:txBody>
      </p:sp>
      <p:sp>
        <p:nvSpPr>
          <p:cNvPr id="495" name="Slide Number Placeholder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496" name="Table Placeholder 8"/>
          <p:cNvSpPr>
            <a:spLocks noGrp="true"/>
          </p:cNvSpPr>
          <p:nvPr>
            <p:ph type="tbl" sz="quarter" idx="13" hasCustomPrompt="true"/>
          </p:nvPr>
        </p:nvSpPr>
        <p:spPr>
          <a:xfrm>
            <a:off x="3362325" y="856528"/>
            <a:ext cx="8327390" cy="519883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/>
            <a:r>
              <a:rPr lang="en-US" noProof="false" err="true"/>
              <a:t>单击插入图表</a:t>
            </a:r>
            <a:endParaRPr lang="en-US" noProof="false"/>
          </a:p>
        </p:txBody>
      </p:sp>
      <p:sp>
        <p:nvSpPr>
          <p:cNvPr id="497" name="Footer Placeholder 4"/>
          <p:cNvSpPr txBox="true"/>
          <p:nvPr userDrawn="true"/>
        </p:nvSpPr>
        <p:spPr>
          <a:xfrm>
            <a:off x="8131175" y="6392544"/>
            <a:ext cx="3553460" cy="160655"/>
          </a:xfrm>
          <a:prstGeom prst="rect">
            <a:avLst/>
          </a:prstGeom>
        </p:spPr>
        <p:txBody>
          <a:bodyPr vert="horz" lIns="0" tIns="0" rIns="0" bIns="0" rtlCol="false" anchor="t" anchorCtr="false"/>
          <a:lstStyle>
            <a:defPPr>
              <a:defRPr lang="en-US"/>
            </a:defPPr>
            <a:lvl1pPr marL="0" algn="r" defTabSz="914400" rtl="false" eaLnBrk="true" latinLnBrk="false" hangingPunct="true">
              <a:defRPr sz="600" b="true" kern="1200" cap="all" spc="150" baseline="0">
                <a:solidFill>
                  <a:srgbClr val="908D84"/>
                </a:solidFill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1pPr>
            <a:lvl2pPr marL="4572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/>
            <a:r>
              <a:rPr lang="zh-CN" altLang="en-US" sz="700" b="false" i="false" noProof="false">
                <a:latin typeface="Noto Sans S Chinese Regular" panose="020B0500000000000000" pitchFamily="34" charset="-128"/>
                <a:ea typeface="Noto Sans S Chinese Regular" panose="020B0500000000000000" pitchFamily="34" charset="-128"/>
              </a:rPr>
              <a:t>版权所有</a:t>
            </a:r>
            <a:r>
              <a:rPr lang="en-US" altLang="zh-CN" sz="700" b="false" i="false" noProof="false">
                <a:latin typeface="Noto Sans S Chinese Regular" panose="020B0500000000000000" pitchFamily="34" charset="-128"/>
                <a:ea typeface="Noto Sans S Chinese Regular" panose="020B0500000000000000" pitchFamily="34" charset="-128"/>
              </a:rPr>
              <a:t>© 2025 </a:t>
            </a:r>
            <a:r>
              <a:rPr lang="zh-CN" altLang="en-US" sz="700" b="false" i="false" noProof="false">
                <a:latin typeface="Noto Sans S Chinese Regular" panose="020B0500000000000000" pitchFamily="34" charset="-128"/>
                <a:ea typeface="Noto Sans S Chinese Regular" panose="020B0500000000000000" pitchFamily="34" charset="-128"/>
              </a:rPr>
              <a:t>亚马逊广告。保留所有权利。</a:t>
            </a:r>
            <a:endParaRPr lang="en-US" altLang="zh-CN" sz="700" b="false" i="false" noProof="false">
              <a:latin typeface="Noto Sans S Chinese Regular" panose="020B0500000000000000" pitchFamily="34" charset="-128"/>
              <a:ea typeface="Noto Sans S Chinese Regular" panose="020B0500000000000000" pitchFamily="34" charset="-128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p="http://schemas.openxmlformats.org/presentationml/2006/main">
  <p:cSld name="Half page content blocks 1">
    <p:spTree>
      <p:nvGrpSpPr>
        <p:cNvPr id="68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Title 1"/>
          <p:cNvSpPr>
            <a:spLocks noGrp="true"/>
          </p:cNvSpPr>
          <p:nvPr>
            <p:ph type="title" hasCustomPrompt="true"/>
          </p:nvPr>
        </p:nvSpPr>
        <p:spPr>
          <a:xfrm>
            <a:off x="507365" y="1481559"/>
            <a:ext cx="5222875" cy="4178459"/>
          </a:xfrm>
        </p:spPr>
        <p:txBody>
          <a:bodyPr anchor="ctr" anchorCtr="false"/>
          <a:lstStyle>
            <a:lvl1pPr>
              <a:lnSpc>
                <a:spcPct val="90000"/>
              </a:lnSpc>
              <a:defRPr sz="8000" spc="-50" baseline="0"/>
            </a:lvl1pPr>
          </a:lstStyle>
          <a:p>
            <a:pPr/>
            <a:r>
              <a:rPr lang="en-US" noProof="false" err="true"/>
              <a:t>请输入标题</a:t>
            </a:r>
            <a:br>
              <a:rPr lang="en-US" noProof="false"/>
            </a:br>
            <a:r>
              <a:rPr lang="en-US" noProof="false" err="true"/>
              <a:t>请输入标题</a:t>
            </a:r>
            <a:endParaRPr lang="en-US" noProof="false"/>
          </a:p>
        </p:txBody>
      </p:sp>
      <p:sp>
        <p:nvSpPr>
          <p:cNvPr id="686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/>
          <a:lstStyle/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cxnSp>
        <p:nvCxnSpPr>
          <p:cNvPr id="687" name="Straight Connector 7"/>
          <p:cNvCxnSpPr/>
          <p:nvPr userDrawn="true"/>
        </p:nvCxnSpPr>
        <p:spPr>
          <a:xfrm>
            <a:off x="6096000" y="0"/>
            <a:ext cx="0" cy="6858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8" name="Straight Connector 8"/>
          <p:cNvCxnSpPr/>
          <p:nvPr userDrawn="true"/>
        </p:nvCxnSpPr>
        <p:spPr>
          <a:xfrm flipH="true">
            <a:off x="6096000" y="3429000"/>
            <a:ext cx="6095407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9" name="Text Placeholder 13"/>
          <p:cNvSpPr>
            <a:spLocks noGrp="true"/>
          </p:cNvSpPr>
          <p:nvPr>
            <p:ph type="body" sz="quarter" idx="12" hasCustomPrompt="true"/>
          </p:nvPr>
        </p:nvSpPr>
        <p:spPr>
          <a:xfrm>
            <a:off x="6427037" y="1133982"/>
            <a:ext cx="888162" cy="1244601"/>
          </a:xfrm>
        </p:spPr>
        <p:txBody>
          <a:bodyPr/>
          <a:lstStyle>
            <a:lvl1pPr marL="0" indent="0">
              <a:buNone/>
              <a:defRPr sz="9000" b="true" i="false">
                <a:solidFill>
                  <a:srgbClr val="F55600"/>
                </a:solidFill>
                <a:latin typeface="+mj-lt"/>
              </a:defRPr>
            </a:lvl1pPr>
          </a:lstStyle>
          <a:p>
            <a:pPr lvl="0"/>
            <a:r>
              <a:rPr lang="en-US" noProof="false"/>
              <a:t>1</a:t>
            </a:r>
            <a:endParaRPr lang="en-US" noProof="false"/>
          </a:p>
        </p:txBody>
      </p:sp>
      <p:sp>
        <p:nvSpPr>
          <p:cNvPr id="690" name="Text Placeholder 13"/>
          <p:cNvSpPr>
            <a:spLocks noGrp="true"/>
          </p:cNvSpPr>
          <p:nvPr>
            <p:ph type="body" sz="quarter" idx="13" hasCustomPrompt="true"/>
          </p:nvPr>
        </p:nvSpPr>
        <p:spPr>
          <a:xfrm>
            <a:off x="7509187" y="1098422"/>
            <a:ext cx="4175448" cy="628776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400" b="true" i="false" spc="-50" baseline="0">
                <a:latin typeface="Noto Sans S Chinese Bold" panose="020B0500000000000000" pitchFamily="34" charset="-128"/>
                <a:ea typeface="Noto Sans S Chinese Bold" panose="020B0500000000000000" pitchFamily="34" charset="-128"/>
              </a:defRPr>
            </a:lvl1pPr>
          </a:lstStyle>
          <a:p>
            <a:pPr lvl="0"/>
            <a:r>
              <a:rPr lang="en-US" noProof="false" dirty="false" err="true"/>
              <a:t>请输入小标题</a:t>
            </a:r>
            <a:endParaRPr lang="en-US" noProof="false" dirty="false"/>
          </a:p>
          <a:p>
            <a:pPr lvl="0"/>
            <a:r>
              <a:rPr lang="en-US" altLang="zh-CN" noProof="false" dirty="false" err="true"/>
              <a:t>请输入小标题</a:t>
            </a:r>
            <a:endParaRPr lang="en-US" altLang="zh-CN" noProof="false" dirty="false"/>
          </a:p>
          <a:p>
            <a:pPr lvl="0"/>
            <a:endParaRPr lang="en-US" noProof="false" dirty="false"/>
          </a:p>
        </p:txBody>
      </p:sp>
      <p:sp>
        <p:nvSpPr>
          <p:cNvPr id="691" name="Text Placeholder 13"/>
          <p:cNvSpPr>
            <a:spLocks noGrp="true"/>
          </p:cNvSpPr>
          <p:nvPr>
            <p:ph type="body" sz="quarter" idx="14" hasCustomPrompt="true"/>
          </p:nvPr>
        </p:nvSpPr>
        <p:spPr>
          <a:xfrm>
            <a:off x="6427037" y="4562982"/>
            <a:ext cx="888162" cy="1244601"/>
          </a:xfrm>
        </p:spPr>
        <p:txBody>
          <a:bodyPr/>
          <a:lstStyle>
            <a:lvl1pPr marL="0" indent="0">
              <a:buNone/>
              <a:defRPr sz="9000" b="true" i="false">
                <a:solidFill>
                  <a:srgbClr val="F55600"/>
                </a:solidFill>
                <a:latin typeface="+mj-lt"/>
              </a:defRPr>
            </a:lvl1pPr>
          </a:lstStyle>
          <a:p>
            <a:pPr lvl="0"/>
            <a:r>
              <a:rPr lang="en-US" noProof="false"/>
              <a:t>2</a:t>
            </a:r>
            <a:endParaRPr lang="en-US" noProof="false"/>
          </a:p>
        </p:txBody>
      </p:sp>
      <p:sp>
        <p:nvSpPr>
          <p:cNvPr id="692" name="Text Placeholder 8"/>
          <p:cNvSpPr>
            <a:spLocks noGrp="true"/>
          </p:cNvSpPr>
          <p:nvPr>
            <p:ph type="body" sz="quarter" idx="23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noProof="false" err="true"/>
              <a:t>来源</a:t>
            </a:r>
            <a:r>
              <a:rPr lang="zh-CN" altLang="en-US" noProof="false"/>
              <a:t>：</a:t>
            </a:r>
            <a:endParaRPr lang="en-US" noProof="false"/>
          </a:p>
        </p:txBody>
      </p:sp>
      <p:sp>
        <p:nvSpPr>
          <p:cNvPr id="693" name="Text Placeholder 12"/>
          <p:cNvSpPr>
            <a:spLocks noGrp="true"/>
          </p:cNvSpPr>
          <p:nvPr>
            <p:ph type="body" sz="quarter" idx="42" hasCustomPrompt="true"/>
          </p:nvPr>
        </p:nvSpPr>
        <p:spPr>
          <a:xfrm>
            <a:off x="7509187" y="1856979"/>
            <a:ext cx="4175448" cy="759219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lang="en-US" sz="1200" b="false" i="false" kern="1200" cap="none" spc="0" baseline="0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lang="en-GB" sz="1200" kern="1200" dirty="fals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noProof="false" dirty="false" err="true"/>
              <a:t>请输入正文内容</a:t>
            </a:r>
            <a:endParaRPr lang="en-US" noProof="false" dirty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dirty="false" err="true"/>
              <a:t>请输入正文内容</a:t>
            </a:r>
            <a:endParaRPr lang="en-US" altLang="zh-CN" noProof="false" dirty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dirty="false" err="true"/>
              <a:t>请输入正文内容</a:t>
            </a:r>
            <a:endParaRPr lang="en-US" altLang="zh-CN" noProof="false" dirty="false"/>
          </a:p>
        </p:txBody>
      </p:sp>
      <p:sp>
        <p:nvSpPr>
          <p:cNvPr id="694" name="Text Placeholder 13"/>
          <p:cNvSpPr>
            <a:spLocks noGrp="true"/>
          </p:cNvSpPr>
          <p:nvPr>
            <p:ph type="body" sz="quarter" idx="43" hasCustomPrompt="true"/>
          </p:nvPr>
        </p:nvSpPr>
        <p:spPr>
          <a:xfrm>
            <a:off x="7509187" y="4532502"/>
            <a:ext cx="4175448" cy="628776"/>
          </a:xfrm>
        </p:spPr>
        <p:txBody>
          <a:bodyPr/>
          <a:lstStyle>
            <a:lvl1pPr marL="0" indent="0">
              <a:buNone/>
              <a:defRPr lang="en-US" altLang="zh-CN" sz="24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CN" noProof="false" err="true"/>
              <a:t>请输入小标题</a:t>
            </a:r>
            <a:endParaRPr lang="en-US" altLang="zh-CN" noProof="false"/>
          </a:p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CN" noProof="false" err="true"/>
              <a:t>请输入小标题</a:t>
            </a:r>
            <a:endParaRPr lang="en-US" altLang="zh-CN" noProof="false"/>
          </a:p>
        </p:txBody>
      </p:sp>
      <p:sp>
        <p:nvSpPr>
          <p:cNvPr id="695" name="Text Placeholder 12"/>
          <p:cNvSpPr>
            <a:spLocks noGrp="true"/>
          </p:cNvSpPr>
          <p:nvPr>
            <p:ph type="body" sz="quarter" idx="44" hasCustomPrompt="true"/>
          </p:nvPr>
        </p:nvSpPr>
        <p:spPr>
          <a:xfrm>
            <a:off x="7509187" y="5318508"/>
            <a:ext cx="4175448" cy="759219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lang="en-US" sz="1200" b="false" i="false" kern="1200" cap="none" spc="0" baseline="0" noProof="false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lang="en-GB" sz="1200" kern="1200" dirty="fals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dirty="false" err="true"/>
              <a:t>请输入正文</a:t>
            </a:r>
            <a:r>
              <a:rPr lang="zh-CN" altLang="en-US" noProof="false" dirty="false"/>
              <a:t>内容</a:t>
            </a:r>
            <a:endParaRPr lang="en-US" altLang="zh-CN" noProof="false" dirty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dirty="false" err="true"/>
              <a:t>请输入正文内容</a:t>
            </a:r>
            <a:endParaRPr lang="en-US" altLang="zh-CN" noProof="false" dirty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dirty="false" err="true"/>
              <a:t>请输入正文内容</a:t>
            </a:r>
            <a:endParaRPr lang="en-US" altLang="zh-CN" noProof="false" dirty="false"/>
          </a:p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noProof="false" dirty="false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p="http://schemas.openxmlformats.org/presentationml/2006/main">
  <p:cSld name="1_Half page content blocks 1">
    <p:bg>
      <p:bgPr>
        <a:solidFill>
          <a:schemeClr val="tx1"/>
        </a:solidFill>
        <a:effectLst/>
      </p:bgPr>
    </p:bg>
    <p:spTree>
      <p:nvGrpSpPr>
        <p:cNvPr id="87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Title 1"/>
          <p:cNvSpPr>
            <a:spLocks noGrp="true"/>
          </p:cNvSpPr>
          <p:nvPr>
            <p:ph type="title" hasCustomPrompt="true"/>
          </p:nvPr>
        </p:nvSpPr>
        <p:spPr>
          <a:xfrm>
            <a:off x="507365" y="1481559"/>
            <a:ext cx="5222875" cy="4178459"/>
          </a:xfrm>
        </p:spPr>
        <p:txBody>
          <a:bodyPr anchor="ctr" anchorCtr="false"/>
          <a:lstStyle>
            <a:lvl1pPr>
              <a:lnSpc>
                <a:spcPct val="90000"/>
              </a:lnSpc>
              <a:defRPr sz="8000" spc="-50" baseline="0">
                <a:solidFill>
                  <a:schemeClr val="bg1"/>
                </a:solidFill>
              </a:defRPr>
            </a:lvl1pPr>
          </a:lstStyle>
          <a:p>
            <a:pPr/>
            <a:r>
              <a:rPr lang="en-US" noProof="false" err="true"/>
              <a:t>请输入标题</a:t>
            </a:r>
            <a:br>
              <a:rPr lang="en-US" noProof="false"/>
            </a:br>
            <a:r>
              <a:rPr lang="en-US" noProof="false" err="true"/>
              <a:t>请输入标题</a:t>
            </a:r>
            <a:endParaRPr lang="en-US" noProof="false"/>
          </a:p>
        </p:txBody>
      </p:sp>
      <p:sp>
        <p:nvSpPr>
          <p:cNvPr id="878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cxnSp>
        <p:nvCxnSpPr>
          <p:cNvPr id="879" name="Straight Connector 7"/>
          <p:cNvCxnSpPr/>
          <p:nvPr userDrawn="true"/>
        </p:nvCxnSpPr>
        <p:spPr>
          <a:xfrm>
            <a:off x="6096000" y="0"/>
            <a:ext cx="0" cy="68580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0" name="Straight Connector 8"/>
          <p:cNvCxnSpPr/>
          <p:nvPr userDrawn="true"/>
        </p:nvCxnSpPr>
        <p:spPr>
          <a:xfrm flipH="true">
            <a:off x="6096000" y="3429000"/>
            <a:ext cx="6095407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1" name="Text Placeholder 13"/>
          <p:cNvSpPr>
            <a:spLocks noGrp="true"/>
          </p:cNvSpPr>
          <p:nvPr>
            <p:ph type="body" sz="quarter" idx="12" hasCustomPrompt="true"/>
          </p:nvPr>
        </p:nvSpPr>
        <p:spPr>
          <a:xfrm>
            <a:off x="6427037" y="1133982"/>
            <a:ext cx="888162" cy="1244601"/>
          </a:xfrm>
        </p:spPr>
        <p:txBody>
          <a:bodyPr/>
          <a:lstStyle>
            <a:lvl1pPr marL="0" indent="0">
              <a:buNone/>
              <a:defRPr sz="9000" b="true" i="false">
                <a:solidFill>
                  <a:srgbClr val="FF6200"/>
                </a:solidFill>
                <a:latin typeface="+mj-lt"/>
              </a:defRPr>
            </a:lvl1pPr>
          </a:lstStyle>
          <a:p>
            <a:pPr lvl="0"/>
            <a:r>
              <a:rPr lang="en-US" noProof="false"/>
              <a:t>1</a:t>
            </a:r>
            <a:endParaRPr lang="en-US" noProof="false"/>
          </a:p>
        </p:txBody>
      </p:sp>
      <p:sp>
        <p:nvSpPr>
          <p:cNvPr id="882" name="Text Placeholder 13"/>
          <p:cNvSpPr>
            <a:spLocks noGrp="true"/>
          </p:cNvSpPr>
          <p:nvPr>
            <p:ph type="body" sz="quarter" idx="13" hasCustomPrompt="true"/>
          </p:nvPr>
        </p:nvSpPr>
        <p:spPr>
          <a:xfrm>
            <a:off x="7509187" y="1098422"/>
            <a:ext cx="4175448" cy="628776"/>
          </a:xfrm>
        </p:spPr>
        <p:txBody>
          <a:bodyPr/>
          <a:lstStyle>
            <a:lvl1pPr marL="0" indent="0">
              <a:buNone/>
              <a:defRPr lang="en-US" altLang="zh-CN" sz="2400" b="true" i="false" kern="1200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CN" noProof="false" err="true"/>
              <a:t>请输入小标题</a:t>
            </a:r>
            <a:endParaRPr lang="en-US" altLang="zh-CN" noProof="false"/>
          </a:p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CN" noProof="false" err="true"/>
              <a:t>请输入小标题</a:t>
            </a:r>
            <a:endParaRPr lang="en-US" altLang="zh-CN" noProof="false"/>
          </a:p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endParaRPr lang="en-US" noProof="false"/>
          </a:p>
        </p:txBody>
      </p:sp>
      <p:sp>
        <p:nvSpPr>
          <p:cNvPr id="883" name="Text Placeholder 13"/>
          <p:cNvSpPr>
            <a:spLocks noGrp="true"/>
          </p:cNvSpPr>
          <p:nvPr>
            <p:ph type="body" sz="quarter" idx="14" hasCustomPrompt="true"/>
          </p:nvPr>
        </p:nvSpPr>
        <p:spPr>
          <a:xfrm>
            <a:off x="6427037" y="4562982"/>
            <a:ext cx="888162" cy="1244601"/>
          </a:xfrm>
        </p:spPr>
        <p:txBody>
          <a:bodyPr/>
          <a:lstStyle>
            <a:lvl1pPr marL="0" indent="0">
              <a:buNone/>
              <a:defRPr sz="9000" b="true" i="false">
                <a:solidFill>
                  <a:srgbClr val="FF6200"/>
                </a:solidFill>
                <a:latin typeface="+mj-lt"/>
              </a:defRPr>
            </a:lvl1pPr>
          </a:lstStyle>
          <a:p>
            <a:pPr lvl="0"/>
            <a:r>
              <a:rPr lang="en-US" noProof="false"/>
              <a:t>2</a:t>
            </a:r>
            <a:endParaRPr lang="en-US" noProof="false"/>
          </a:p>
        </p:txBody>
      </p:sp>
      <p:sp>
        <p:nvSpPr>
          <p:cNvPr id="884" name="Text Placeholder 8"/>
          <p:cNvSpPr>
            <a:spLocks noGrp="true"/>
          </p:cNvSpPr>
          <p:nvPr>
            <p:ph type="body" sz="quarter" idx="23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noProof="false" err="true"/>
              <a:t>来源</a:t>
            </a:r>
            <a:r>
              <a:rPr lang="zh-CN" altLang="en-US" noProof="false"/>
              <a:t>：</a:t>
            </a:r>
            <a:endParaRPr lang="en-US" noProof="false"/>
          </a:p>
        </p:txBody>
      </p:sp>
      <p:sp>
        <p:nvSpPr>
          <p:cNvPr id="885" name="Text Placeholder 12"/>
          <p:cNvSpPr>
            <a:spLocks noGrp="true"/>
          </p:cNvSpPr>
          <p:nvPr>
            <p:ph type="body" sz="quarter" idx="42" hasCustomPrompt="true"/>
          </p:nvPr>
        </p:nvSpPr>
        <p:spPr>
          <a:xfrm>
            <a:off x="7509187" y="1856290"/>
            <a:ext cx="4175448" cy="759219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lang="en-US" sz="1200" b="false" i="false" kern="1200" cap="none" spc="0" baseline="0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lang="en-GB" sz="1200" kern="1200" dirty="fals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noProof="false" dirty="false" err="true"/>
              <a:t>请输入正文</a:t>
            </a:r>
            <a:r>
              <a:rPr lang="zh-CN" altLang="en-US" noProof="false" dirty="false"/>
              <a:t>内容</a:t>
            </a:r>
            <a:endParaRPr lang="en-US" altLang="zh-CN" noProof="false" dirty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dirty="false" err="true"/>
              <a:t>请输入正文</a:t>
            </a:r>
            <a:r>
              <a:rPr lang="zh-CN" altLang="en-US" noProof="false" dirty="false"/>
              <a:t>内容</a:t>
            </a:r>
            <a:endParaRPr lang="en-US" altLang="zh-CN" noProof="false" dirty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dirty="false" err="true"/>
              <a:t>请输入正文</a:t>
            </a:r>
            <a:r>
              <a:rPr lang="zh-CN" altLang="en-US" noProof="false" dirty="false"/>
              <a:t>内容</a:t>
            </a:r>
            <a:endParaRPr lang="en-US" altLang="zh-CN" noProof="false" dirty="false"/>
          </a:p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altLang="zh-CN" noProof="false" dirty="false"/>
          </a:p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noProof="false" dirty="false"/>
          </a:p>
        </p:txBody>
      </p:sp>
      <p:sp>
        <p:nvSpPr>
          <p:cNvPr id="886" name="Text Placeholder 13"/>
          <p:cNvSpPr>
            <a:spLocks noGrp="true"/>
          </p:cNvSpPr>
          <p:nvPr>
            <p:ph type="body" sz="quarter" idx="43" hasCustomPrompt="true"/>
          </p:nvPr>
        </p:nvSpPr>
        <p:spPr>
          <a:xfrm>
            <a:off x="7509187" y="4532502"/>
            <a:ext cx="4175448" cy="628776"/>
          </a:xfrm>
        </p:spPr>
        <p:txBody>
          <a:bodyPr/>
          <a:lstStyle>
            <a:lvl1pPr marL="0" indent="0">
              <a:buNone/>
              <a:defRPr lang="en-US" altLang="zh-CN" sz="2400" b="true" i="false" kern="1200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CN" noProof="false" err="true"/>
              <a:t>请输入小标题</a:t>
            </a:r>
            <a:endParaRPr lang="en-US" altLang="zh-CN" noProof="false"/>
          </a:p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CN" noProof="false" err="true"/>
              <a:t>请输入小标题</a:t>
            </a:r>
            <a:endParaRPr lang="en-US" altLang="zh-CN" noProof="false"/>
          </a:p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endParaRPr lang="en-US" noProof="false"/>
          </a:p>
        </p:txBody>
      </p:sp>
      <p:sp>
        <p:nvSpPr>
          <p:cNvPr id="887" name="Text Placeholder 12"/>
          <p:cNvSpPr>
            <a:spLocks noGrp="true"/>
          </p:cNvSpPr>
          <p:nvPr>
            <p:ph type="body" sz="quarter" idx="44" hasCustomPrompt="true"/>
          </p:nvPr>
        </p:nvSpPr>
        <p:spPr>
          <a:xfrm>
            <a:off x="7509187" y="5280408"/>
            <a:ext cx="4175448" cy="759219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lang="en-US" sz="1200" b="false" i="false" kern="1200" cap="none" spc="0" baseline="0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lang="en-GB" sz="1200" kern="1200" dirty="fals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noProof="false" err="true"/>
              <a:t>请输入正文内容</a:t>
            </a:r>
            <a:endParaRPr lang="en-US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请输入正文</a:t>
            </a:r>
            <a:r>
              <a:rPr lang="zh-CN" altLang="en-US" noProof="false"/>
              <a:t>内容</a:t>
            </a:r>
            <a:endParaRPr lang="en-US" altLang="zh-CN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请输入正文</a:t>
            </a:r>
            <a:r>
              <a:rPr lang="zh-CN" altLang="en-US" noProof="false"/>
              <a:t>内容</a:t>
            </a:r>
            <a:endParaRPr lang="en-US" altLang="zh-CN" noProof="false"/>
          </a:p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noProof="false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p="http://schemas.openxmlformats.org/presentationml/2006/main">
  <p:cSld name="Half page content blocks 4">
    <p:spTree>
      <p:nvGrpSpPr>
        <p:cNvPr id="10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5"/>
          <p:cNvSpPr/>
          <p:nvPr userDrawn="true"/>
        </p:nvSpPr>
        <p:spPr>
          <a:xfrm>
            <a:off x="6096000" y="3429000"/>
            <a:ext cx="6096000" cy="3429000"/>
          </a:xfrm>
          <a:prstGeom prst="rect">
            <a:avLst/>
          </a:prstGeom>
          <a:solidFill>
            <a:srgbClr val="FFE13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 lang="en-US" b="false" i="false" noProof="false">
              <a:latin typeface="Noto Sans S Chinese Regular" panose="020B0500000000000000" pitchFamily="34" charset="-128"/>
            </a:endParaRPr>
          </a:p>
        </p:txBody>
      </p:sp>
      <p:sp>
        <p:nvSpPr>
          <p:cNvPr id="1028" name="Rectangle 4"/>
          <p:cNvSpPr/>
          <p:nvPr userDrawn="true"/>
        </p:nvSpPr>
        <p:spPr>
          <a:xfrm>
            <a:off x="6096000" y="0"/>
            <a:ext cx="6096000" cy="3429000"/>
          </a:xfrm>
          <a:prstGeom prst="rect">
            <a:avLst/>
          </a:prstGeom>
          <a:solidFill>
            <a:srgbClr val="25CB5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 lang="en-US" b="false" i="false" noProof="false" dirty="false">
              <a:latin typeface="Noto Sans S Chinese Regular" panose="020B0500000000000000" pitchFamily="34" charset="-128"/>
            </a:endParaRPr>
          </a:p>
        </p:txBody>
      </p:sp>
      <p:sp>
        <p:nvSpPr>
          <p:cNvPr id="1029" name="Title 1"/>
          <p:cNvSpPr>
            <a:spLocks noGrp="true"/>
          </p:cNvSpPr>
          <p:nvPr>
            <p:ph type="title" hasCustomPrompt="true"/>
          </p:nvPr>
        </p:nvSpPr>
        <p:spPr>
          <a:xfrm>
            <a:off x="507365" y="1481559"/>
            <a:ext cx="5222875" cy="4178459"/>
          </a:xfrm>
        </p:spPr>
        <p:txBody>
          <a:bodyPr anchor="ctr" anchorCtr="false"/>
          <a:lstStyle>
            <a:lvl1pPr>
              <a:lnSpc>
                <a:spcPct val="90000"/>
              </a:lnSpc>
              <a:defRPr sz="8000"/>
            </a:lvl1pPr>
          </a:lstStyle>
          <a:p>
            <a:pPr/>
            <a:r>
              <a:rPr lang="en-US" noProof="false" err="true"/>
              <a:t>请输入标题</a:t>
            </a:r>
            <a:br>
              <a:rPr lang="en-US" noProof="false"/>
            </a:br>
            <a:r>
              <a:rPr lang="en-US" noProof="false" err="true"/>
              <a:t>请输入标题</a:t>
            </a:r>
            <a:endParaRPr lang="en-US" noProof="false"/>
          </a:p>
        </p:txBody>
      </p:sp>
      <p:sp>
        <p:nvSpPr>
          <p:cNvPr id="1030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/>
          <a:lstStyle/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1031" name="Text Placeholder 13"/>
          <p:cNvSpPr>
            <a:spLocks noGrp="true"/>
          </p:cNvSpPr>
          <p:nvPr>
            <p:ph type="body" sz="quarter" idx="12" hasCustomPrompt="true"/>
          </p:nvPr>
        </p:nvSpPr>
        <p:spPr>
          <a:xfrm>
            <a:off x="6427037" y="1133982"/>
            <a:ext cx="888162" cy="1244601"/>
          </a:xfrm>
        </p:spPr>
        <p:txBody>
          <a:bodyPr/>
          <a:lstStyle>
            <a:lvl1pPr marL="0" indent="0">
              <a:buNone/>
              <a:defRPr sz="9000" b="true" i="false">
                <a:latin typeface="+mj-lt"/>
              </a:defRPr>
            </a:lvl1pPr>
          </a:lstStyle>
          <a:p>
            <a:pPr lvl="0"/>
            <a:r>
              <a:rPr lang="en-US" noProof="false"/>
              <a:t>1</a:t>
            </a:r>
            <a:endParaRPr lang="en-US" noProof="false"/>
          </a:p>
        </p:txBody>
      </p:sp>
      <p:sp>
        <p:nvSpPr>
          <p:cNvPr id="1032" name="Text Placeholder 13"/>
          <p:cNvSpPr>
            <a:spLocks noGrp="true"/>
          </p:cNvSpPr>
          <p:nvPr>
            <p:ph type="body" sz="quarter" idx="14" hasCustomPrompt="true"/>
          </p:nvPr>
        </p:nvSpPr>
        <p:spPr>
          <a:xfrm>
            <a:off x="6427037" y="4562982"/>
            <a:ext cx="888162" cy="1244601"/>
          </a:xfrm>
        </p:spPr>
        <p:txBody>
          <a:bodyPr/>
          <a:lstStyle>
            <a:lvl1pPr marL="0" indent="0">
              <a:buNone/>
              <a:defRPr lang="en-US" sz="9000" b="true" i="false" kern="1200" noProof="false" dirty="false">
                <a:solidFill>
                  <a:schemeClr val="tx1"/>
                </a:solidFill>
                <a:latin typeface="+mj-lt"/>
                <a:ea typeface="Noto Sans S Chinese Regular" panose="020B0500000000000000" pitchFamily="34" charset="-128"/>
                <a:cs typeface="+mn-cs"/>
              </a:defRPr>
            </a:lvl1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noProof="false"/>
              <a:t>2</a:t>
            </a:r>
            <a:endParaRPr lang="en-US" noProof="false"/>
          </a:p>
        </p:txBody>
      </p:sp>
      <p:sp>
        <p:nvSpPr>
          <p:cNvPr id="1033" name="Text Placeholder 8"/>
          <p:cNvSpPr>
            <a:spLocks noGrp="true"/>
          </p:cNvSpPr>
          <p:nvPr>
            <p:ph type="body" sz="quarter" idx="23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altLang="zh-CN" noProof="false" err="true"/>
              <a:t>来源</a:t>
            </a:r>
            <a:r>
              <a:rPr lang="zh-CN" altLang="en-US" noProof="false"/>
              <a:t>：</a:t>
            </a:r>
            <a:endParaRPr lang="en-US" altLang="zh-CN" noProof="false"/>
          </a:p>
        </p:txBody>
      </p:sp>
      <p:sp>
        <p:nvSpPr>
          <p:cNvPr id="1034" name="Text Placeholder 13"/>
          <p:cNvSpPr>
            <a:spLocks noGrp="true"/>
          </p:cNvSpPr>
          <p:nvPr>
            <p:ph type="body" sz="quarter" idx="13" hasCustomPrompt="true"/>
          </p:nvPr>
        </p:nvSpPr>
        <p:spPr>
          <a:xfrm>
            <a:off x="7509187" y="1098422"/>
            <a:ext cx="4175448" cy="628776"/>
          </a:xfrm>
        </p:spPr>
        <p:txBody>
          <a:bodyPr/>
          <a:lstStyle>
            <a:lvl1pPr marL="0" indent="0">
              <a:buNone/>
              <a:defRPr lang="en-US" altLang="zh-CN" sz="24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CN" noProof="false" err="true"/>
              <a:t>请输入小标题</a:t>
            </a:r>
            <a:endParaRPr lang="en-US" altLang="zh-CN" noProof="false"/>
          </a:p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CN" noProof="false" err="true"/>
              <a:t>请输入小标题</a:t>
            </a:r>
            <a:endParaRPr lang="en-US" altLang="zh-CN" noProof="false"/>
          </a:p>
        </p:txBody>
      </p:sp>
      <p:sp>
        <p:nvSpPr>
          <p:cNvPr id="1035" name="Text Placeholder 12"/>
          <p:cNvSpPr>
            <a:spLocks noGrp="true"/>
          </p:cNvSpPr>
          <p:nvPr>
            <p:ph type="body" sz="quarter" idx="42" hasCustomPrompt="true"/>
          </p:nvPr>
        </p:nvSpPr>
        <p:spPr>
          <a:xfrm>
            <a:off x="7509187" y="1899524"/>
            <a:ext cx="4175448" cy="759219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lang="en-US" sz="1200" b="false" i="false" kern="1200" cap="none" spc="0" baseline="0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lang="en-GB" sz="1200" kern="1200" dirty="fals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dirty="false" err="true"/>
              <a:t>请输入正文</a:t>
            </a:r>
            <a:r>
              <a:rPr lang="zh-CN" altLang="en-US" noProof="false" dirty="false"/>
              <a:t>内容</a:t>
            </a:r>
            <a:endParaRPr lang="en-US" altLang="zh-CN" noProof="false" dirty="false"/>
          </a:p>
        </p:txBody>
      </p:sp>
      <p:sp>
        <p:nvSpPr>
          <p:cNvPr id="1036" name="Text Placeholder 13"/>
          <p:cNvSpPr>
            <a:spLocks noGrp="true"/>
          </p:cNvSpPr>
          <p:nvPr>
            <p:ph type="body" sz="quarter" idx="43" hasCustomPrompt="true"/>
          </p:nvPr>
        </p:nvSpPr>
        <p:spPr>
          <a:xfrm>
            <a:off x="7509187" y="4532502"/>
            <a:ext cx="4175448" cy="628776"/>
          </a:xfrm>
        </p:spPr>
        <p:txBody>
          <a:bodyPr/>
          <a:lstStyle>
            <a:lvl1pPr marL="0" indent="0">
              <a:buNone/>
              <a:defRPr lang="en-US" altLang="zh-CN" sz="24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CN" noProof="false" err="true"/>
              <a:t>请输入小标题</a:t>
            </a:r>
            <a:endParaRPr lang="en-US" altLang="zh-CN" noProof="false"/>
          </a:p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CN" noProof="false" err="true"/>
              <a:t>请输入小标题</a:t>
            </a:r>
            <a:endParaRPr lang="en-US" altLang="zh-CN" noProof="false"/>
          </a:p>
        </p:txBody>
      </p:sp>
      <p:sp>
        <p:nvSpPr>
          <p:cNvPr id="1037" name="Text Placeholder 12"/>
          <p:cNvSpPr>
            <a:spLocks noGrp="true"/>
          </p:cNvSpPr>
          <p:nvPr>
            <p:ph type="body" sz="quarter" idx="44" hasCustomPrompt="true"/>
          </p:nvPr>
        </p:nvSpPr>
        <p:spPr>
          <a:xfrm>
            <a:off x="7509187" y="5328524"/>
            <a:ext cx="4175448" cy="759219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lang="en-US" sz="1200" b="false" i="false" kern="1200" cap="none" spc="0" baseline="0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lang="en-GB" sz="1200" kern="1200" dirty="fals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请输入正文</a:t>
            </a:r>
            <a:r>
              <a:rPr lang="zh-CN" altLang="en-US" noProof="false"/>
              <a:t>内容</a:t>
            </a:r>
            <a:endParaRPr lang="en-US" altLang="zh-CN" noProof="false"/>
          </a:p>
        </p:txBody>
      </p:sp>
      <p:sp>
        <p:nvSpPr>
          <p:cNvPr id="1038" name="Footer Placeholder 4"/>
          <p:cNvSpPr txBox="true"/>
          <p:nvPr userDrawn="true"/>
        </p:nvSpPr>
        <p:spPr>
          <a:xfrm>
            <a:off x="8131175" y="6392544"/>
            <a:ext cx="3553460" cy="160655"/>
          </a:xfrm>
          <a:prstGeom prst="rect">
            <a:avLst/>
          </a:prstGeom>
        </p:spPr>
        <p:txBody>
          <a:bodyPr vert="horz" lIns="0" tIns="0" rIns="0" bIns="0" rtlCol="false" anchor="t" anchorCtr="false"/>
          <a:lstStyle>
            <a:defPPr>
              <a:defRPr lang="en-US"/>
            </a:defPPr>
            <a:lvl1pPr marL="0" algn="r" defTabSz="914400" rtl="false" eaLnBrk="true" latinLnBrk="false" hangingPunct="true">
              <a:defRPr sz="600" b="true" kern="1200" cap="all" spc="150" baseline="0">
                <a:solidFill>
                  <a:srgbClr val="908D84"/>
                </a:solidFill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1pPr>
            <a:lvl2pPr marL="4572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/>
            <a:r>
              <a:rPr lang="zh-CN" altLang="en-US" sz="700" b="false" i="false" spc="0" noProof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</a:rPr>
              <a:t>版权所有</a:t>
            </a:r>
            <a:r>
              <a:rPr lang="en-US" altLang="zh-CN" sz="700" b="false" i="false" spc="0" noProof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</a:rPr>
              <a:t>© 2025 </a:t>
            </a:r>
            <a:r>
              <a:rPr lang="zh-CN" altLang="en-US" sz="700" b="false" i="false" spc="0" noProof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</a:rPr>
              <a:t>亚马逊广告。保留所有权利。</a:t>
            </a:r>
            <a:endParaRPr lang="en-US" sz="700" b="false" i="false" spc="0" noProof="false">
              <a:solidFill>
                <a:schemeClr val="tx1"/>
              </a:solidFill>
              <a:latin typeface="Noto Sans S Chinese Regular" panose="020B0500000000000000" pitchFamily="34" charset="-128"/>
              <a:ea typeface="Noto Sans S Chinese Regular" panose="020B0500000000000000" pitchFamily="34" charset="-128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p="http://schemas.openxmlformats.org/presentationml/2006/main">
  <p:cSld name="1_Half page content blocks 4">
    <p:bg>
      <p:bgPr>
        <a:solidFill>
          <a:schemeClr val="tx1"/>
        </a:solidFill>
        <a:effectLst/>
      </p:bgPr>
    </p:bg>
    <p:spTree>
      <p:nvGrpSpPr>
        <p:cNvPr id="12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6" name="Rectangle 5"/>
          <p:cNvSpPr/>
          <p:nvPr userDrawn="true"/>
        </p:nvSpPr>
        <p:spPr>
          <a:xfrm>
            <a:off x="6096000" y="3429000"/>
            <a:ext cx="6096000" cy="3429000"/>
          </a:xfrm>
          <a:prstGeom prst="rect">
            <a:avLst/>
          </a:prstGeom>
          <a:solidFill>
            <a:srgbClr val="FFE13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 lang="en-US" b="false" i="false" noProof="false">
              <a:latin typeface="Noto Sans S Chinese Regular" panose="020B0500000000000000" pitchFamily="34" charset="-128"/>
            </a:endParaRPr>
          </a:p>
        </p:txBody>
      </p:sp>
      <p:sp>
        <p:nvSpPr>
          <p:cNvPr id="1237" name="Rectangle 4"/>
          <p:cNvSpPr/>
          <p:nvPr userDrawn="true"/>
        </p:nvSpPr>
        <p:spPr>
          <a:xfrm>
            <a:off x="6096000" y="0"/>
            <a:ext cx="6096000" cy="3429000"/>
          </a:xfrm>
          <a:prstGeom prst="rect">
            <a:avLst/>
          </a:prstGeom>
          <a:solidFill>
            <a:srgbClr val="25CB5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 lang="en-US" b="false" i="false" noProof="false">
              <a:latin typeface="Noto Sans S Chinese Regular" panose="020B0500000000000000" pitchFamily="34" charset="-128"/>
            </a:endParaRPr>
          </a:p>
        </p:txBody>
      </p:sp>
      <p:sp>
        <p:nvSpPr>
          <p:cNvPr id="1238" name="Title 1"/>
          <p:cNvSpPr>
            <a:spLocks noGrp="true"/>
          </p:cNvSpPr>
          <p:nvPr>
            <p:ph type="title" hasCustomPrompt="true"/>
          </p:nvPr>
        </p:nvSpPr>
        <p:spPr>
          <a:xfrm>
            <a:off x="507365" y="1481559"/>
            <a:ext cx="5222875" cy="4178459"/>
          </a:xfrm>
        </p:spPr>
        <p:txBody>
          <a:bodyPr anchor="ctr" anchorCtr="false"/>
          <a:lstStyle>
            <a:lvl1pPr>
              <a:lnSpc>
                <a:spcPct val="90000"/>
              </a:lnSpc>
              <a:defRPr sz="8000">
                <a:solidFill>
                  <a:schemeClr val="bg1"/>
                </a:solidFill>
              </a:defRPr>
            </a:lvl1pPr>
          </a:lstStyle>
          <a:p>
            <a:pPr/>
            <a:r>
              <a:rPr lang="en-US" noProof="false" err="true"/>
              <a:t>请输入标题</a:t>
            </a:r>
            <a:br>
              <a:rPr lang="en-US" noProof="false"/>
            </a:br>
            <a:r>
              <a:rPr lang="en-US" altLang="zh-CN" noProof="false" err="true"/>
              <a:t>请输入标题</a:t>
            </a:r>
            <a:endParaRPr lang="en-US" noProof="false"/>
          </a:p>
        </p:txBody>
      </p:sp>
      <p:sp>
        <p:nvSpPr>
          <p:cNvPr id="1239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1240" name="Text Placeholder 13"/>
          <p:cNvSpPr>
            <a:spLocks noGrp="true"/>
          </p:cNvSpPr>
          <p:nvPr>
            <p:ph type="body" sz="quarter" idx="12" hasCustomPrompt="true"/>
          </p:nvPr>
        </p:nvSpPr>
        <p:spPr>
          <a:xfrm>
            <a:off x="6427037" y="1133982"/>
            <a:ext cx="888162" cy="1244601"/>
          </a:xfrm>
        </p:spPr>
        <p:txBody>
          <a:bodyPr/>
          <a:lstStyle>
            <a:lvl1pPr marL="0" indent="0">
              <a:buNone/>
              <a:defRPr lang="en-US" sz="9000" b="true" i="false" kern="1200" noProof="false" dirty="false">
                <a:solidFill>
                  <a:schemeClr val="tx1"/>
                </a:solidFill>
                <a:latin typeface="+mj-lt"/>
                <a:ea typeface="Noto Sans S Chinese Regular" panose="020B0500000000000000" pitchFamily="34" charset="-128"/>
                <a:cs typeface="+mn-cs"/>
              </a:defRPr>
            </a:lvl1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noProof="false"/>
              <a:t>1</a:t>
            </a:r>
            <a:endParaRPr lang="en-US" noProof="false"/>
          </a:p>
        </p:txBody>
      </p:sp>
      <p:sp>
        <p:nvSpPr>
          <p:cNvPr id="1241" name="Text Placeholder 13"/>
          <p:cNvSpPr>
            <a:spLocks noGrp="true"/>
          </p:cNvSpPr>
          <p:nvPr>
            <p:ph type="body" sz="quarter" idx="14" hasCustomPrompt="true"/>
          </p:nvPr>
        </p:nvSpPr>
        <p:spPr>
          <a:xfrm>
            <a:off x="6427037" y="4562982"/>
            <a:ext cx="888162" cy="1244601"/>
          </a:xfrm>
        </p:spPr>
        <p:txBody>
          <a:bodyPr/>
          <a:lstStyle>
            <a:lvl1pPr marL="0" indent="0">
              <a:buNone/>
              <a:defRPr lang="en-US" sz="9000" b="true" i="false" kern="1200" noProof="false" dirty="false">
                <a:solidFill>
                  <a:schemeClr val="tx1"/>
                </a:solidFill>
                <a:latin typeface="+mj-lt"/>
                <a:ea typeface="Noto Sans S Chinese Regular" panose="020B0500000000000000" pitchFamily="34" charset="-128"/>
                <a:cs typeface="+mn-cs"/>
              </a:defRPr>
            </a:lvl1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noProof="false"/>
              <a:t>2</a:t>
            </a:r>
            <a:endParaRPr lang="en-US" noProof="false"/>
          </a:p>
        </p:txBody>
      </p:sp>
      <p:sp>
        <p:nvSpPr>
          <p:cNvPr id="1242" name="Text Placeholder 8"/>
          <p:cNvSpPr>
            <a:spLocks noGrp="true"/>
          </p:cNvSpPr>
          <p:nvPr>
            <p:ph type="body" sz="quarter" idx="23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altLang="zh-CN" noProof="false" err="true"/>
              <a:t>来源</a:t>
            </a:r>
            <a:r>
              <a:rPr lang="zh-CN" altLang="en-US" noProof="false"/>
              <a:t>：</a:t>
            </a:r>
            <a:endParaRPr lang="en-US" altLang="zh-CN" noProof="false"/>
          </a:p>
        </p:txBody>
      </p:sp>
      <p:sp>
        <p:nvSpPr>
          <p:cNvPr id="1243" name="Text Placeholder 13"/>
          <p:cNvSpPr>
            <a:spLocks noGrp="true"/>
          </p:cNvSpPr>
          <p:nvPr>
            <p:ph type="body" sz="quarter" idx="13" hasCustomPrompt="true"/>
          </p:nvPr>
        </p:nvSpPr>
        <p:spPr>
          <a:xfrm>
            <a:off x="7509187" y="1098422"/>
            <a:ext cx="4175448" cy="628776"/>
          </a:xfrm>
        </p:spPr>
        <p:txBody>
          <a:bodyPr/>
          <a:lstStyle>
            <a:lvl1pPr marL="0" indent="0">
              <a:buNone/>
              <a:defRPr lang="en-US" altLang="zh-CN" sz="24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CN" noProof="false" err="true"/>
              <a:t>请输入小标题</a:t>
            </a:r>
            <a:endParaRPr lang="en-US" altLang="zh-CN" noProof="false"/>
          </a:p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CN" noProof="false" err="true"/>
              <a:t>请输入小标题</a:t>
            </a:r>
            <a:endParaRPr lang="en-US" altLang="zh-CN" noProof="false"/>
          </a:p>
        </p:txBody>
      </p:sp>
      <p:sp>
        <p:nvSpPr>
          <p:cNvPr id="1244" name="Text Placeholder 12"/>
          <p:cNvSpPr>
            <a:spLocks noGrp="true"/>
          </p:cNvSpPr>
          <p:nvPr>
            <p:ph type="body" sz="quarter" idx="42" hasCustomPrompt="true"/>
          </p:nvPr>
        </p:nvSpPr>
        <p:spPr>
          <a:xfrm>
            <a:off x="7509187" y="1899342"/>
            <a:ext cx="4175448" cy="759219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lang="en-US" sz="1200" b="false" i="false" kern="1200" cap="none" spc="0" baseline="0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lang="en-GB" sz="1200" kern="1200" dirty="fals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dirty="false" err="true"/>
              <a:t>请输入正文内容</a:t>
            </a:r>
            <a:endParaRPr lang="en-US" altLang="zh-CN" noProof="false" dirty="false"/>
          </a:p>
        </p:txBody>
      </p:sp>
      <p:sp>
        <p:nvSpPr>
          <p:cNvPr id="1245" name="Text Placeholder 13"/>
          <p:cNvSpPr>
            <a:spLocks noGrp="true"/>
          </p:cNvSpPr>
          <p:nvPr>
            <p:ph type="body" sz="quarter" idx="43" hasCustomPrompt="true"/>
          </p:nvPr>
        </p:nvSpPr>
        <p:spPr>
          <a:xfrm>
            <a:off x="7509187" y="4532502"/>
            <a:ext cx="4175448" cy="628776"/>
          </a:xfrm>
        </p:spPr>
        <p:txBody>
          <a:bodyPr/>
          <a:lstStyle>
            <a:lvl1pPr marL="0" indent="0">
              <a:buNone/>
              <a:defRPr lang="en-US" altLang="zh-CN" sz="24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CN" noProof="false" err="true"/>
              <a:t>请输入小标题</a:t>
            </a:r>
            <a:endParaRPr lang="en-US" altLang="zh-CN" noProof="false"/>
          </a:p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CN" noProof="false" err="true"/>
              <a:t>请输入小标题</a:t>
            </a:r>
            <a:endParaRPr lang="en-US" altLang="zh-CN" noProof="false"/>
          </a:p>
        </p:txBody>
      </p:sp>
      <p:sp>
        <p:nvSpPr>
          <p:cNvPr id="1246" name="Text Placeholder 12"/>
          <p:cNvSpPr>
            <a:spLocks noGrp="true"/>
          </p:cNvSpPr>
          <p:nvPr>
            <p:ph type="body" sz="quarter" idx="44" hasCustomPrompt="true"/>
          </p:nvPr>
        </p:nvSpPr>
        <p:spPr>
          <a:xfrm>
            <a:off x="7509187" y="5333422"/>
            <a:ext cx="4175448" cy="759219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lang="en-US" sz="1200" b="false" i="false" kern="1200" cap="none" spc="0" baseline="0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lang="en-GB" sz="1200" kern="1200" dirty="fals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请输入正文内容</a:t>
            </a:r>
            <a:endParaRPr lang="en-US" altLang="zh-CN" noProof="false"/>
          </a:p>
        </p:txBody>
      </p:sp>
      <p:sp>
        <p:nvSpPr>
          <p:cNvPr id="1247" name="Footer Placeholder 4"/>
          <p:cNvSpPr txBox="true"/>
          <p:nvPr userDrawn="true"/>
        </p:nvSpPr>
        <p:spPr>
          <a:xfrm>
            <a:off x="8131175" y="6392544"/>
            <a:ext cx="3553460" cy="160655"/>
          </a:xfrm>
          <a:prstGeom prst="rect">
            <a:avLst/>
          </a:prstGeom>
        </p:spPr>
        <p:txBody>
          <a:bodyPr vert="horz" lIns="0" tIns="0" rIns="0" bIns="0" rtlCol="false" anchor="t" anchorCtr="false"/>
          <a:lstStyle>
            <a:defPPr>
              <a:defRPr lang="en-US"/>
            </a:defPPr>
            <a:lvl1pPr marL="0" algn="r" defTabSz="914400" rtl="false" eaLnBrk="true" latinLnBrk="false" hangingPunct="true">
              <a:defRPr sz="600" b="true" kern="1200" cap="all" spc="150" baseline="0">
                <a:solidFill>
                  <a:srgbClr val="908D84"/>
                </a:solidFill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1pPr>
            <a:lvl2pPr marL="4572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/>
            <a:r>
              <a:rPr lang="zh-CN" altLang="en-US" sz="700" b="false" i="false" spc="0" noProof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</a:rPr>
              <a:t>版权所有</a:t>
            </a:r>
            <a:r>
              <a:rPr lang="en-US" altLang="zh-CN" sz="700" b="false" i="false" spc="0" noProof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</a:rPr>
              <a:t>© 2025 </a:t>
            </a:r>
            <a:r>
              <a:rPr lang="zh-CN" altLang="en-US" sz="700" b="false" i="false" spc="0" noProof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</a:rPr>
              <a:t>亚马逊广告。保留所有权利。</a:t>
            </a:r>
            <a:endParaRPr lang="en-US" sz="700" b="false" i="false" spc="0" noProof="false">
              <a:solidFill>
                <a:schemeClr val="tx1"/>
              </a:solidFill>
              <a:latin typeface="Noto Sans S Chinese Regular" panose="020B0500000000000000" pitchFamily="34" charset="-128"/>
              <a:ea typeface="Noto Sans S Chinese Regular" panose="020B0500000000000000" pitchFamily="34" charset="-128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p="http://schemas.openxmlformats.org/presentationml/2006/main">
  <p:cSld name="Half page content blocks 2">
    <p:spTree>
      <p:nvGrpSpPr>
        <p:cNvPr id="13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9" name="Title 1"/>
          <p:cNvSpPr>
            <a:spLocks noGrp="true"/>
          </p:cNvSpPr>
          <p:nvPr>
            <p:ph type="title" hasCustomPrompt="true"/>
          </p:nvPr>
        </p:nvSpPr>
        <p:spPr>
          <a:xfrm>
            <a:off x="507365" y="1481559"/>
            <a:ext cx="5222875" cy="4178459"/>
          </a:xfrm>
        </p:spPr>
        <p:txBody>
          <a:bodyPr anchor="ctr" anchorCtr="false"/>
          <a:lstStyle>
            <a:lvl1pPr>
              <a:lnSpc>
                <a:spcPct val="90000"/>
              </a:lnSpc>
              <a:defRPr sz="8000"/>
            </a:lvl1pPr>
          </a:lstStyle>
          <a:p>
            <a:pPr/>
            <a:r>
              <a:rPr lang="en-US" noProof="false" err="true"/>
              <a:t>请输入标题</a:t>
            </a:r>
            <a:br>
              <a:rPr lang="en-US" noProof="false"/>
            </a:br>
            <a:r>
              <a:rPr lang="en-US" altLang="zh-CN" noProof="false" err="true"/>
              <a:t>请输入标题</a:t>
            </a:r>
            <a:endParaRPr lang="en-US" noProof="false"/>
          </a:p>
        </p:txBody>
      </p:sp>
      <p:sp>
        <p:nvSpPr>
          <p:cNvPr id="1320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/>
          <a:lstStyle/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cxnSp>
        <p:nvCxnSpPr>
          <p:cNvPr id="1321" name="Straight Connector 7"/>
          <p:cNvCxnSpPr/>
          <p:nvPr userDrawn="true"/>
        </p:nvCxnSpPr>
        <p:spPr>
          <a:xfrm>
            <a:off x="6096000" y="0"/>
            <a:ext cx="0" cy="6858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2" name="Straight Connector 8"/>
          <p:cNvCxnSpPr/>
          <p:nvPr userDrawn="true"/>
        </p:nvCxnSpPr>
        <p:spPr>
          <a:xfrm flipH="true">
            <a:off x="6096000" y="2294682"/>
            <a:ext cx="6095407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3" name="Text Placeholder 13"/>
          <p:cNvSpPr>
            <a:spLocks noGrp="true"/>
          </p:cNvSpPr>
          <p:nvPr>
            <p:ph type="body" sz="quarter" idx="12" hasCustomPrompt="true"/>
          </p:nvPr>
        </p:nvSpPr>
        <p:spPr>
          <a:xfrm>
            <a:off x="6427037" y="563563"/>
            <a:ext cx="888162" cy="1244601"/>
          </a:xfrm>
        </p:spPr>
        <p:txBody>
          <a:bodyPr/>
          <a:lstStyle>
            <a:lvl1pPr marL="0" indent="0">
              <a:buNone/>
              <a:defRPr sz="9000" b="true" i="false">
                <a:solidFill>
                  <a:srgbClr val="F55600"/>
                </a:solidFill>
                <a:latin typeface="+mj-lt"/>
              </a:defRPr>
            </a:lvl1pPr>
          </a:lstStyle>
          <a:p>
            <a:pPr lvl="0"/>
            <a:r>
              <a:rPr lang="en-US" noProof="false"/>
              <a:t>1</a:t>
            </a:r>
            <a:endParaRPr lang="en-US" noProof="false"/>
          </a:p>
        </p:txBody>
      </p:sp>
      <p:sp>
        <p:nvSpPr>
          <p:cNvPr id="1324" name="Text Placeholder 13"/>
          <p:cNvSpPr>
            <a:spLocks noGrp="true"/>
          </p:cNvSpPr>
          <p:nvPr>
            <p:ph type="body" sz="quarter" idx="14" hasCustomPrompt="true"/>
          </p:nvPr>
        </p:nvSpPr>
        <p:spPr>
          <a:xfrm>
            <a:off x="6427037" y="5150105"/>
            <a:ext cx="888162" cy="1244601"/>
          </a:xfrm>
        </p:spPr>
        <p:txBody>
          <a:bodyPr/>
          <a:lstStyle>
            <a:lvl1pPr marL="0" indent="0">
              <a:buNone/>
              <a:defRPr lang="en-US" sz="9000" b="true" i="false" kern="1200" noProof="false" dirty="false">
                <a:solidFill>
                  <a:srgbClr val="F55600"/>
                </a:solidFill>
                <a:latin typeface="+mj-lt"/>
                <a:ea typeface="Noto Sans S Chinese Regular" panose="020B0500000000000000" pitchFamily="34" charset="-128"/>
                <a:cs typeface="+mn-cs"/>
              </a:defRPr>
            </a:lvl1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noProof="false"/>
              <a:t>3</a:t>
            </a:r>
            <a:endParaRPr lang="en-US" noProof="false"/>
          </a:p>
        </p:txBody>
      </p:sp>
      <p:sp>
        <p:nvSpPr>
          <p:cNvPr id="1325" name="Text Placeholder 13"/>
          <p:cNvSpPr>
            <a:spLocks noGrp="true"/>
          </p:cNvSpPr>
          <p:nvPr>
            <p:ph type="body" sz="quarter" idx="16" hasCustomPrompt="true"/>
          </p:nvPr>
        </p:nvSpPr>
        <p:spPr>
          <a:xfrm>
            <a:off x="6427037" y="2873669"/>
            <a:ext cx="888162" cy="1244601"/>
          </a:xfrm>
        </p:spPr>
        <p:txBody>
          <a:bodyPr/>
          <a:lstStyle>
            <a:lvl1pPr marL="0" indent="0">
              <a:buNone/>
              <a:defRPr lang="en-US" sz="9000" b="true" i="false" kern="1200" noProof="false" dirty="false">
                <a:solidFill>
                  <a:srgbClr val="F55600"/>
                </a:solidFill>
                <a:latin typeface="+mj-lt"/>
                <a:ea typeface="Noto Sans S Chinese Regular" panose="020B0500000000000000" pitchFamily="34" charset="-128"/>
                <a:cs typeface="+mn-cs"/>
              </a:defRPr>
            </a:lvl1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noProof="false"/>
              <a:t>2</a:t>
            </a:r>
            <a:endParaRPr lang="en-US" noProof="false"/>
          </a:p>
        </p:txBody>
      </p:sp>
      <p:cxnSp>
        <p:nvCxnSpPr>
          <p:cNvPr id="1326" name="Straight Connector 6"/>
          <p:cNvCxnSpPr/>
          <p:nvPr userDrawn="true"/>
        </p:nvCxnSpPr>
        <p:spPr>
          <a:xfrm flipH="true">
            <a:off x="6096000" y="4586469"/>
            <a:ext cx="6095407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7" name="Text Placeholder 8"/>
          <p:cNvSpPr>
            <a:spLocks noGrp="true"/>
          </p:cNvSpPr>
          <p:nvPr>
            <p:ph type="body" sz="quarter" idx="23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altLang="zh-CN" noProof="false" err="true"/>
              <a:t>来源</a:t>
            </a:r>
            <a:r>
              <a:rPr lang="zh-CN" altLang="en-US" noProof="false"/>
              <a:t>：</a:t>
            </a:r>
            <a:endParaRPr lang="en-US" altLang="zh-CN" noProof="false"/>
          </a:p>
        </p:txBody>
      </p:sp>
      <p:sp>
        <p:nvSpPr>
          <p:cNvPr id="1328" name="Text Placeholder 13"/>
          <p:cNvSpPr>
            <a:spLocks noGrp="true"/>
          </p:cNvSpPr>
          <p:nvPr>
            <p:ph type="body" sz="quarter" idx="24" hasCustomPrompt="true"/>
          </p:nvPr>
        </p:nvSpPr>
        <p:spPr>
          <a:xfrm>
            <a:off x="7509187" y="681037"/>
            <a:ext cx="4175448" cy="323562"/>
          </a:xfrm>
        </p:spPr>
        <p:txBody>
          <a:bodyPr/>
          <a:lstStyle>
            <a:lvl1pPr marL="0" indent="0">
              <a:buNone/>
              <a:defRPr sz="2400" b="true" i="false" spc="-50" baseline="0">
                <a:latin typeface="Noto Sans S Chinese Bold" panose="020B0500000000000000" pitchFamily="34" charset="-128"/>
                <a:ea typeface="Noto Sans S Chinese Bold" panose="020B0500000000000000" pitchFamily="34" charset="-128"/>
              </a:defRPr>
            </a:lvl1pPr>
          </a:lstStyle>
          <a:p>
            <a:pPr lvl="0"/>
            <a:r>
              <a:rPr lang="en-US" noProof="false" err="true"/>
              <a:t>请输入小标题</a:t>
            </a:r>
            <a:endParaRPr lang="en-US" noProof="false"/>
          </a:p>
        </p:txBody>
      </p:sp>
      <p:sp>
        <p:nvSpPr>
          <p:cNvPr id="1329" name="Text Placeholder 12"/>
          <p:cNvSpPr>
            <a:spLocks noGrp="true"/>
          </p:cNvSpPr>
          <p:nvPr>
            <p:ph type="body" sz="quarter" idx="42" hasCustomPrompt="true"/>
          </p:nvPr>
        </p:nvSpPr>
        <p:spPr>
          <a:xfrm>
            <a:off x="7509187" y="1101037"/>
            <a:ext cx="4175448" cy="759219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lang="en-US" sz="1200" b="false" i="false" kern="1200" cap="none" spc="0" baseline="0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lang="en-GB" sz="1200" kern="1200" dirty="fals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请输入正文内容</a:t>
            </a:r>
            <a:endParaRPr lang="en-US" altLang="zh-CN" noProof="false"/>
          </a:p>
        </p:txBody>
      </p:sp>
      <p:sp>
        <p:nvSpPr>
          <p:cNvPr id="1330" name="Text Placeholder 13"/>
          <p:cNvSpPr>
            <a:spLocks noGrp="true"/>
          </p:cNvSpPr>
          <p:nvPr>
            <p:ph type="body" sz="quarter" idx="43" hasCustomPrompt="true"/>
          </p:nvPr>
        </p:nvSpPr>
        <p:spPr>
          <a:xfrm>
            <a:off x="7509187" y="2991143"/>
            <a:ext cx="4175448" cy="323562"/>
          </a:xfrm>
        </p:spPr>
        <p:txBody>
          <a:bodyPr/>
          <a:lstStyle>
            <a:lvl1pPr marL="0" indent="0">
              <a:buNone/>
              <a:defRPr lang="en-US" altLang="zh-CN" sz="24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请输入小标题</a:t>
            </a:r>
            <a:endParaRPr lang="en-US" altLang="zh-CN" noProof="false"/>
          </a:p>
        </p:txBody>
      </p:sp>
      <p:sp>
        <p:nvSpPr>
          <p:cNvPr id="1331" name="Text Placeholder 12"/>
          <p:cNvSpPr>
            <a:spLocks noGrp="true"/>
          </p:cNvSpPr>
          <p:nvPr>
            <p:ph type="body" sz="quarter" idx="44" hasCustomPrompt="true"/>
          </p:nvPr>
        </p:nvSpPr>
        <p:spPr>
          <a:xfrm>
            <a:off x="7509187" y="3411143"/>
            <a:ext cx="4175448" cy="759219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lang="en-US" altLang="zh-CN" sz="1200" b="false" i="false" kern="1200" cap="none" spc="0" baseline="0" noProof="false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lang="en-GB" sz="1200" kern="1200" dirty="fals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请输入正文内容</a:t>
            </a:r>
            <a:endParaRPr lang="en-US" altLang="zh-CN" noProof="false"/>
          </a:p>
        </p:txBody>
      </p:sp>
      <p:sp>
        <p:nvSpPr>
          <p:cNvPr id="1332" name="Text Placeholder 13"/>
          <p:cNvSpPr>
            <a:spLocks noGrp="true"/>
          </p:cNvSpPr>
          <p:nvPr>
            <p:ph type="body" sz="quarter" idx="45" hasCustomPrompt="true"/>
          </p:nvPr>
        </p:nvSpPr>
        <p:spPr>
          <a:xfrm>
            <a:off x="7509187" y="5265418"/>
            <a:ext cx="4175448" cy="323562"/>
          </a:xfrm>
        </p:spPr>
        <p:txBody>
          <a:bodyPr/>
          <a:lstStyle>
            <a:lvl1pPr marL="0" indent="0">
              <a:buNone/>
              <a:defRPr lang="en-US" altLang="zh-CN" sz="24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请输入小标题</a:t>
            </a:r>
            <a:endParaRPr lang="en-US" altLang="zh-CN" noProof="false"/>
          </a:p>
        </p:txBody>
      </p:sp>
      <p:sp>
        <p:nvSpPr>
          <p:cNvPr id="1333" name="Text Placeholder 12"/>
          <p:cNvSpPr>
            <a:spLocks noGrp="true"/>
          </p:cNvSpPr>
          <p:nvPr>
            <p:ph type="body" sz="quarter" idx="46" hasCustomPrompt="true"/>
          </p:nvPr>
        </p:nvSpPr>
        <p:spPr>
          <a:xfrm>
            <a:off x="7509187" y="5685418"/>
            <a:ext cx="4175448" cy="759219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lang="en-US" sz="1200" b="false" i="false" kern="1200" cap="none" spc="0" baseline="0" noProof="false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lang="en-GB" sz="1200" kern="1200" dirty="fals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dirty="false" err="true"/>
              <a:t>请输入正文内容</a:t>
            </a:r>
            <a:endParaRPr lang="en-US" altLang="zh-CN" noProof="false" dirty="false"/>
          </a:p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noProof="false" dirty="false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p="http://schemas.openxmlformats.org/presentationml/2006/main">
  <p:cSld name="1_Half page content blocks 2">
    <p:bg>
      <p:bgPr>
        <a:solidFill>
          <a:schemeClr val="tx1"/>
        </a:solidFill>
        <a:effectLst/>
      </p:bgPr>
    </p:bg>
    <p:spTree>
      <p:nvGrpSpPr>
        <p:cNvPr id="140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6" name="Title 1"/>
          <p:cNvSpPr>
            <a:spLocks noGrp="true"/>
          </p:cNvSpPr>
          <p:nvPr>
            <p:ph type="title" hasCustomPrompt="true"/>
          </p:nvPr>
        </p:nvSpPr>
        <p:spPr>
          <a:xfrm>
            <a:off x="507365" y="1481559"/>
            <a:ext cx="5222875" cy="4178459"/>
          </a:xfrm>
        </p:spPr>
        <p:txBody>
          <a:bodyPr anchor="ctr" anchorCtr="false"/>
          <a:lstStyle>
            <a:lvl1pPr algn="l" defTabSz="914400" rtl="false" eaLnBrk="true" latinLnBrk="false" hangingPunct="true">
              <a:lnSpc>
                <a:spcPct val="90000"/>
              </a:lnSpc>
              <a:spcBef>
                <a:spcPct val="1"/>
              </a:spcBef>
              <a:buNone/>
              <a:defRPr lang="en-US" sz="8000" b="true" i="false" kern="1200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j-cs"/>
              </a:defRPr>
            </a:lvl1pPr>
          </a:lstStyle>
          <a:p>
            <a:pPr/>
            <a:r>
              <a:rPr lang="en-US" altLang="zh-CN" noProof="false" err="true"/>
              <a:t>请输入标题</a:t>
            </a:r>
            <a:br>
              <a:rPr lang="en-US" altLang="zh-CN" noProof="false"/>
            </a:br>
            <a:r>
              <a:rPr lang="en-US" altLang="zh-CN" noProof="false" err="true"/>
              <a:t>请输入标题</a:t>
            </a:r>
            <a:endParaRPr lang="en-US" noProof="false"/>
          </a:p>
        </p:txBody>
      </p:sp>
      <p:sp>
        <p:nvSpPr>
          <p:cNvPr id="1407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cxnSp>
        <p:nvCxnSpPr>
          <p:cNvPr id="1408" name="Straight Connector 7"/>
          <p:cNvCxnSpPr/>
          <p:nvPr userDrawn="true"/>
        </p:nvCxnSpPr>
        <p:spPr>
          <a:xfrm>
            <a:off x="6096000" y="0"/>
            <a:ext cx="0" cy="68580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9" name="Straight Connector 8"/>
          <p:cNvCxnSpPr/>
          <p:nvPr userDrawn="true"/>
        </p:nvCxnSpPr>
        <p:spPr>
          <a:xfrm flipH="true">
            <a:off x="6096000" y="2294682"/>
            <a:ext cx="6095407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10" name="Text Placeholder 13"/>
          <p:cNvSpPr>
            <a:spLocks noGrp="true"/>
          </p:cNvSpPr>
          <p:nvPr>
            <p:ph type="body" sz="quarter" idx="12" hasCustomPrompt="true"/>
          </p:nvPr>
        </p:nvSpPr>
        <p:spPr>
          <a:xfrm>
            <a:off x="6427037" y="563563"/>
            <a:ext cx="888162" cy="1244601"/>
          </a:xfrm>
        </p:spPr>
        <p:txBody>
          <a:bodyPr/>
          <a:lstStyle>
            <a:lvl1pPr marL="0" indent="0">
              <a:buNone/>
              <a:defRPr lang="en-US" sz="9000" b="true" i="false" kern="1200" noProof="false" dirty="false">
                <a:solidFill>
                  <a:srgbClr val="F55600"/>
                </a:solidFill>
                <a:latin typeface="+mj-lt"/>
                <a:ea typeface="Noto Sans S Chinese Regular" panose="020B0500000000000000" pitchFamily="34" charset="-128"/>
                <a:cs typeface="+mn-cs"/>
              </a:defRPr>
            </a:lvl1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noProof="false"/>
              <a:t>1</a:t>
            </a:r>
            <a:endParaRPr lang="en-US" noProof="false"/>
          </a:p>
        </p:txBody>
      </p:sp>
      <p:sp>
        <p:nvSpPr>
          <p:cNvPr id="1411" name="Text Placeholder 13"/>
          <p:cNvSpPr>
            <a:spLocks noGrp="true"/>
          </p:cNvSpPr>
          <p:nvPr>
            <p:ph type="body" sz="quarter" idx="14" hasCustomPrompt="true"/>
          </p:nvPr>
        </p:nvSpPr>
        <p:spPr>
          <a:xfrm>
            <a:off x="6427037" y="5150105"/>
            <a:ext cx="888162" cy="1244601"/>
          </a:xfrm>
        </p:spPr>
        <p:txBody>
          <a:bodyPr/>
          <a:lstStyle>
            <a:lvl1pPr marL="0" indent="0">
              <a:buNone/>
              <a:defRPr lang="en-US" sz="9000" b="true" i="false" kern="1200" noProof="false" dirty="false">
                <a:solidFill>
                  <a:srgbClr val="F55600"/>
                </a:solidFill>
                <a:latin typeface="+mj-lt"/>
                <a:ea typeface="Noto Sans S Chinese Regular" panose="020B0500000000000000" pitchFamily="34" charset="-128"/>
                <a:cs typeface="+mn-cs"/>
              </a:defRPr>
            </a:lvl1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noProof="false"/>
              <a:t>3</a:t>
            </a:r>
            <a:endParaRPr lang="en-US" noProof="false"/>
          </a:p>
        </p:txBody>
      </p:sp>
      <p:sp>
        <p:nvSpPr>
          <p:cNvPr id="1412" name="Text Placeholder 13"/>
          <p:cNvSpPr>
            <a:spLocks noGrp="true"/>
          </p:cNvSpPr>
          <p:nvPr>
            <p:ph type="body" sz="quarter" idx="16" hasCustomPrompt="true"/>
          </p:nvPr>
        </p:nvSpPr>
        <p:spPr>
          <a:xfrm>
            <a:off x="6427037" y="2873669"/>
            <a:ext cx="888162" cy="1244601"/>
          </a:xfrm>
        </p:spPr>
        <p:txBody>
          <a:bodyPr/>
          <a:lstStyle>
            <a:lvl1pPr marL="0" indent="0">
              <a:buNone/>
              <a:defRPr lang="en-US" sz="9000" b="true" i="false" kern="1200" noProof="false" dirty="false">
                <a:solidFill>
                  <a:srgbClr val="F55600"/>
                </a:solidFill>
                <a:latin typeface="+mj-lt"/>
                <a:ea typeface="Noto Sans S Chinese Regular" panose="020B0500000000000000" pitchFamily="34" charset="-128"/>
                <a:cs typeface="+mn-cs"/>
              </a:defRPr>
            </a:lvl1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noProof="false"/>
              <a:t>2</a:t>
            </a:r>
            <a:endParaRPr lang="en-US" noProof="false"/>
          </a:p>
        </p:txBody>
      </p:sp>
      <p:cxnSp>
        <p:nvCxnSpPr>
          <p:cNvPr id="1413" name="Straight Connector 6"/>
          <p:cNvCxnSpPr/>
          <p:nvPr userDrawn="true"/>
        </p:nvCxnSpPr>
        <p:spPr>
          <a:xfrm flipH="true">
            <a:off x="6096000" y="4586469"/>
            <a:ext cx="6095407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14" name="Text Placeholder 8"/>
          <p:cNvSpPr>
            <a:spLocks noGrp="true"/>
          </p:cNvSpPr>
          <p:nvPr>
            <p:ph type="body" sz="quarter" idx="23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altLang="zh-CN" noProof="false" err="true"/>
              <a:t>来源</a:t>
            </a:r>
            <a:r>
              <a:rPr lang="zh-CN" altLang="en-US" noProof="false"/>
              <a:t>：</a:t>
            </a:r>
            <a:endParaRPr lang="en-US" altLang="zh-CN" noProof="false"/>
          </a:p>
        </p:txBody>
      </p:sp>
      <p:sp>
        <p:nvSpPr>
          <p:cNvPr id="1415" name="Text Placeholder 13"/>
          <p:cNvSpPr>
            <a:spLocks noGrp="true"/>
          </p:cNvSpPr>
          <p:nvPr>
            <p:ph type="body" sz="quarter" idx="24" hasCustomPrompt="true"/>
          </p:nvPr>
        </p:nvSpPr>
        <p:spPr>
          <a:xfrm>
            <a:off x="7509187" y="681037"/>
            <a:ext cx="4175448" cy="323562"/>
          </a:xfrm>
        </p:spPr>
        <p:txBody>
          <a:bodyPr/>
          <a:lstStyle>
            <a:lvl1pPr marL="0" indent="0">
              <a:buNone/>
              <a:defRPr sz="2400" b="true" i="false" spc="-50" baseline="0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</a:defRPr>
            </a:lvl1pPr>
          </a:lstStyle>
          <a:p>
            <a:pPr lvl="0"/>
            <a:r>
              <a:rPr lang="en-US" noProof="false" err="true"/>
              <a:t>请输入小标题</a:t>
            </a:r>
            <a:endParaRPr lang="en-US" noProof="false"/>
          </a:p>
        </p:txBody>
      </p:sp>
      <p:sp>
        <p:nvSpPr>
          <p:cNvPr id="1416" name="Text Placeholder 12"/>
          <p:cNvSpPr>
            <a:spLocks noGrp="true"/>
          </p:cNvSpPr>
          <p:nvPr>
            <p:ph type="body" sz="quarter" idx="42" hasCustomPrompt="true"/>
          </p:nvPr>
        </p:nvSpPr>
        <p:spPr>
          <a:xfrm>
            <a:off x="7509187" y="1112445"/>
            <a:ext cx="4175448" cy="759219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lang="en-US" sz="1200" b="false" i="false" kern="1200" cap="none" spc="0" baseline="0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lang="en-GB" sz="1200" kern="1200" dirty="fals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请输入正文内容</a:t>
            </a:r>
            <a:endParaRPr lang="en-US" altLang="zh-CN" noProof="false"/>
          </a:p>
        </p:txBody>
      </p:sp>
      <p:sp>
        <p:nvSpPr>
          <p:cNvPr id="1417" name="Text Placeholder 13"/>
          <p:cNvSpPr>
            <a:spLocks noGrp="true"/>
          </p:cNvSpPr>
          <p:nvPr>
            <p:ph type="body" sz="quarter" idx="43" hasCustomPrompt="true"/>
          </p:nvPr>
        </p:nvSpPr>
        <p:spPr>
          <a:xfrm>
            <a:off x="7509187" y="2991143"/>
            <a:ext cx="4175448" cy="323562"/>
          </a:xfrm>
        </p:spPr>
        <p:txBody>
          <a:bodyPr/>
          <a:lstStyle>
            <a:lvl1pPr marL="0" indent="0">
              <a:buNone/>
              <a:defRPr lang="en-US" altLang="zh-CN" sz="2400" b="true" i="false" kern="1200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请输入小标题</a:t>
            </a:r>
            <a:endParaRPr lang="en-US" altLang="zh-CN" noProof="false"/>
          </a:p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endParaRPr lang="en-US" noProof="false"/>
          </a:p>
        </p:txBody>
      </p:sp>
      <p:sp>
        <p:nvSpPr>
          <p:cNvPr id="1418" name="Text Placeholder 12"/>
          <p:cNvSpPr>
            <a:spLocks noGrp="true"/>
          </p:cNvSpPr>
          <p:nvPr>
            <p:ph type="body" sz="quarter" idx="44" hasCustomPrompt="true"/>
          </p:nvPr>
        </p:nvSpPr>
        <p:spPr>
          <a:xfrm>
            <a:off x="7509187" y="3422551"/>
            <a:ext cx="4175448" cy="759219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lang="en-US" sz="1200" b="false" i="false" kern="1200" cap="none" spc="0" baseline="0" noProof="false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lang="en-GB" sz="1200" kern="1200" dirty="fals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请输入正文内容</a:t>
            </a:r>
            <a:endParaRPr lang="en-US" altLang="zh-CN" noProof="false"/>
          </a:p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noProof="false"/>
          </a:p>
        </p:txBody>
      </p:sp>
      <p:sp>
        <p:nvSpPr>
          <p:cNvPr id="1419" name="Text Placeholder 13"/>
          <p:cNvSpPr>
            <a:spLocks noGrp="true"/>
          </p:cNvSpPr>
          <p:nvPr>
            <p:ph type="body" sz="quarter" idx="45" hasCustomPrompt="true"/>
          </p:nvPr>
        </p:nvSpPr>
        <p:spPr>
          <a:xfrm>
            <a:off x="7509187" y="5265418"/>
            <a:ext cx="4175448" cy="323562"/>
          </a:xfrm>
        </p:spPr>
        <p:txBody>
          <a:bodyPr/>
          <a:lstStyle>
            <a:lvl1pPr marL="0" indent="0">
              <a:buNone/>
              <a:defRPr lang="en-US" altLang="zh-CN" sz="2400" b="true" i="false" kern="1200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请输入小标题</a:t>
            </a:r>
            <a:endParaRPr lang="en-US" altLang="zh-CN" noProof="false"/>
          </a:p>
        </p:txBody>
      </p:sp>
      <p:sp>
        <p:nvSpPr>
          <p:cNvPr id="1420" name="Text Placeholder 12"/>
          <p:cNvSpPr>
            <a:spLocks noGrp="true"/>
          </p:cNvSpPr>
          <p:nvPr>
            <p:ph type="body" sz="quarter" idx="46" hasCustomPrompt="true"/>
          </p:nvPr>
        </p:nvSpPr>
        <p:spPr>
          <a:xfrm>
            <a:off x="7509187" y="5696826"/>
            <a:ext cx="4175448" cy="759219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lang="en-US" sz="1200" b="true" i="false" kern="1200" cap="none" spc="0" baseline="0" noProof="false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lang="en-GB" sz="1200" kern="1200" dirty="fals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请输入正文内容</a:t>
            </a:r>
            <a:endParaRPr lang="en-US" altLang="zh-CN" noProof="false"/>
          </a:p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noProof="false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p="http://schemas.openxmlformats.org/presentationml/2006/main">
  <p:cSld name="Half page content blocks 5">
    <p:spTree>
      <p:nvGrpSpPr>
        <p:cNvPr id="15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8" name="Rectangle 10"/>
          <p:cNvSpPr/>
          <p:nvPr userDrawn="true"/>
        </p:nvSpPr>
        <p:spPr>
          <a:xfrm>
            <a:off x="6096000" y="2278573"/>
            <a:ext cx="6096000" cy="2310034"/>
          </a:xfrm>
          <a:prstGeom prst="rect">
            <a:avLst/>
          </a:prstGeom>
          <a:solidFill>
            <a:srgbClr val="2EE5B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 lang="en-US" b="false" i="false" noProof="false" dirty="false">
              <a:latin typeface="Noto Sans S Chinese Regular" panose="020B0500000000000000" pitchFamily="34" charset="-128"/>
            </a:endParaRPr>
          </a:p>
        </p:txBody>
      </p:sp>
      <p:sp>
        <p:nvSpPr>
          <p:cNvPr id="1549" name="Rectangle 11"/>
          <p:cNvSpPr/>
          <p:nvPr userDrawn="true"/>
        </p:nvSpPr>
        <p:spPr>
          <a:xfrm>
            <a:off x="6096000" y="4560349"/>
            <a:ext cx="6096000" cy="2310034"/>
          </a:xfrm>
          <a:prstGeom prst="rect">
            <a:avLst/>
          </a:prstGeom>
          <a:solidFill>
            <a:srgbClr val="9178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 lang="en-US" b="false" i="false" noProof="false">
              <a:latin typeface="Noto Sans S Chinese Regular" panose="020B0500000000000000" pitchFamily="34" charset="-128"/>
            </a:endParaRPr>
          </a:p>
        </p:txBody>
      </p:sp>
      <p:sp>
        <p:nvSpPr>
          <p:cNvPr id="1550" name="Rectangle 9"/>
          <p:cNvSpPr/>
          <p:nvPr userDrawn="true"/>
        </p:nvSpPr>
        <p:spPr>
          <a:xfrm>
            <a:off x="6096000" y="0"/>
            <a:ext cx="6096000" cy="2310034"/>
          </a:xfrm>
          <a:prstGeom prst="rect">
            <a:avLst/>
          </a:prstGeom>
          <a:solidFill>
            <a:srgbClr val="F986E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 lang="en-US" b="false" i="false" noProof="false" dirty="false">
              <a:latin typeface="Noto Sans S Chinese Regular" panose="020B0500000000000000" pitchFamily="34" charset="-128"/>
            </a:endParaRPr>
          </a:p>
        </p:txBody>
      </p:sp>
      <p:sp>
        <p:nvSpPr>
          <p:cNvPr id="1551" name="Title 1"/>
          <p:cNvSpPr>
            <a:spLocks noGrp="true"/>
          </p:cNvSpPr>
          <p:nvPr>
            <p:ph type="title" hasCustomPrompt="true"/>
          </p:nvPr>
        </p:nvSpPr>
        <p:spPr>
          <a:xfrm>
            <a:off x="507365" y="1481559"/>
            <a:ext cx="5222875" cy="4178459"/>
          </a:xfrm>
        </p:spPr>
        <p:txBody>
          <a:bodyPr anchor="ctr" anchorCtr="false"/>
          <a:lstStyle>
            <a:lvl1pPr algn="l" defTabSz="914400" rtl="false" eaLnBrk="true" latinLnBrk="false" hangingPunct="true">
              <a:lnSpc>
                <a:spcPct val="90000"/>
              </a:lnSpc>
              <a:spcBef>
                <a:spcPct val="1"/>
              </a:spcBef>
              <a:buNone/>
              <a:defRPr lang="en-US" sz="80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j-cs"/>
              </a:defRPr>
            </a:lvl1pPr>
          </a:lstStyle>
          <a:p>
            <a:pPr/>
            <a:r>
              <a:rPr lang="en-US" altLang="zh-CN" noProof="false" err="true"/>
              <a:t>请输入标题</a:t>
            </a:r>
            <a:br>
              <a:rPr lang="en-US" altLang="zh-CN" noProof="false"/>
            </a:br>
            <a:r>
              <a:rPr lang="en-US" altLang="zh-CN" noProof="false" err="true"/>
              <a:t>请输入标题</a:t>
            </a:r>
            <a:endParaRPr lang="en-US" noProof="false"/>
          </a:p>
        </p:txBody>
      </p:sp>
      <p:sp>
        <p:nvSpPr>
          <p:cNvPr id="1552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/>
          <a:lstStyle/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1553" name="Text Placeholder 13"/>
          <p:cNvSpPr>
            <a:spLocks noGrp="true"/>
          </p:cNvSpPr>
          <p:nvPr>
            <p:ph type="body" sz="quarter" idx="12" hasCustomPrompt="true"/>
          </p:nvPr>
        </p:nvSpPr>
        <p:spPr>
          <a:xfrm>
            <a:off x="6427037" y="563563"/>
            <a:ext cx="888162" cy="1244601"/>
          </a:xfrm>
        </p:spPr>
        <p:txBody>
          <a:bodyPr/>
          <a:lstStyle>
            <a:lvl1pPr marL="0" indent="0">
              <a:buNone/>
              <a:defRPr sz="9000" b="true" i="false">
                <a:latin typeface="+mj-lt"/>
                <a:ea typeface="Noto Sans S Chinese Bold" panose="020B0500000000000000" pitchFamily="34" charset="-128"/>
              </a:defRPr>
            </a:lvl1pPr>
          </a:lstStyle>
          <a:p>
            <a:pPr lvl="0"/>
            <a:r>
              <a:rPr lang="en-US" noProof="false"/>
              <a:t>1</a:t>
            </a:r>
            <a:endParaRPr lang="en-US" noProof="false"/>
          </a:p>
        </p:txBody>
      </p:sp>
      <p:sp>
        <p:nvSpPr>
          <p:cNvPr id="1554" name="Text Placeholder 13"/>
          <p:cNvSpPr>
            <a:spLocks noGrp="true"/>
          </p:cNvSpPr>
          <p:nvPr>
            <p:ph type="body" sz="quarter" idx="14" hasCustomPrompt="true"/>
          </p:nvPr>
        </p:nvSpPr>
        <p:spPr>
          <a:xfrm>
            <a:off x="6427037" y="5150105"/>
            <a:ext cx="888162" cy="1244601"/>
          </a:xfrm>
        </p:spPr>
        <p:txBody>
          <a:bodyPr/>
          <a:lstStyle>
            <a:lvl1pPr marL="0" indent="0">
              <a:buNone/>
              <a:defRPr lang="en-US" sz="9000" b="true" i="false" kern="1200" noProof="false" dirty="false">
                <a:solidFill>
                  <a:schemeClr val="tx1"/>
                </a:solidFill>
                <a:latin typeface="+mj-lt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noProof="false"/>
              <a:t>3</a:t>
            </a:r>
            <a:endParaRPr lang="en-US" noProof="false"/>
          </a:p>
        </p:txBody>
      </p:sp>
      <p:sp>
        <p:nvSpPr>
          <p:cNvPr id="1555" name="Text Placeholder 13"/>
          <p:cNvSpPr>
            <a:spLocks noGrp="true"/>
          </p:cNvSpPr>
          <p:nvPr>
            <p:ph type="body" sz="quarter" idx="16" hasCustomPrompt="true"/>
          </p:nvPr>
        </p:nvSpPr>
        <p:spPr>
          <a:xfrm>
            <a:off x="6427037" y="2873669"/>
            <a:ext cx="888162" cy="1244601"/>
          </a:xfrm>
        </p:spPr>
        <p:txBody>
          <a:bodyPr/>
          <a:lstStyle>
            <a:lvl1pPr marL="0" indent="0">
              <a:buNone/>
              <a:defRPr lang="en-US" sz="9000" b="true" i="false" kern="1200" noProof="false" dirty="false">
                <a:solidFill>
                  <a:schemeClr val="tx1"/>
                </a:solidFill>
                <a:latin typeface="+mj-lt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noProof="false"/>
              <a:t>2</a:t>
            </a:r>
            <a:endParaRPr lang="en-US" noProof="false"/>
          </a:p>
        </p:txBody>
      </p:sp>
      <p:sp>
        <p:nvSpPr>
          <p:cNvPr id="1556" name="Text Placeholder 8"/>
          <p:cNvSpPr>
            <a:spLocks noGrp="true"/>
          </p:cNvSpPr>
          <p:nvPr>
            <p:ph type="body" sz="quarter" idx="23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altLang="zh-CN" noProof="false" err="true"/>
              <a:t>来源</a:t>
            </a:r>
            <a:r>
              <a:rPr lang="zh-CN" altLang="en-US" noProof="false"/>
              <a:t>：</a:t>
            </a:r>
            <a:endParaRPr lang="en-US" altLang="zh-CN" noProof="false"/>
          </a:p>
        </p:txBody>
      </p:sp>
      <p:sp>
        <p:nvSpPr>
          <p:cNvPr id="1557" name="Text Placeholder 13"/>
          <p:cNvSpPr>
            <a:spLocks noGrp="true"/>
          </p:cNvSpPr>
          <p:nvPr>
            <p:ph type="body" sz="quarter" idx="24" hasCustomPrompt="true"/>
          </p:nvPr>
        </p:nvSpPr>
        <p:spPr>
          <a:xfrm>
            <a:off x="7509187" y="681037"/>
            <a:ext cx="4175448" cy="323562"/>
          </a:xfrm>
        </p:spPr>
        <p:txBody>
          <a:bodyPr/>
          <a:lstStyle>
            <a:lvl1pPr marL="0" indent="0">
              <a:buNone/>
              <a:defRPr lang="en-US" altLang="zh-CN" sz="2400" b="true" i="false" kern="1200" spc="-50" baseline="0" noProof="false" dirty="false" smtClean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lvl="0"/>
            <a:r>
              <a:rPr lang="en-US" altLang="zh-CN" noProof="false" err="true"/>
              <a:t>请输入小标题</a:t>
            </a:r>
            <a:endParaRPr lang="en-US" altLang="zh-CN" noProof="false"/>
          </a:p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endParaRPr lang="en-US" noProof="false"/>
          </a:p>
        </p:txBody>
      </p:sp>
      <p:sp>
        <p:nvSpPr>
          <p:cNvPr id="1558" name="Text Placeholder 12"/>
          <p:cNvSpPr>
            <a:spLocks noGrp="true"/>
          </p:cNvSpPr>
          <p:nvPr>
            <p:ph type="body" sz="quarter" idx="42" hasCustomPrompt="true"/>
          </p:nvPr>
        </p:nvSpPr>
        <p:spPr>
          <a:xfrm>
            <a:off x="7509187" y="1112445"/>
            <a:ext cx="4175448" cy="759219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lang="en-US" sz="1200" b="false" i="false" kern="1200" cap="none" spc="0" baseline="0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lang="en-GB" sz="1200" kern="1200" dirty="fals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请输入正文内容</a:t>
            </a:r>
            <a:endParaRPr lang="en-US" altLang="zh-CN" noProof="false"/>
          </a:p>
        </p:txBody>
      </p:sp>
      <p:sp>
        <p:nvSpPr>
          <p:cNvPr id="1559" name="Text Placeholder 13"/>
          <p:cNvSpPr>
            <a:spLocks noGrp="true"/>
          </p:cNvSpPr>
          <p:nvPr>
            <p:ph type="body" sz="quarter" idx="43" hasCustomPrompt="true"/>
          </p:nvPr>
        </p:nvSpPr>
        <p:spPr>
          <a:xfrm>
            <a:off x="7509187" y="2991143"/>
            <a:ext cx="4175448" cy="323562"/>
          </a:xfrm>
        </p:spPr>
        <p:txBody>
          <a:bodyPr/>
          <a:lstStyle>
            <a:lvl1pPr marL="0" indent="0">
              <a:buNone/>
              <a:defRPr lang="en-US" altLang="zh-CN" sz="24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请输入小标题</a:t>
            </a:r>
            <a:endParaRPr lang="en-US" altLang="zh-CN" noProof="false"/>
          </a:p>
        </p:txBody>
      </p:sp>
      <p:sp>
        <p:nvSpPr>
          <p:cNvPr id="1560" name="Text Placeholder 12"/>
          <p:cNvSpPr>
            <a:spLocks noGrp="true"/>
          </p:cNvSpPr>
          <p:nvPr>
            <p:ph type="body" sz="quarter" idx="44" hasCustomPrompt="true"/>
          </p:nvPr>
        </p:nvSpPr>
        <p:spPr>
          <a:xfrm>
            <a:off x="7509187" y="3422551"/>
            <a:ext cx="4175448" cy="759219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lang="en-US" sz="1200" b="false" i="false" kern="1200" cap="none" spc="0" baseline="0" noProof="false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lang="en-GB" sz="1200" kern="1200" dirty="fals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请输入正文内容</a:t>
            </a:r>
            <a:endParaRPr lang="en-US" altLang="zh-CN" noProof="false"/>
          </a:p>
        </p:txBody>
      </p:sp>
      <p:sp>
        <p:nvSpPr>
          <p:cNvPr id="1561" name="Text Placeholder 13"/>
          <p:cNvSpPr>
            <a:spLocks noGrp="true"/>
          </p:cNvSpPr>
          <p:nvPr>
            <p:ph type="body" sz="quarter" idx="45" hasCustomPrompt="true"/>
          </p:nvPr>
        </p:nvSpPr>
        <p:spPr>
          <a:xfrm>
            <a:off x="7509187" y="5265418"/>
            <a:ext cx="4175448" cy="323562"/>
          </a:xfrm>
        </p:spPr>
        <p:txBody>
          <a:bodyPr/>
          <a:lstStyle>
            <a:lvl1pPr marL="0" indent="0">
              <a:buNone/>
              <a:defRPr lang="en-US" altLang="zh-CN" sz="24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请输入小标题</a:t>
            </a:r>
            <a:endParaRPr lang="en-US" altLang="zh-CN" noProof="false"/>
          </a:p>
        </p:txBody>
      </p:sp>
      <p:sp>
        <p:nvSpPr>
          <p:cNvPr id="1562" name="Text Placeholder 12"/>
          <p:cNvSpPr>
            <a:spLocks noGrp="true"/>
          </p:cNvSpPr>
          <p:nvPr>
            <p:ph type="body" sz="quarter" idx="46" hasCustomPrompt="true"/>
          </p:nvPr>
        </p:nvSpPr>
        <p:spPr>
          <a:xfrm>
            <a:off x="7509187" y="5696826"/>
            <a:ext cx="4175448" cy="759219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lang="en-US" sz="1200" b="false" i="false" kern="1200" cap="none" spc="0" baseline="0" noProof="false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lang="en-GB" sz="1200" kern="1200" dirty="fals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请输入正文内容</a:t>
            </a:r>
            <a:endParaRPr lang="en-US" altLang="zh-CN" noProof="false"/>
          </a:p>
        </p:txBody>
      </p:sp>
      <p:sp>
        <p:nvSpPr>
          <p:cNvPr id="1563" name="Footer Placeholder 4"/>
          <p:cNvSpPr txBox="true"/>
          <p:nvPr userDrawn="true"/>
        </p:nvSpPr>
        <p:spPr>
          <a:xfrm>
            <a:off x="8131175" y="6392544"/>
            <a:ext cx="3553460" cy="160655"/>
          </a:xfrm>
          <a:prstGeom prst="rect">
            <a:avLst/>
          </a:prstGeom>
        </p:spPr>
        <p:txBody>
          <a:bodyPr vert="horz" lIns="0" tIns="0" rIns="0" bIns="0" rtlCol="false" anchor="t" anchorCtr="false"/>
          <a:lstStyle>
            <a:defPPr>
              <a:defRPr lang="en-US"/>
            </a:defPPr>
            <a:lvl1pPr marL="0" algn="r" defTabSz="914400" rtl="false" eaLnBrk="true" latinLnBrk="false" hangingPunct="true">
              <a:defRPr sz="600" b="true" kern="1200" cap="all" spc="150" baseline="0">
                <a:solidFill>
                  <a:srgbClr val="908D84"/>
                </a:solidFill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1pPr>
            <a:lvl2pPr marL="4572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/>
            <a:r>
              <a:rPr lang="zh-CN" altLang="en-US" sz="700" b="false" i="false" spc="0" noProof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</a:rPr>
              <a:t>版权所有</a:t>
            </a:r>
            <a:r>
              <a:rPr lang="en-US" altLang="zh-CN" sz="700" b="false" i="false" spc="0" noProof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</a:rPr>
              <a:t>© 2025 </a:t>
            </a:r>
            <a:r>
              <a:rPr lang="zh-CN" altLang="en-US" sz="700" b="false" i="false" spc="0" noProof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</a:rPr>
              <a:t>亚马逊广告。保留所有权利。</a:t>
            </a:r>
            <a:endParaRPr lang="en-US" sz="700" b="false" i="false" spc="0" noProof="false">
              <a:solidFill>
                <a:schemeClr val="tx1"/>
              </a:solidFill>
              <a:latin typeface="Noto Sans S Chinese Regular" panose="020B0500000000000000" pitchFamily="34" charset="-128"/>
              <a:ea typeface="Noto Sans S Chinese Regular" panose="020B0500000000000000" pitchFamily="34" charset="-128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p="http://schemas.openxmlformats.org/presentationml/2006/main">
  <p:cSld name="1_Half page content blocks 5">
    <p:bg>
      <p:bgPr>
        <a:solidFill>
          <a:schemeClr val="tx1"/>
        </a:solidFill>
        <a:effectLst/>
      </p:bgPr>
    </p:bg>
    <p:spTree>
      <p:nvGrpSpPr>
        <p:cNvPr id="17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3" name="Rectangle 10"/>
          <p:cNvSpPr/>
          <p:nvPr userDrawn="true"/>
        </p:nvSpPr>
        <p:spPr>
          <a:xfrm>
            <a:off x="6096000" y="2278573"/>
            <a:ext cx="6096000" cy="2310034"/>
          </a:xfrm>
          <a:prstGeom prst="rect">
            <a:avLst/>
          </a:prstGeom>
          <a:solidFill>
            <a:srgbClr val="2EE5B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 lang="en-US" b="false" i="false" noProof="false">
              <a:latin typeface="Noto Sans S Chinese Regular" panose="020B0500000000000000" pitchFamily="34" charset="-128"/>
            </a:endParaRPr>
          </a:p>
        </p:txBody>
      </p:sp>
      <p:sp>
        <p:nvSpPr>
          <p:cNvPr id="1724" name="Rectangle 11"/>
          <p:cNvSpPr/>
          <p:nvPr userDrawn="true"/>
        </p:nvSpPr>
        <p:spPr>
          <a:xfrm>
            <a:off x="6096000" y="4560349"/>
            <a:ext cx="6096000" cy="2310034"/>
          </a:xfrm>
          <a:prstGeom prst="rect">
            <a:avLst/>
          </a:prstGeom>
          <a:solidFill>
            <a:srgbClr val="9178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 lang="en-US" b="false" i="false" noProof="false">
              <a:latin typeface="Noto Sans S Chinese Regular" panose="020B0500000000000000" pitchFamily="34" charset="-128"/>
            </a:endParaRPr>
          </a:p>
        </p:txBody>
      </p:sp>
      <p:sp>
        <p:nvSpPr>
          <p:cNvPr id="1725" name="Rectangle 9"/>
          <p:cNvSpPr/>
          <p:nvPr userDrawn="true"/>
        </p:nvSpPr>
        <p:spPr>
          <a:xfrm>
            <a:off x="6096000" y="0"/>
            <a:ext cx="6096000" cy="2310034"/>
          </a:xfrm>
          <a:prstGeom prst="rect">
            <a:avLst/>
          </a:prstGeom>
          <a:solidFill>
            <a:srgbClr val="F986E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 lang="en-US" b="false" i="false" noProof="false" dirty="false">
              <a:latin typeface="Noto Sans S Chinese Regular" panose="020B0500000000000000" pitchFamily="34" charset="-128"/>
            </a:endParaRPr>
          </a:p>
        </p:txBody>
      </p:sp>
      <p:sp>
        <p:nvSpPr>
          <p:cNvPr id="1726" name="Title 1"/>
          <p:cNvSpPr>
            <a:spLocks noGrp="true"/>
          </p:cNvSpPr>
          <p:nvPr>
            <p:ph type="title" hasCustomPrompt="true"/>
          </p:nvPr>
        </p:nvSpPr>
        <p:spPr>
          <a:xfrm>
            <a:off x="507365" y="1481559"/>
            <a:ext cx="5222875" cy="4178459"/>
          </a:xfrm>
        </p:spPr>
        <p:txBody>
          <a:bodyPr anchor="ctr" anchorCtr="false"/>
          <a:lstStyle>
            <a:lvl1pPr algn="l" defTabSz="914400" rtl="false" eaLnBrk="true" latinLnBrk="false" hangingPunct="true">
              <a:lnSpc>
                <a:spcPct val="90000"/>
              </a:lnSpc>
              <a:spcBef>
                <a:spcPct val="1"/>
              </a:spcBef>
              <a:buNone/>
              <a:defRPr lang="en-US" sz="8000" b="true" i="false" kern="1200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j-cs"/>
              </a:defRPr>
            </a:lvl1pPr>
          </a:lstStyle>
          <a:p>
            <a:pPr/>
            <a:r>
              <a:rPr lang="en-US" altLang="zh-CN" noProof="false" err="true"/>
              <a:t>请输入标题</a:t>
            </a:r>
            <a:br>
              <a:rPr lang="en-US" altLang="zh-CN" noProof="false"/>
            </a:br>
            <a:r>
              <a:rPr lang="en-US" altLang="zh-CN" noProof="false" err="true"/>
              <a:t>请输入标题</a:t>
            </a:r>
            <a:endParaRPr lang="en-US" noProof="false"/>
          </a:p>
        </p:txBody>
      </p:sp>
      <p:sp>
        <p:nvSpPr>
          <p:cNvPr id="1727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1728" name="Text Placeholder 13"/>
          <p:cNvSpPr>
            <a:spLocks noGrp="true"/>
          </p:cNvSpPr>
          <p:nvPr>
            <p:ph type="body" sz="quarter" idx="12" hasCustomPrompt="true"/>
          </p:nvPr>
        </p:nvSpPr>
        <p:spPr>
          <a:xfrm>
            <a:off x="6427037" y="563563"/>
            <a:ext cx="888162" cy="1244601"/>
          </a:xfrm>
        </p:spPr>
        <p:txBody>
          <a:bodyPr/>
          <a:lstStyle>
            <a:lvl1pPr marL="0" indent="0">
              <a:buNone/>
              <a:defRPr lang="en-US" sz="9000" b="true" i="false" kern="1200" noProof="false" dirty="false">
                <a:solidFill>
                  <a:schemeClr val="tx1"/>
                </a:solidFill>
                <a:latin typeface="+mj-lt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noProof="false"/>
              <a:t>1</a:t>
            </a:r>
            <a:endParaRPr lang="en-US" noProof="false"/>
          </a:p>
        </p:txBody>
      </p:sp>
      <p:sp>
        <p:nvSpPr>
          <p:cNvPr id="1729" name="Text Placeholder 13"/>
          <p:cNvSpPr>
            <a:spLocks noGrp="true"/>
          </p:cNvSpPr>
          <p:nvPr>
            <p:ph type="body" sz="quarter" idx="14" hasCustomPrompt="true"/>
          </p:nvPr>
        </p:nvSpPr>
        <p:spPr>
          <a:xfrm>
            <a:off x="6427037" y="5150105"/>
            <a:ext cx="888162" cy="1244601"/>
          </a:xfrm>
        </p:spPr>
        <p:txBody>
          <a:bodyPr/>
          <a:lstStyle>
            <a:lvl1pPr marL="0" indent="0">
              <a:buNone/>
              <a:defRPr lang="en-US" sz="9000" b="true" i="false" kern="1200" noProof="false" dirty="false">
                <a:solidFill>
                  <a:schemeClr val="tx1"/>
                </a:solidFill>
                <a:latin typeface="+mj-lt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noProof="false"/>
              <a:t>3</a:t>
            </a:r>
            <a:endParaRPr lang="en-US" noProof="false"/>
          </a:p>
        </p:txBody>
      </p:sp>
      <p:sp>
        <p:nvSpPr>
          <p:cNvPr id="1730" name="Text Placeholder 13"/>
          <p:cNvSpPr>
            <a:spLocks noGrp="true"/>
          </p:cNvSpPr>
          <p:nvPr>
            <p:ph type="body" sz="quarter" idx="16" hasCustomPrompt="true"/>
          </p:nvPr>
        </p:nvSpPr>
        <p:spPr>
          <a:xfrm>
            <a:off x="6427037" y="2873669"/>
            <a:ext cx="888162" cy="1244601"/>
          </a:xfrm>
        </p:spPr>
        <p:txBody>
          <a:bodyPr/>
          <a:lstStyle>
            <a:lvl1pPr marL="0" indent="0">
              <a:buNone/>
              <a:defRPr lang="en-US" sz="9000" b="true" i="false" kern="1200" noProof="false" dirty="false">
                <a:solidFill>
                  <a:schemeClr val="tx1"/>
                </a:solidFill>
                <a:latin typeface="+mj-lt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noProof="false"/>
              <a:t>2</a:t>
            </a:r>
            <a:endParaRPr lang="en-US" noProof="false"/>
          </a:p>
        </p:txBody>
      </p:sp>
      <p:sp>
        <p:nvSpPr>
          <p:cNvPr id="1731" name="Text Placeholder 8"/>
          <p:cNvSpPr>
            <a:spLocks noGrp="true"/>
          </p:cNvSpPr>
          <p:nvPr>
            <p:ph type="body" sz="quarter" idx="23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altLang="zh-CN" noProof="false" err="true"/>
              <a:t>来源</a:t>
            </a:r>
            <a:r>
              <a:rPr lang="zh-CN" altLang="en-US" noProof="false"/>
              <a:t>：</a:t>
            </a:r>
            <a:endParaRPr lang="en-US" altLang="zh-CN" noProof="false"/>
          </a:p>
        </p:txBody>
      </p:sp>
      <p:sp>
        <p:nvSpPr>
          <p:cNvPr id="1732" name="Text Placeholder 13"/>
          <p:cNvSpPr>
            <a:spLocks noGrp="true"/>
          </p:cNvSpPr>
          <p:nvPr>
            <p:ph type="body" sz="quarter" idx="24" hasCustomPrompt="true"/>
          </p:nvPr>
        </p:nvSpPr>
        <p:spPr>
          <a:xfrm>
            <a:off x="7509187" y="681037"/>
            <a:ext cx="4175448" cy="323562"/>
          </a:xfrm>
        </p:spPr>
        <p:txBody>
          <a:bodyPr/>
          <a:lstStyle>
            <a:lvl1pPr marL="0" indent="0">
              <a:buNone/>
              <a:defRPr lang="en-US" altLang="zh-CN" sz="24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请输入小标题</a:t>
            </a:r>
            <a:endParaRPr lang="en-US" altLang="zh-CN" noProof="false"/>
          </a:p>
        </p:txBody>
      </p:sp>
      <p:sp>
        <p:nvSpPr>
          <p:cNvPr id="1733" name="Text Placeholder 12"/>
          <p:cNvSpPr>
            <a:spLocks noGrp="true"/>
          </p:cNvSpPr>
          <p:nvPr>
            <p:ph type="body" sz="quarter" idx="42" hasCustomPrompt="true"/>
          </p:nvPr>
        </p:nvSpPr>
        <p:spPr>
          <a:xfrm>
            <a:off x="7509187" y="1112445"/>
            <a:ext cx="4175448" cy="759219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lang="en-US" sz="1200" b="false" i="false" kern="1200" cap="none" spc="0" baseline="0" noProof="false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lang="en-GB" sz="1200" kern="1200" dirty="fals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dirty="false" err="true"/>
              <a:t>请输入正文内容</a:t>
            </a:r>
            <a:endParaRPr lang="en-US" altLang="zh-CN" noProof="false" dirty="false"/>
          </a:p>
        </p:txBody>
      </p:sp>
      <p:sp>
        <p:nvSpPr>
          <p:cNvPr id="1734" name="Text Placeholder 13"/>
          <p:cNvSpPr>
            <a:spLocks noGrp="true"/>
          </p:cNvSpPr>
          <p:nvPr>
            <p:ph type="body" sz="quarter" idx="43" hasCustomPrompt="true"/>
          </p:nvPr>
        </p:nvSpPr>
        <p:spPr>
          <a:xfrm>
            <a:off x="7509187" y="2991143"/>
            <a:ext cx="4175448" cy="323562"/>
          </a:xfrm>
        </p:spPr>
        <p:txBody>
          <a:bodyPr/>
          <a:lstStyle>
            <a:lvl1pPr marL="0" indent="0">
              <a:buNone/>
              <a:defRPr lang="en-US" altLang="zh-CN" sz="24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请输入小标题</a:t>
            </a:r>
            <a:endParaRPr lang="en-US" altLang="zh-CN" noProof="false"/>
          </a:p>
        </p:txBody>
      </p:sp>
      <p:sp>
        <p:nvSpPr>
          <p:cNvPr id="1735" name="Text Placeholder 12"/>
          <p:cNvSpPr>
            <a:spLocks noGrp="true"/>
          </p:cNvSpPr>
          <p:nvPr>
            <p:ph type="body" sz="quarter" idx="44" hasCustomPrompt="true"/>
          </p:nvPr>
        </p:nvSpPr>
        <p:spPr>
          <a:xfrm>
            <a:off x="7509187" y="3422551"/>
            <a:ext cx="4175448" cy="759219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lang="en-US" sz="1200" b="false" i="false" kern="1200" cap="none" spc="0" baseline="0" noProof="false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lang="en-GB" sz="1200" kern="1200" dirty="fals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请输入正文内容</a:t>
            </a:r>
            <a:endParaRPr lang="en-US" altLang="zh-CN" noProof="false"/>
          </a:p>
        </p:txBody>
      </p:sp>
      <p:sp>
        <p:nvSpPr>
          <p:cNvPr id="1736" name="Text Placeholder 13"/>
          <p:cNvSpPr>
            <a:spLocks noGrp="true"/>
          </p:cNvSpPr>
          <p:nvPr>
            <p:ph type="body" sz="quarter" idx="45" hasCustomPrompt="true"/>
          </p:nvPr>
        </p:nvSpPr>
        <p:spPr>
          <a:xfrm>
            <a:off x="7509187" y="5265418"/>
            <a:ext cx="4175448" cy="323562"/>
          </a:xfrm>
        </p:spPr>
        <p:txBody>
          <a:bodyPr/>
          <a:lstStyle>
            <a:lvl1pPr marL="0" indent="0">
              <a:buNone/>
              <a:defRPr lang="en-US" altLang="zh-CN" sz="24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请输入小标题</a:t>
            </a:r>
            <a:endParaRPr lang="en-US" altLang="zh-CN" noProof="false"/>
          </a:p>
        </p:txBody>
      </p:sp>
      <p:sp>
        <p:nvSpPr>
          <p:cNvPr id="1737" name="Text Placeholder 12"/>
          <p:cNvSpPr>
            <a:spLocks noGrp="true"/>
          </p:cNvSpPr>
          <p:nvPr>
            <p:ph type="body" sz="quarter" idx="46" hasCustomPrompt="true"/>
          </p:nvPr>
        </p:nvSpPr>
        <p:spPr>
          <a:xfrm>
            <a:off x="7509187" y="5696826"/>
            <a:ext cx="4175448" cy="759219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lang="en-US" sz="1200" b="false" i="false" kern="1200" cap="none" spc="0" baseline="0" noProof="false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lang="en-GB" sz="1200" kern="1200" dirty="fals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请输入正文内容</a:t>
            </a:r>
            <a:endParaRPr lang="en-US" altLang="zh-CN" noProof="false"/>
          </a:p>
        </p:txBody>
      </p:sp>
      <p:sp>
        <p:nvSpPr>
          <p:cNvPr id="1738" name="Footer Placeholder 4"/>
          <p:cNvSpPr txBox="true"/>
          <p:nvPr userDrawn="true"/>
        </p:nvSpPr>
        <p:spPr>
          <a:xfrm>
            <a:off x="8131175" y="6392544"/>
            <a:ext cx="3553460" cy="160655"/>
          </a:xfrm>
          <a:prstGeom prst="rect">
            <a:avLst/>
          </a:prstGeom>
        </p:spPr>
        <p:txBody>
          <a:bodyPr vert="horz" lIns="0" tIns="0" rIns="0" bIns="0" rtlCol="false" anchor="t" anchorCtr="false"/>
          <a:lstStyle>
            <a:defPPr>
              <a:defRPr lang="en-US"/>
            </a:defPPr>
            <a:lvl1pPr marL="0" algn="r" defTabSz="914400" rtl="false" eaLnBrk="true" latinLnBrk="false" hangingPunct="true">
              <a:defRPr sz="600" b="true" kern="1200" cap="all" spc="150" baseline="0">
                <a:solidFill>
                  <a:srgbClr val="908D84"/>
                </a:solidFill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1pPr>
            <a:lvl2pPr marL="4572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/>
            <a:r>
              <a:rPr lang="zh-CN" altLang="en-US" sz="700" b="false" i="false" spc="0" noProof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</a:rPr>
              <a:t>版权所有</a:t>
            </a:r>
            <a:r>
              <a:rPr lang="en-US" altLang="zh-CN" sz="700" b="false" i="false" spc="0" noProof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</a:rPr>
              <a:t>© 2025 </a:t>
            </a:r>
            <a:r>
              <a:rPr lang="zh-CN" altLang="en-US" sz="700" b="false" i="false" spc="0" noProof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</a:rPr>
              <a:t>亚马逊广告。保留所有权利。</a:t>
            </a:r>
            <a:endParaRPr lang="en-US" sz="700" b="false" i="false" spc="0" noProof="false">
              <a:solidFill>
                <a:schemeClr val="tx1"/>
              </a:solidFill>
              <a:latin typeface="Noto Sans S Chinese Regular" panose="020B0500000000000000" pitchFamily="34" charset="-128"/>
              <a:ea typeface="Noto Sans S Chinese Regular" panose="020B0500000000000000" pitchFamily="34" charset="-128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p="http://schemas.openxmlformats.org/presentationml/2006/main">
  <p:cSld name="Half page content blocks 3">
    <p:spTree>
      <p:nvGrpSpPr>
        <p:cNvPr id="191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1" name="Text Placeholder 13"/>
          <p:cNvSpPr>
            <a:spLocks noGrp="true"/>
          </p:cNvSpPr>
          <p:nvPr>
            <p:ph type="body" sz="quarter" idx="43" hasCustomPrompt="true"/>
          </p:nvPr>
        </p:nvSpPr>
        <p:spPr>
          <a:xfrm>
            <a:off x="7509187" y="2138983"/>
            <a:ext cx="4175448" cy="323562"/>
          </a:xfrm>
        </p:spPr>
        <p:txBody>
          <a:bodyPr/>
          <a:lstStyle>
            <a:lvl1pPr marL="0" indent="0">
              <a:buNone/>
              <a:defRPr lang="en-US" altLang="zh-CN" sz="24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请输入小标题</a:t>
            </a:r>
            <a:endParaRPr lang="en-US" altLang="zh-CN" noProof="false"/>
          </a:p>
        </p:txBody>
      </p:sp>
      <p:sp>
        <p:nvSpPr>
          <p:cNvPr id="1912" name="Text Placeholder 12"/>
          <p:cNvSpPr>
            <a:spLocks noGrp="true"/>
          </p:cNvSpPr>
          <p:nvPr>
            <p:ph type="body" sz="quarter" idx="44" hasCustomPrompt="true"/>
          </p:nvPr>
        </p:nvSpPr>
        <p:spPr>
          <a:xfrm>
            <a:off x="7509187" y="2544991"/>
            <a:ext cx="4175448" cy="759219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lang="en-US" sz="1200" b="false" i="false" kern="1200" cap="none" spc="0" baseline="0" noProof="false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lang="en-GB" sz="1200" kern="1200" dirty="fals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请输入正文内容</a:t>
            </a:r>
            <a:endParaRPr lang="en-US" altLang="zh-CN" noProof="false"/>
          </a:p>
        </p:txBody>
      </p:sp>
      <p:sp>
        <p:nvSpPr>
          <p:cNvPr id="1913" name="Text Placeholder 13"/>
          <p:cNvSpPr>
            <a:spLocks noGrp="true"/>
          </p:cNvSpPr>
          <p:nvPr>
            <p:ph type="body" sz="quarter" idx="45" hasCustomPrompt="true"/>
          </p:nvPr>
        </p:nvSpPr>
        <p:spPr>
          <a:xfrm>
            <a:off x="7509187" y="3820931"/>
            <a:ext cx="4175448" cy="323562"/>
          </a:xfrm>
        </p:spPr>
        <p:txBody>
          <a:bodyPr/>
          <a:lstStyle>
            <a:lvl1pPr marL="0" indent="0">
              <a:buNone/>
              <a:defRPr lang="en-US" altLang="zh-CN" sz="24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请输入小标题</a:t>
            </a:r>
            <a:endParaRPr lang="en-US" altLang="zh-CN" noProof="false"/>
          </a:p>
        </p:txBody>
      </p:sp>
      <p:sp>
        <p:nvSpPr>
          <p:cNvPr id="1914" name="Text Placeholder 13"/>
          <p:cNvSpPr>
            <a:spLocks noGrp="true"/>
          </p:cNvSpPr>
          <p:nvPr>
            <p:ph type="body" sz="quarter" idx="47" hasCustomPrompt="true"/>
          </p:nvPr>
        </p:nvSpPr>
        <p:spPr>
          <a:xfrm>
            <a:off x="7509187" y="5558374"/>
            <a:ext cx="4175448" cy="323562"/>
          </a:xfrm>
        </p:spPr>
        <p:txBody>
          <a:bodyPr/>
          <a:lstStyle>
            <a:lvl1pPr marL="0" indent="0">
              <a:buNone/>
              <a:defRPr lang="en-US" altLang="zh-CN" sz="24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请输入小标题</a:t>
            </a:r>
            <a:endParaRPr lang="en-US" altLang="zh-CN" noProof="false"/>
          </a:p>
        </p:txBody>
      </p:sp>
      <p:sp>
        <p:nvSpPr>
          <p:cNvPr id="1915" name="Text Placeholder 12"/>
          <p:cNvSpPr>
            <a:spLocks noGrp="true"/>
          </p:cNvSpPr>
          <p:nvPr>
            <p:ph type="body" sz="quarter" idx="48" hasCustomPrompt="true"/>
          </p:nvPr>
        </p:nvSpPr>
        <p:spPr>
          <a:xfrm>
            <a:off x="7509187" y="5964382"/>
            <a:ext cx="4175448" cy="759219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lang="en-US" sz="1200" b="false" i="false" kern="1200" cap="none" spc="0" baseline="0" noProof="false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lang="en-GB" sz="1200" kern="1200" dirty="fals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请输入正文内容</a:t>
            </a:r>
            <a:endParaRPr lang="en-US" altLang="zh-CN" noProof="false"/>
          </a:p>
        </p:txBody>
      </p:sp>
      <p:sp>
        <p:nvSpPr>
          <p:cNvPr id="1916" name="Text Placeholder 13"/>
          <p:cNvSpPr>
            <a:spLocks noGrp="true"/>
          </p:cNvSpPr>
          <p:nvPr>
            <p:ph type="body" sz="quarter" idx="24" hasCustomPrompt="true"/>
          </p:nvPr>
        </p:nvSpPr>
        <p:spPr>
          <a:xfrm>
            <a:off x="7509187" y="403626"/>
            <a:ext cx="4175448" cy="323562"/>
          </a:xfrm>
        </p:spPr>
        <p:txBody>
          <a:bodyPr/>
          <a:lstStyle>
            <a:lvl1pPr marL="0" indent="0">
              <a:buNone/>
              <a:defRPr lang="en-US" altLang="zh-CN" sz="24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lvl="0"/>
            <a:r>
              <a:rPr lang="en-US" altLang="zh-CN" noProof="false" err="true"/>
              <a:t>请输入小标题</a:t>
            </a:r>
            <a:endParaRPr lang="en-US" altLang="zh-CN" noProof="false"/>
          </a:p>
        </p:txBody>
      </p:sp>
      <p:sp>
        <p:nvSpPr>
          <p:cNvPr id="1917" name="Text Placeholder 12"/>
          <p:cNvSpPr>
            <a:spLocks noGrp="true"/>
          </p:cNvSpPr>
          <p:nvPr>
            <p:ph type="body" sz="quarter" idx="42" hasCustomPrompt="true"/>
          </p:nvPr>
        </p:nvSpPr>
        <p:spPr>
          <a:xfrm>
            <a:off x="7509187" y="809634"/>
            <a:ext cx="4175448" cy="759219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lang="en-US" sz="1200" b="false" i="false" kern="1200" cap="none" spc="0" baseline="0" noProof="false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lang="en-GB" sz="1200" kern="1200" dirty="fals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请输入正文内容</a:t>
            </a:r>
            <a:endParaRPr lang="en-US" altLang="zh-CN" noProof="false"/>
          </a:p>
        </p:txBody>
      </p:sp>
      <p:sp>
        <p:nvSpPr>
          <p:cNvPr id="1918" name="Title 1"/>
          <p:cNvSpPr>
            <a:spLocks noGrp="true"/>
          </p:cNvSpPr>
          <p:nvPr>
            <p:ph type="title" hasCustomPrompt="true"/>
          </p:nvPr>
        </p:nvSpPr>
        <p:spPr>
          <a:xfrm>
            <a:off x="507365" y="1481559"/>
            <a:ext cx="5222875" cy="4178459"/>
          </a:xfrm>
        </p:spPr>
        <p:txBody>
          <a:bodyPr anchor="ctr" anchorCtr="false"/>
          <a:lstStyle>
            <a:lvl1pPr algn="l" defTabSz="914400" rtl="false" eaLnBrk="true" latinLnBrk="false" hangingPunct="true">
              <a:lnSpc>
                <a:spcPct val="90000"/>
              </a:lnSpc>
              <a:spcBef>
                <a:spcPct val="1"/>
              </a:spcBef>
              <a:buNone/>
              <a:defRPr lang="en-US" sz="80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j-cs"/>
              </a:defRPr>
            </a:lvl1pPr>
          </a:lstStyle>
          <a:p>
            <a:pPr/>
            <a:r>
              <a:rPr lang="en-US" altLang="zh-CN" noProof="false" err="true"/>
              <a:t>请输入标题</a:t>
            </a:r>
            <a:br>
              <a:rPr lang="en-US" altLang="zh-CN" noProof="false"/>
            </a:br>
            <a:r>
              <a:rPr lang="en-US" altLang="zh-CN" noProof="false" err="true"/>
              <a:t>请输入标题</a:t>
            </a:r>
            <a:endParaRPr lang="en-US" noProof="false"/>
          </a:p>
        </p:txBody>
      </p:sp>
      <p:sp>
        <p:nvSpPr>
          <p:cNvPr id="1919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/>
          <a:lstStyle/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cxnSp>
        <p:nvCxnSpPr>
          <p:cNvPr id="1920" name="Straight Connector 7"/>
          <p:cNvCxnSpPr/>
          <p:nvPr userDrawn="true"/>
        </p:nvCxnSpPr>
        <p:spPr>
          <a:xfrm>
            <a:off x="6096000" y="0"/>
            <a:ext cx="0" cy="6858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1" name="Straight Connector 8"/>
          <p:cNvCxnSpPr/>
          <p:nvPr userDrawn="true"/>
        </p:nvCxnSpPr>
        <p:spPr>
          <a:xfrm flipH="true">
            <a:off x="6096000" y="1727523"/>
            <a:ext cx="6095407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22" name="Text Placeholder 13"/>
          <p:cNvSpPr>
            <a:spLocks noGrp="true"/>
          </p:cNvSpPr>
          <p:nvPr>
            <p:ph type="body" sz="quarter" idx="12" hasCustomPrompt="true"/>
          </p:nvPr>
        </p:nvSpPr>
        <p:spPr>
          <a:xfrm>
            <a:off x="6427037" y="281650"/>
            <a:ext cx="888162" cy="1244601"/>
          </a:xfrm>
        </p:spPr>
        <p:txBody>
          <a:bodyPr/>
          <a:lstStyle>
            <a:lvl1pPr marL="0" indent="0">
              <a:buNone/>
              <a:defRPr sz="9000" b="true" i="false">
                <a:solidFill>
                  <a:srgbClr val="F55600"/>
                </a:solidFill>
                <a:latin typeface="+mj-lt"/>
              </a:defRPr>
            </a:lvl1pPr>
          </a:lstStyle>
          <a:p>
            <a:pPr lvl="0"/>
            <a:r>
              <a:rPr lang="en-US" noProof="false"/>
              <a:t>1</a:t>
            </a:r>
            <a:endParaRPr lang="en-US" noProof="false"/>
          </a:p>
        </p:txBody>
      </p:sp>
      <p:sp>
        <p:nvSpPr>
          <p:cNvPr id="1923" name="Text Placeholder 13"/>
          <p:cNvSpPr>
            <a:spLocks noGrp="true"/>
          </p:cNvSpPr>
          <p:nvPr>
            <p:ph type="body" sz="quarter" idx="14" hasCustomPrompt="true"/>
          </p:nvPr>
        </p:nvSpPr>
        <p:spPr>
          <a:xfrm>
            <a:off x="6427037" y="3697386"/>
            <a:ext cx="888162" cy="1244601"/>
          </a:xfrm>
        </p:spPr>
        <p:txBody>
          <a:bodyPr/>
          <a:lstStyle>
            <a:lvl1pPr marL="0" indent="0">
              <a:buNone/>
              <a:defRPr lang="en-US" sz="9000" b="true" i="false" kern="1200" noProof="false" dirty="false">
                <a:solidFill>
                  <a:srgbClr val="F55600"/>
                </a:solidFill>
                <a:latin typeface="+mj-lt"/>
                <a:ea typeface="Noto Sans S Chinese Regular" panose="020B0500000000000000" pitchFamily="34" charset="-128"/>
                <a:cs typeface="+mn-cs"/>
              </a:defRPr>
            </a:lvl1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noProof="false"/>
              <a:t>3</a:t>
            </a:r>
            <a:endParaRPr lang="en-US" noProof="false"/>
          </a:p>
        </p:txBody>
      </p:sp>
      <p:sp>
        <p:nvSpPr>
          <p:cNvPr id="1924" name="Text Placeholder 13"/>
          <p:cNvSpPr>
            <a:spLocks noGrp="true"/>
          </p:cNvSpPr>
          <p:nvPr>
            <p:ph type="body" sz="quarter" idx="16" hasCustomPrompt="true"/>
          </p:nvPr>
        </p:nvSpPr>
        <p:spPr>
          <a:xfrm>
            <a:off x="6427037" y="2023733"/>
            <a:ext cx="888162" cy="1244601"/>
          </a:xfrm>
        </p:spPr>
        <p:txBody>
          <a:bodyPr/>
          <a:lstStyle>
            <a:lvl1pPr marL="0" indent="0">
              <a:buNone/>
              <a:defRPr lang="en-US" sz="9000" b="true" i="false" kern="1200" noProof="false" dirty="false">
                <a:solidFill>
                  <a:srgbClr val="F55600"/>
                </a:solidFill>
                <a:latin typeface="+mj-lt"/>
                <a:ea typeface="Noto Sans S Chinese Regular" panose="020B0500000000000000" pitchFamily="34" charset="-128"/>
                <a:cs typeface="+mn-cs"/>
              </a:defRPr>
            </a:lvl1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noProof="false"/>
              <a:t>2</a:t>
            </a:r>
            <a:endParaRPr lang="en-US" noProof="false"/>
          </a:p>
        </p:txBody>
      </p:sp>
      <p:cxnSp>
        <p:nvCxnSpPr>
          <p:cNvPr id="1925" name="Straight Connector 6"/>
          <p:cNvCxnSpPr/>
          <p:nvPr userDrawn="true"/>
        </p:nvCxnSpPr>
        <p:spPr>
          <a:xfrm flipH="true">
            <a:off x="6096000" y="5142054"/>
            <a:ext cx="6095407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26" name="Text Placeholder 13"/>
          <p:cNvSpPr>
            <a:spLocks noGrp="true"/>
          </p:cNvSpPr>
          <p:nvPr>
            <p:ph type="body" sz="quarter" idx="18" hasCustomPrompt="true"/>
          </p:nvPr>
        </p:nvSpPr>
        <p:spPr>
          <a:xfrm>
            <a:off x="6427037" y="5429969"/>
            <a:ext cx="888162" cy="1244601"/>
          </a:xfrm>
        </p:spPr>
        <p:txBody>
          <a:bodyPr/>
          <a:lstStyle>
            <a:lvl1pPr marL="0" indent="0">
              <a:buNone/>
              <a:defRPr lang="en-US" sz="9000" b="true" i="false" kern="1200" noProof="false" dirty="false">
                <a:solidFill>
                  <a:srgbClr val="F55600"/>
                </a:solidFill>
                <a:latin typeface="+mj-lt"/>
                <a:ea typeface="Noto Sans S Chinese Regular" panose="020B0500000000000000" pitchFamily="34" charset="-128"/>
                <a:cs typeface="+mn-cs"/>
              </a:defRPr>
            </a:lvl1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noProof="false"/>
              <a:t>4</a:t>
            </a:r>
            <a:endParaRPr lang="en-US" noProof="false"/>
          </a:p>
        </p:txBody>
      </p:sp>
      <p:cxnSp>
        <p:nvCxnSpPr>
          <p:cNvPr id="1927" name="Straight Connector 12"/>
          <p:cNvCxnSpPr/>
          <p:nvPr userDrawn="true"/>
        </p:nvCxnSpPr>
        <p:spPr>
          <a:xfrm flipH="true">
            <a:off x="6096000" y="3429000"/>
            <a:ext cx="6095407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28" name="Text Placeholder 8"/>
          <p:cNvSpPr>
            <a:spLocks noGrp="true"/>
          </p:cNvSpPr>
          <p:nvPr>
            <p:ph type="body" sz="quarter" idx="23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altLang="zh-CN" noProof="false" err="true"/>
              <a:t>来源</a:t>
            </a:r>
            <a:r>
              <a:rPr lang="zh-CN" altLang="en-US" noProof="false"/>
              <a:t>：</a:t>
            </a:r>
            <a:endParaRPr lang="en-US" altLang="zh-CN" noProof="false"/>
          </a:p>
        </p:txBody>
      </p:sp>
      <p:sp>
        <p:nvSpPr>
          <p:cNvPr id="1929" name="Text Placeholder 12"/>
          <p:cNvSpPr>
            <a:spLocks noGrp="true"/>
          </p:cNvSpPr>
          <p:nvPr>
            <p:ph type="body" sz="quarter" idx="46" hasCustomPrompt="true"/>
          </p:nvPr>
        </p:nvSpPr>
        <p:spPr>
          <a:xfrm>
            <a:off x="7509187" y="4226939"/>
            <a:ext cx="4175448" cy="759219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lang="en-US" sz="1200" b="false" i="false" kern="1200" cap="none" spc="0" baseline="0" noProof="false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lang="en-GB" sz="1200" kern="1200" dirty="fals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请输入正文内容</a:t>
            </a:r>
            <a:endParaRPr lang="en-US" altLang="zh-CN" noProof="false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p="http://schemas.openxmlformats.org/presentationml/2006/main">
  <p:cSld name="1_Half page content blocks 3">
    <p:bg>
      <p:bgPr>
        <a:solidFill>
          <a:schemeClr val="tx1"/>
        </a:solidFill>
        <a:effectLst/>
      </p:bgPr>
    </p:bg>
    <p:spTree>
      <p:nvGrpSpPr>
        <p:cNvPr id="207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4" name="Text Placeholder 13"/>
          <p:cNvSpPr>
            <a:spLocks noGrp="true"/>
          </p:cNvSpPr>
          <p:nvPr>
            <p:ph type="body" sz="quarter" idx="43" hasCustomPrompt="true"/>
          </p:nvPr>
        </p:nvSpPr>
        <p:spPr>
          <a:xfrm>
            <a:off x="7509187" y="2138983"/>
            <a:ext cx="4175448" cy="323562"/>
          </a:xfrm>
        </p:spPr>
        <p:txBody>
          <a:bodyPr/>
          <a:lstStyle>
            <a:lvl1pPr marL="0" indent="0">
              <a:buNone/>
              <a:defRPr lang="en-US" altLang="zh-CN" sz="2400" b="true" i="false" kern="1200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请输入小标题</a:t>
            </a:r>
            <a:endParaRPr lang="en-US" altLang="zh-CN" noProof="false"/>
          </a:p>
        </p:txBody>
      </p:sp>
      <p:sp>
        <p:nvSpPr>
          <p:cNvPr id="2075" name="Text Placeholder 12"/>
          <p:cNvSpPr>
            <a:spLocks noGrp="true"/>
          </p:cNvSpPr>
          <p:nvPr>
            <p:ph type="body" sz="quarter" idx="44" hasCustomPrompt="true"/>
          </p:nvPr>
        </p:nvSpPr>
        <p:spPr>
          <a:xfrm>
            <a:off x="7509187" y="2570391"/>
            <a:ext cx="4175448" cy="759219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lang="en-US" sz="1200" b="false" i="false" kern="1200" cap="none" spc="0" baseline="0" noProof="false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lang="en-GB" sz="1200" kern="1200" dirty="fals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请输入正文内容</a:t>
            </a:r>
            <a:endParaRPr lang="en-US" altLang="zh-CN" noProof="false"/>
          </a:p>
        </p:txBody>
      </p:sp>
      <p:sp>
        <p:nvSpPr>
          <p:cNvPr id="2076" name="Text Placeholder 13"/>
          <p:cNvSpPr>
            <a:spLocks noGrp="true"/>
          </p:cNvSpPr>
          <p:nvPr>
            <p:ph type="body" sz="quarter" idx="45" hasCustomPrompt="true"/>
          </p:nvPr>
        </p:nvSpPr>
        <p:spPr>
          <a:xfrm>
            <a:off x="7509187" y="3820931"/>
            <a:ext cx="4175448" cy="323562"/>
          </a:xfrm>
        </p:spPr>
        <p:txBody>
          <a:bodyPr/>
          <a:lstStyle>
            <a:lvl1pPr marL="0" indent="0">
              <a:buNone/>
              <a:defRPr lang="en-US" altLang="zh-CN" sz="2400" b="true" i="false" kern="1200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请输入小标题</a:t>
            </a:r>
            <a:endParaRPr lang="en-US" altLang="zh-CN" noProof="false"/>
          </a:p>
        </p:txBody>
      </p:sp>
      <p:sp>
        <p:nvSpPr>
          <p:cNvPr id="2077" name="Text Placeholder 13"/>
          <p:cNvSpPr>
            <a:spLocks noGrp="true"/>
          </p:cNvSpPr>
          <p:nvPr>
            <p:ph type="body" sz="quarter" idx="47" hasCustomPrompt="true"/>
          </p:nvPr>
        </p:nvSpPr>
        <p:spPr>
          <a:xfrm>
            <a:off x="7509187" y="5558374"/>
            <a:ext cx="4175448" cy="323562"/>
          </a:xfrm>
        </p:spPr>
        <p:txBody>
          <a:bodyPr/>
          <a:lstStyle>
            <a:lvl1pPr marL="0" indent="0">
              <a:buNone/>
              <a:defRPr lang="en-US" altLang="zh-CN" sz="2400" b="true" i="false" kern="1200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请输入小标题</a:t>
            </a:r>
            <a:endParaRPr lang="en-US" altLang="zh-CN" noProof="false"/>
          </a:p>
        </p:txBody>
      </p:sp>
      <p:sp>
        <p:nvSpPr>
          <p:cNvPr id="2078" name="Text Placeholder 12"/>
          <p:cNvSpPr>
            <a:spLocks noGrp="true"/>
          </p:cNvSpPr>
          <p:nvPr>
            <p:ph type="body" sz="quarter" idx="48" hasCustomPrompt="true"/>
          </p:nvPr>
        </p:nvSpPr>
        <p:spPr>
          <a:xfrm>
            <a:off x="7509187" y="5989782"/>
            <a:ext cx="4175448" cy="759219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lang="en-US" sz="1200" b="false" i="false" kern="1200" cap="none" spc="0" baseline="0" noProof="false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lang="en-GB" sz="1200" kern="1200" dirty="fals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请输入正文内容</a:t>
            </a:r>
            <a:endParaRPr lang="en-US" altLang="zh-CN" noProof="false"/>
          </a:p>
        </p:txBody>
      </p:sp>
      <p:sp>
        <p:nvSpPr>
          <p:cNvPr id="2079" name="Text Placeholder 13"/>
          <p:cNvSpPr>
            <a:spLocks noGrp="true"/>
          </p:cNvSpPr>
          <p:nvPr>
            <p:ph type="body" sz="quarter" idx="24" hasCustomPrompt="true"/>
          </p:nvPr>
        </p:nvSpPr>
        <p:spPr>
          <a:xfrm>
            <a:off x="7509187" y="403626"/>
            <a:ext cx="4175448" cy="323562"/>
          </a:xfrm>
        </p:spPr>
        <p:txBody>
          <a:bodyPr/>
          <a:lstStyle>
            <a:lvl1pPr marL="0" indent="0">
              <a:buNone/>
              <a:defRPr sz="2400" b="true" i="false" spc="-50" baseline="0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</a:defRPr>
            </a:lvl1pPr>
          </a:lstStyle>
          <a:p>
            <a:pPr lvl="0"/>
            <a:r>
              <a:rPr lang="en-US" noProof="false" err="true"/>
              <a:t>请输入小标题</a:t>
            </a:r>
            <a:endParaRPr lang="en-US" noProof="false"/>
          </a:p>
        </p:txBody>
      </p:sp>
      <p:sp>
        <p:nvSpPr>
          <p:cNvPr id="2080" name="Text Placeholder 12"/>
          <p:cNvSpPr>
            <a:spLocks noGrp="true"/>
          </p:cNvSpPr>
          <p:nvPr>
            <p:ph type="body" sz="quarter" idx="42" hasCustomPrompt="true"/>
          </p:nvPr>
        </p:nvSpPr>
        <p:spPr>
          <a:xfrm>
            <a:off x="7509187" y="835034"/>
            <a:ext cx="4175448" cy="759219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lang="en-US" sz="1200" b="false" i="false" kern="1200" cap="none" spc="0" baseline="0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lang="en-GB" sz="1200" kern="1200" dirty="fals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请输入正文内容</a:t>
            </a:r>
            <a:endParaRPr lang="en-US" altLang="zh-CN" noProof="false"/>
          </a:p>
        </p:txBody>
      </p:sp>
      <p:sp>
        <p:nvSpPr>
          <p:cNvPr id="2081" name="Title 1"/>
          <p:cNvSpPr>
            <a:spLocks noGrp="true"/>
          </p:cNvSpPr>
          <p:nvPr>
            <p:ph type="title" hasCustomPrompt="true"/>
          </p:nvPr>
        </p:nvSpPr>
        <p:spPr>
          <a:xfrm>
            <a:off x="507365" y="1481559"/>
            <a:ext cx="5222875" cy="4178459"/>
          </a:xfrm>
        </p:spPr>
        <p:txBody>
          <a:bodyPr anchor="ctr" anchorCtr="false"/>
          <a:lstStyle>
            <a:lvl1pPr algn="l" defTabSz="914400" rtl="false" eaLnBrk="true" latinLnBrk="false" hangingPunct="true">
              <a:lnSpc>
                <a:spcPct val="90000"/>
              </a:lnSpc>
              <a:spcBef>
                <a:spcPct val="1"/>
              </a:spcBef>
              <a:buNone/>
              <a:defRPr lang="en-US" sz="8000" b="true" i="false" kern="1200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j-cs"/>
              </a:defRPr>
            </a:lvl1pPr>
          </a:lstStyle>
          <a:p>
            <a:pPr/>
            <a:r>
              <a:rPr lang="en-US" altLang="zh-CN" noProof="false" err="true"/>
              <a:t>请输入标题</a:t>
            </a:r>
            <a:br>
              <a:rPr lang="en-US" altLang="zh-CN" noProof="false"/>
            </a:br>
            <a:r>
              <a:rPr lang="en-US" altLang="zh-CN" noProof="false" err="true"/>
              <a:t>请输入标题</a:t>
            </a:r>
            <a:endParaRPr lang="en-US" noProof="false"/>
          </a:p>
        </p:txBody>
      </p:sp>
      <p:sp>
        <p:nvSpPr>
          <p:cNvPr id="2082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cxnSp>
        <p:nvCxnSpPr>
          <p:cNvPr id="2083" name="Straight Connector 7"/>
          <p:cNvCxnSpPr/>
          <p:nvPr userDrawn="true"/>
        </p:nvCxnSpPr>
        <p:spPr>
          <a:xfrm>
            <a:off x="6096000" y="0"/>
            <a:ext cx="0" cy="68580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4" name="Straight Connector 8"/>
          <p:cNvCxnSpPr/>
          <p:nvPr userDrawn="true"/>
        </p:nvCxnSpPr>
        <p:spPr>
          <a:xfrm flipH="true">
            <a:off x="6096000" y="1727523"/>
            <a:ext cx="6095407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85" name="Text Placeholder 13"/>
          <p:cNvSpPr>
            <a:spLocks noGrp="true"/>
          </p:cNvSpPr>
          <p:nvPr>
            <p:ph type="body" sz="quarter" idx="12" hasCustomPrompt="true"/>
          </p:nvPr>
        </p:nvSpPr>
        <p:spPr>
          <a:xfrm>
            <a:off x="6427037" y="281650"/>
            <a:ext cx="888162" cy="1244601"/>
          </a:xfrm>
        </p:spPr>
        <p:txBody>
          <a:bodyPr/>
          <a:lstStyle>
            <a:lvl1pPr marL="0" indent="0">
              <a:buNone/>
              <a:defRPr lang="en-US" sz="9000" b="true" i="false" kern="1200" noProof="false" dirty="false">
                <a:solidFill>
                  <a:srgbClr val="F55600"/>
                </a:solidFill>
                <a:latin typeface="+mj-lt"/>
                <a:ea typeface="Noto Sans S Chinese Regular" panose="020B0500000000000000" pitchFamily="34" charset="-128"/>
                <a:cs typeface="+mn-cs"/>
              </a:defRPr>
            </a:lvl1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noProof="false"/>
              <a:t>1</a:t>
            </a:r>
            <a:endParaRPr lang="en-US" noProof="false"/>
          </a:p>
        </p:txBody>
      </p:sp>
      <p:sp>
        <p:nvSpPr>
          <p:cNvPr id="2086" name="Text Placeholder 13"/>
          <p:cNvSpPr>
            <a:spLocks noGrp="true"/>
          </p:cNvSpPr>
          <p:nvPr>
            <p:ph type="body" sz="quarter" idx="14" hasCustomPrompt="true"/>
          </p:nvPr>
        </p:nvSpPr>
        <p:spPr>
          <a:xfrm>
            <a:off x="6427037" y="3697386"/>
            <a:ext cx="888162" cy="1244601"/>
          </a:xfrm>
        </p:spPr>
        <p:txBody>
          <a:bodyPr/>
          <a:lstStyle>
            <a:lvl1pPr marL="0" indent="0">
              <a:buNone/>
              <a:defRPr lang="en-US" sz="9000" b="true" i="false" kern="1200" noProof="false" dirty="false">
                <a:solidFill>
                  <a:srgbClr val="F55600"/>
                </a:solidFill>
                <a:latin typeface="+mj-lt"/>
                <a:ea typeface="Noto Sans S Chinese Regular" panose="020B0500000000000000" pitchFamily="34" charset="-128"/>
                <a:cs typeface="+mn-cs"/>
              </a:defRPr>
            </a:lvl1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noProof="false"/>
              <a:t>3</a:t>
            </a:r>
            <a:endParaRPr lang="en-US" noProof="false"/>
          </a:p>
        </p:txBody>
      </p:sp>
      <p:sp>
        <p:nvSpPr>
          <p:cNvPr id="2087" name="Text Placeholder 13"/>
          <p:cNvSpPr>
            <a:spLocks noGrp="true"/>
          </p:cNvSpPr>
          <p:nvPr>
            <p:ph type="body" sz="quarter" idx="16" hasCustomPrompt="true"/>
          </p:nvPr>
        </p:nvSpPr>
        <p:spPr>
          <a:xfrm>
            <a:off x="6427037" y="2023733"/>
            <a:ext cx="888162" cy="1244601"/>
          </a:xfrm>
        </p:spPr>
        <p:txBody>
          <a:bodyPr/>
          <a:lstStyle>
            <a:lvl1pPr marL="0" indent="0">
              <a:buNone/>
              <a:defRPr lang="en-US" sz="9000" b="true" i="false" kern="1200" noProof="false" dirty="false">
                <a:solidFill>
                  <a:srgbClr val="F55600"/>
                </a:solidFill>
                <a:latin typeface="+mj-lt"/>
                <a:ea typeface="Noto Sans S Chinese Regular" panose="020B0500000000000000" pitchFamily="34" charset="-128"/>
                <a:cs typeface="+mn-cs"/>
              </a:defRPr>
            </a:lvl1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noProof="false"/>
              <a:t>2</a:t>
            </a:r>
            <a:endParaRPr lang="en-US" noProof="false"/>
          </a:p>
        </p:txBody>
      </p:sp>
      <p:cxnSp>
        <p:nvCxnSpPr>
          <p:cNvPr id="2088" name="Straight Connector 6"/>
          <p:cNvCxnSpPr/>
          <p:nvPr userDrawn="true"/>
        </p:nvCxnSpPr>
        <p:spPr>
          <a:xfrm flipH="true">
            <a:off x="6096000" y="5142054"/>
            <a:ext cx="6095407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89" name="Text Placeholder 13"/>
          <p:cNvSpPr>
            <a:spLocks noGrp="true"/>
          </p:cNvSpPr>
          <p:nvPr>
            <p:ph type="body" sz="quarter" idx="18" hasCustomPrompt="true"/>
          </p:nvPr>
        </p:nvSpPr>
        <p:spPr>
          <a:xfrm>
            <a:off x="6427037" y="5429969"/>
            <a:ext cx="888162" cy="1244601"/>
          </a:xfrm>
        </p:spPr>
        <p:txBody>
          <a:bodyPr/>
          <a:lstStyle>
            <a:lvl1pPr marL="0" indent="0">
              <a:buNone/>
              <a:defRPr lang="en-US" sz="9000" b="true" i="false" kern="1200" noProof="false" dirty="false">
                <a:solidFill>
                  <a:srgbClr val="F55600"/>
                </a:solidFill>
                <a:latin typeface="+mj-lt"/>
                <a:ea typeface="Noto Sans S Chinese Regular" panose="020B0500000000000000" pitchFamily="34" charset="-128"/>
                <a:cs typeface="+mn-cs"/>
              </a:defRPr>
            </a:lvl1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noProof="false"/>
              <a:t>4</a:t>
            </a:r>
            <a:endParaRPr lang="en-US" noProof="false"/>
          </a:p>
        </p:txBody>
      </p:sp>
      <p:cxnSp>
        <p:nvCxnSpPr>
          <p:cNvPr id="2090" name="Straight Connector 12"/>
          <p:cNvCxnSpPr/>
          <p:nvPr userDrawn="true"/>
        </p:nvCxnSpPr>
        <p:spPr>
          <a:xfrm flipH="true">
            <a:off x="6096000" y="3429000"/>
            <a:ext cx="6095407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91" name="Text Placeholder 8"/>
          <p:cNvSpPr>
            <a:spLocks noGrp="true"/>
          </p:cNvSpPr>
          <p:nvPr>
            <p:ph type="body" sz="quarter" idx="23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altLang="zh-CN" noProof="false" err="true"/>
              <a:t>来源</a:t>
            </a:r>
            <a:r>
              <a:rPr lang="zh-CN" altLang="en-US" noProof="false"/>
              <a:t>：</a:t>
            </a:r>
            <a:endParaRPr lang="en-US" altLang="zh-CN" noProof="false"/>
          </a:p>
        </p:txBody>
      </p:sp>
      <p:sp>
        <p:nvSpPr>
          <p:cNvPr id="2092" name="Text Placeholder 12"/>
          <p:cNvSpPr>
            <a:spLocks noGrp="true"/>
          </p:cNvSpPr>
          <p:nvPr>
            <p:ph type="body" sz="quarter" idx="46" hasCustomPrompt="true"/>
          </p:nvPr>
        </p:nvSpPr>
        <p:spPr>
          <a:xfrm>
            <a:off x="7509187" y="4252339"/>
            <a:ext cx="4175448" cy="759219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lang="en-US" sz="1200" b="false" i="false" kern="1200" cap="none" spc="0" baseline="0" noProof="false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lang="en-GB" sz="1200" kern="1200" dirty="fals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请输入正文内容</a:t>
            </a:r>
            <a:endParaRPr lang="en-US" altLang="zh-CN" noProof="false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p="http://schemas.openxmlformats.org/presentationml/2006/main">
  <p:cSld name="Half page content blocks 6">
    <p:spTree>
      <p:nvGrpSpPr>
        <p:cNvPr id="227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9" name="Rectangle 17"/>
          <p:cNvSpPr/>
          <p:nvPr userDrawn="true"/>
        </p:nvSpPr>
        <p:spPr>
          <a:xfrm>
            <a:off x="6096000" y="1713056"/>
            <a:ext cx="6096000" cy="1715944"/>
          </a:xfrm>
          <a:prstGeom prst="rect">
            <a:avLst/>
          </a:prstGeom>
          <a:solidFill>
            <a:srgbClr val="F986E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 lang="en-US" b="false" i="false" noProof="false">
              <a:latin typeface="Noto Sans S Chinese Regular" panose="020B0500000000000000" pitchFamily="34" charset="-128"/>
            </a:endParaRPr>
          </a:p>
        </p:txBody>
      </p:sp>
      <p:sp>
        <p:nvSpPr>
          <p:cNvPr id="2280" name="Rectangle 18"/>
          <p:cNvSpPr/>
          <p:nvPr userDrawn="true"/>
        </p:nvSpPr>
        <p:spPr>
          <a:xfrm>
            <a:off x="6096000" y="3429000"/>
            <a:ext cx="6096000" cy="1715944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 lang="en-US" b="false" i="false" noProof="false">
              <a:latin typeface="Noto Sans S Chinese Regular" panose="020B0500000000000000" pitchFamily="34" charset="-128"/>
            </a:endParaRPr>
          </a:p>
        </p:txBody>
      </p:sp>
      <p:sp>
        <p:nvSpPr>
          <p:cNvPr id="2281" name="Rectangle 19"/>
          <p:cNvSpPr/>
          <p:nvPr userDrawn="true"/>
        </p:nvSpPr>
        <p:spPr>
          <a:xfrm>
            <a:off x="6096000" y="5142056"/>
            <a:ext cx="6096000" cy="171594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 lang="en-US" b="false" i="false" noProof="false">
              <a:latin typeface="Noto Sans S Chinese Regular" panose="020B0500000000000000" pitchFamily="34" charset="-128"/>
            </a:endParaRPr>
          </a:p>
        </p:txBody>
      </p:sp>
      <p:sp>
        <p:nvSpPr>
          <p:cNvPr id="2282" name="Rectangle 9"/>
          <p:cNvSpPr/>
          <p:nvPr userDrawn="true"/>
        </p:nvSpPr>
        <p:spPr>
          <a:xfrm>
            <a:off x="6096000" y="0"/>
            <a:ext cx="6096000" cy="17159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 lang="en-US" b="false" i="false" noProof="false">
              <a:latin typeface="Noto Sans S Chinese Regular" panose="020B0500000000000000" pitchFamily="34" charset="-128"/>
            </a:endParaRPr>
          </a:p>
        </p:txBody>
      </p:sp>
      <p:sp>
        <p:nvSpPr>
          <p:cNvPr id="2283" name="Title 1"/>
          <p:cNvSpPr>
            <a:spLocks noGrp="true"/>
          </p:cNvSpPr>
          <p:nvPr>
            <p:ph type="title" hasCustomPrompt="true"/>
          </p:nvPr>
        </p:nvSpPr>
        <p:spPr>
          <a:xfrm>
            <a:off x="507365" y="1481559"/>
            <a:ext cx="5222875" cy="4178459"/>
          </a:xfrm>
        </p:spPr>
        <p:txBody>
          <a:bodyPr anchor="ctr" anchorCtr="false"/>
          <a:lstStyle>
            <a:lvl1pPr algn="l" defTabSz="914400" rtl="false" eaLnBrk="true" latinLnBrk="false" hangingPunct="true">
              <a:lnSpc>
                <a:spcPct val="90000"/>
              </a:lnSpc>
              <a:spcBef>
                <a:spcPct val="1"/>
              </a:spcBef>
              <a:buNone/>
              <a:defRPr lang="en-US" sz="80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j-cs"/>
              </a:defRPr>
            </a:lvl1pPr>
          </a:lstStyle>
          <a:p>
            <a:pPr/>
            <a:r>
              <a:rPr lang="en-US" altLang="zh-CN" noProof="false" err="true"/>
              <a:t>请输入标题</a:t>
            </a:r>
            <a:br>
              <a:rPr lang="en-US" altLang="zh-CN" noProof="false"/>
            </a:br>
            <a:r>
              <a:rPr lang="en-US" altLang="zh-CN" noProof="false" err="true"/>
              <a:t>请输入标题</a:t>
            </a:r>
            <a:endParaRPr lang="en-US" noProof="false"/>
          </a:p>
        </p:txBody>
      </p:sp>
      <p:sp>
        <p:nvSpPr>
          <p:cNvPr id="2284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/>
          <a:lstStyle/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2285" name="Text Placeholder 13"/>
          <p:cNvSpPr>
            <a:spLocks noGrp="true"/>
          </p:cNvSpPr>
          <p:nvPr>
            <p:ph type="body" sz="quarter" idx="12" hasCustomPrompt="true"/>
          </p:nvPr>
        </p:nvSpPr>
        <p:spPr>
          <a:xfrm>
            <a:off x="6427037" y="281650"/>
            <a:ext cx="888162" cy="1244601"/>
          </a:xfrm>
        </p:spPr>
        <p:txBody>
          <a:bodyPr/>
          <a:lstStyle>
            <a:lvl1pPr marL="0" indent="0">
              <a:buNone/>
              <a:defRPr sz="9000" b="true" i="false">
                <a:latin typeface="+mj-lt"/>
              </a:defRPr>
            </a:lvl1pPr>
          </a:lstStyle>
          <a:p>
            <a:pPr lvl="0"/>
            <a:r>
              <a:rPr lang="en-US" noProof="false"/>
              <a:t>1</a:t>
            </a:r>
            <a:endParaRPr lang="en-US" noProof="false"/>
          </a:p>
        </p:txBody>
      </p:sp>
      <p:sp>
        <p:nvSpPr>
          <p:cNvPr id="2286" name="Text Placeholder 13"/>
          <p:cNvSpPr>
            <a:spLocks noGrp="true"/>
          </p:cNvSpPr>
          <p:nvPr>
            <p:ph type="body" sz="quarter" idx="14" hasCustomPrompt="true"/>
          </p:nvPr>
        </p:nvSpPr>
        <p:spPr>
          <a:xfrm>
            <a:off x="6427037" y="3697386"/>
            <a:ext cx="888162" cy="1244601"/>
          </a:xfrm>
        </p:spPr>
        <p:txBody>
          <a:bodyPr/>
          <a:lstStyle>
            <a:lvl1pPr marL="0" indent="0">
              <a:buNone/>
              <a:defRPr lang="en-US" sz="9000" b="true" i="false" kern="1200" noProof="false" dirty="false">
                <a:solidFill>
                  <a:schemeClr val="tx1"/>
                </a:solidFill>
                <a:latin typeface="+mj-lt"/>
                <a:ea typeface="Noto Sans S Chinese Regular" panose="020B0500000000000000" pitchFamily="34" charset="-128"/>
                <a:cs typeface="+mn-cs"/>
              </a:defRPr>
            </a:lvl1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noProof="false"/>
              <a:t>3</a:t>
            </a:r>
            <a:endParaRPr lang="en-US" noProof="false"/>
          </a:p>
        </p:txBody>
      </p:sp>
      <p:sp>
        <p:nvSpPr>
          <p:cNvPr id="2287" name="Text Placeholder 13"/>
          <p:cNvSpPr>
            <a:spLocks noGrp="true"/>
          </p:cNvSpPr>
          <p:nvPr>
            <p:ph type="body" sz="quarter" idx="16" hasCustomPrompt="true"/>
          </p:nvPr>
        </p:nvSpPr>
        <p:spPr>
          <a:xfrm>
            <a:off x="6427037" y="2023733"/>
            <a:ext cx="888162" cy="1244601"/>
          </a:xfrm>
        </p:spPr>
        <p:txBody>
          <a:bodyPr/>
          <a:lstStyle>
            <a:lvl1pPr marL="0" indent="0">
              <a:buNone/>
              <a:defRPr lang="en-US" sz="9000" b="true" i="false" kern="1200" noProof="false" dirty="false">
                <a:solidFill>
                  <a:schemeClr val="tx1"/>
                </a:solidFill>
                <a:latin typeface="+mj-lt"/>
                <a:ea typeface="Noto Sans S Chinese Regular" panose="020B0500000000000000" pitchFamily="34" charset="-128"/>
                <a:cs typeface="+mn-cs"/>
              </a:defRPr>
            </a:lvl1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noProof="false"/>
              <a:t>2</a:t>
            </a:r>
            <a:endParaRPr lang="en-US" noProof="false"/>
          </a:p>
        </p:txBody>
      </p:sp>
      <p:sp>
        <p:nvSpPr>
          <p:cNvPr id="2288" name="Text Placeholder 13"/>
          <p:cNvSpPr>
            <a:spLocks noGrp="true"/>
          </p:cNvSpPr>
          <p:nvPr>
            <p:ph type="body" sz="quarter" idx="18" hasCustomPrompt="true"/>
          </p:nvPr>
        </p:nvSpPr>
        <p:spPr>
          <a:xfrm>
            <a:off x="6427037" y="5429969"/>
            <a:ext cx="888162" cy="1244601"/>
          </a:xfrm>
        </p:spPr>
        <p:txBody>
          <a:bodyPr/>
          <a:lstStyle>
            <a:lvl1pPr marL="0" indent="0">
              <a:buNone/>
              <a:defRPr lang="en-US" sz="9000" b="true" i="false" kern="1200" noProof="false" dirty="false">
                <a:solidFill>
                  <a:schemeClr val="tx1"/>
                </a:solidFill>
                <a:latin typeface="+mj-lt"/>
                <a:ea typeface="Noto Sans S Chinese Regular" panose="020B0500000000000000" pitchFamily="34" charset="-128"/>
                <a:cs typeface="+mn-cs"/>
              </a:defRPr>
            </a:lvl1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noProof="false"/>
              <a:t>4</a:t>
            </a:r>
            <a:endParaRPr lang="en-US" noProof="false"/>
          </a:p>
        </p:txBody>
      </p:sp>
      <p:sp>
        <p:nvSpPr>
          <p:cNvPr id="2289" name="Text Placeholder 8"/>
          <p:cNvSpPr>
            <a:spLocks noGrp="true"/>
          </p:cNvSpPr>
          <p:nvPr>
            <p:ph type="body" sz="quarter" idx="23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altLang="zh-CN" noProof="false" err="true"/>
              <a:t>来源</a:t>
            </a:r>
            <a:r>
              <a:rPr lang="zh-CN" altLang="en-US" noProof="false"/>
              <a:t>：</a:t>
            </a:r>
            <a:endParaRPr lang="en-US" altLang="zh-CN" noProof="false"/>
          </a:p>
        </p:txBody>
      </p:sp>
      <p:sp>
        <p:nvSpPr>
          <p:cNvPr id="2290" name="Text Placeholder 13"/>
          <p:cNvSpPr>
            <a:spLocks noGrp="true"/>
          </p:cNvSpPr>
          <p:nvPr>
            <p:ph type="body" sz="quarter" idx="43" hasCustomPrompt="true"/>
          </p:nvPr>
        </p:nvSpPr>
        <p:spPr>
          <a:xfrm>
            <a:off x="7509187" y="2138983"/>
            <a:ext cx="4175448" cy="323562"/>
          </a:xfrm>
        </p:spPr>
        <p:txBody>
          <a:bodyPr/>
          <a:lstStyle>
            <a:lvl1pPr marL="0" indent="0">
              <a:buNone/>
              <a:defRPr lang="en-US" altLang="zh-CN" sz="24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请输入小标题</a:t>
            </a:r>
            <a:endParaRPr lang="en-US" altLang="zh-CN" noProof="false"/>
          </a:p>
        </p:txBody>
      </p:sp>
      <p:sp>
        <p:nvSpPr>
          <p:cNvPr id="2291" name="Text Placeholder 12"/>
          <p:cNvSpPr>
            <a:spLocks noGrp="true"/>
          </p:cNvSpPr>
          <p:nvPr>
            <p:ph type="body" sz="quarter" idx="44" hasCustomPrompt="true"/>
          </p:nvPr>
        </p:nvSpPr>
        <p:spPr>
          <a:xfrm>
            <a:off x="7509187" y="2570391"/>
            <a:ext cx="4175448" cy="759219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lang="en-US" sz="1200" b="false" i="false" kern="1200" cap="none" spc="0" baseline="0" noProof="false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lang="en-GB" sz="1200" kern="1200" dirty="fals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请输入正文内容</a:t>
            </a:r>
            <a:endParaRPr lang="en-US" altLang="zh-CN" noProof="false"/>
          </a:p>
        </p:txBody>
      </p:sp>
      <p:sp>
        <p:nvSpPr>
          <p:cNvPr id="2292" name="Text Placeholder 13"/>
          <p:cNvSpPr>
            <a:spLocks noGrp="true"/>
          </p:cNvSpPr>
          <p:nvPr>
            <p:ph type="body" sz="quarter" idx="45" hasCustomPrompt="true"/>
          </p:nvPr>
        </p:nvSpPr>
        <p:spPr>
          <a:xfrm>
            <a:off x="7509187" y="3820931"/>
            <a:ext cx="4175448" cy="323562"/>
          </a:xfrm>
        </p:spPr>
        <p:txBody>
          <a:bodyPr/>
          <a:lstStyle>
            <a:lvl1pPr marL="0" indent="0">
              <a:buNone/>
              <a:defRPr lang="en-US" altLang="zh-CN" sz="24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lvl="0"/>
            <a:r>
              <a:rPr lang="en-US" altLang="zh-CN" noProof="false" err="true"/>
              <a:t>请输入小标题</a:t>
            </a:r>
            <a:endParaRPr lang="en-US" altLang="zh-CN" noProof="false"/>
          </a:p>
        </p:txBody>
      </p:sp>
      <p:sp>
        <p:nvSpPr>
          <p:cNvPr id="2293" name="Text Placeholder 13"/>
          <p:cNvSpPr>
            <a:spLocks noGrp="true"/>
          </p:cNvSpPr>
          <p:nvPr>
            <p:ph type="body" sz="quarter" idx="47" hasCustomPrompt="true"/>
          </p:nvPr>
        </p:nvSpPr>
        <p:spPr>
          <a:xfrm>
            <a:off x="7509187" y="5558374"/>
            <a:ext cx="4175448" cy="323562"/>
          </a:xfrm>
        </p:spPr>
        <p:txBody>
          <a:bodyPr/>
          <a:lstStyle>
            <a:lvl1pPr marL="0" indent="0">
              <a:buNone/>
              <a:defRPr lang="en-US" altLang="zh-CN" sz="24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lvl="0"/>
            <a:r>
              <a:rPr lang="en-US" altLang="zh-CN" noProof="false" err="true"/>
              <a:t>请输入小标题</a:t>
            </a:r>
            <a:endParaRPr lang="en-US" altLang="zh-CN" noProof="false"/>
          </a:p>
        </p:txBody>
      </p:sp>
      <p:sp>
        <p:nvSpPr>
          <p:cNvPr id="2294" name="Text Placeholder 12"/>
          <p:cNvSpPr>
            <a:spLocks noGrp="true"/>
          </p:cNvSpPr>
          <p:nvPr>
            <p:ph type="body" sz="quarter" idx="48" hasCustomPrompt="true"/>
          </p:nvPr>
        </p:nvSpPr>
        <p:spPr>
          <a:xfrm>
            <a:off x="7509187" y="5989782"/>
            <a:ext cx="4175448" cy="759219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lang="en-US" sz="1200" b="false" i="false" kern="1200" cap="none" spc="0" baseline="0" noProof="false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lang="en-GB" sz="1200" kern="1200" dirty="fals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请输入正文内容</a:t>
            </a:r>
            <a:endParaRPr lang="en-US" altLang="zh-CN" noProof="false"/>
          </a:p>
        </p:txBody>
      </p:sp>
      <p:sp>
        <p:nvSpPr>
          <p:cNvPr id="2295" name="Text Placeholder 13"/>
          <p:cNvSpPr>
            <a:spLocks noGrp="true"/>
          </p:cNvSpPr>
          <p:nvPr>
            <p:ph type="body" sz="quarter" idx="24" hasCustomPrompt="true"/>
          </p:nvPr>
        </p:nvSpPr>
        <p:spPr>
          <a:xfrm>
            <a:off x="7509187" y="403626"/>
            <a:ext cx="4175448" cy="323562"/>
          </a:xfrm>
        </p:spPr>
        <p:txBody>
          <a:bodyPr/>
          <a:lstStyle>
            <a:lvl1pPr marL="0" indent="0">
              <a:buNone/>
              <a:defRPr lang="en-US" altLang="zh-CN" sz="24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lvl="0"/>
            <a:r>
              <a:rPr lang="en-US" altLang="zh-CN" noProof="false" err="true"/>
              <a:t>请输入小标题</a:t>
            </a:r>
            <a:endParaRPr lang="en-US" altLang="zh-CN" noProof="false"/>
          </a:p>
        </p:txBody>
      </p:sp>
      <p:sp>
        <p:nvSpPr>
          <p:cNvPr id="2296" name="Text Placeholder 12"/>
          <p:cNvSpPr>
            <a:spLocks noGrp="true"/>
          </p:cNvSpPr>
          <p:nvPr>
            <p:ph type="body" sz="quarter" idx="42" hasCustomPrompt="true"/>
          </p:nvPr>
        </p:nvSpPr>
        <p:spPr>
          <a:xfrm>
            <a:off x="7509187" y="835034"/>
            <a:ext cx="4175448" cy="759219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lang="en-US" sz="1200" b="false" i="false" kern="1200" cap="none" spc="0" baseline="0" noProof="false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lang="en-GB" sz="1200" kern="1200" dirty="fals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请输入正文内容</a:t>
            </a:r>
            <a:endParaRPr lang="en-US" altLang="zh-CN" noProof="false"/>
          </a:p>
        </p:txBody>
      </p:sp>
      <p:sp>
        <p:nvSpPr>
          <p:cNvPr id="2297" name="Text Placeholder 12"/>
          <p:cNvSpPr>
            <a:spLocks noGrp="true"/>
          </p:cNvSpPr>
          <p:nvPr>
            <p:ph type="body" sz="quarter" idx="46" hasCustomPrompt="true"/>
          </p:nvPr>
        </p:nvSpPr>
        <p:spPr>
          <a:xfrm>
            <a:off x="7509187" y="4252339"/>
            <a:ext cx="4175448" cy="759219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lang="en-US" sz="1200" b="false" i="false" kern="1200" cap="none" spc="0" baseline="0" noProof="false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lang="en-GB" sz="1200" kern="1200" dirty="fals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请输入正文内容</a:t>
            </a:r>
            <a:endParaRPr lang="en-US" altLang="zh-CN" noProof="false"/>
          </a:p>
        </p:txBody>
      </p:sp>
      <p:sp>
        <p:nvSpPr>
          <p:cNvPr id="2298" name="Footer Placeholder 4"/>
          <p:cNvSpPr txBox="true"/>
          <p:nvPr userDrawn="true"/>
        </p:nvSpPr>
        <p:spPr>
          <a:xfrm>
            <a:off x="8131175" y="6392544"/>
            <a:ext cx="3553460" cy="160655"/>
          </a:xfrm>
          <a:prstGeom prst="rect">
            <a:avLst/>
          </a:prstGeom>
        </p:spPr>
        <p:txBody>
          <a:bodyPr vert="horz" lIns="0" tIns="0" rIns="0" bIns="0" rtlCol="false" anchor="t" anchorCtr="false"/>
          <a:lstStyle>
            <a:defPPr>
              <a:defRPr lang="en-US"/>
            </a:defPPr>
            <a:lvl1pPr marL="0" algn="r" defTabSz="914400" rtl="false" eaLnBrk="true" latinLnBrk="false" hangingPunct="true">
              <a:defRPr sz="600" b="true" kern="1200" cap="all" spc="150" baseline="0">
                <a:solidFill>
                  <a:srgbClr val="908D84"/>
                </a:solidFill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1pPr>
            <a:lvl2pPr marL="4572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/>
            <a:r>
              <a:rPr lang="zh-CN" altLang="en-US" sz="700" b="false" i="false" spc="0" noProof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</a:rPr>
              <a:t>版权所有</a:t>
            </a:r>
            <a:r>
              <a:rPr lang="en-US" altLang="zh-CN" sz="700" b="false" i="false" spc="0" noProof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</a:rPr>
              <a:t>© 2025 </a:t>
            </a:r>
            <a:r>
              <a:rPr lang="zh-CN" altLang="en-US" sz="700" b="false" i="false" spc="0" noProof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</a:rPr>
              <a:t>亚马逊广告。保留所有权利。</a:t>
            </a:r>
            <a:endParaRPr lang="en-US" sz="700" b="false" i="false" spc="0" noProof="false">
              <a:solidFill>
                <a:schemeClr val="tx1"/>
              </a:solidFill>
              <a:latin typeface="Noto Sans S Chinese Regular" panose="020B0500000000000000" pitchFamily="34" charset="-128"/>
              <a:ea typeface="Noto Sans S Chinese Regular" panose="020B0500000000000000" pitchFamily="34" charset="-128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p="http://schemas.openxmlformats.org/presentationml/2006/main">
  <p:cSld name="1_Half page content blocks 6">
    <p:bg>
      <p:bgPr>
        <a:solidFill>
          <a:schemeClr val="tx1"/>
        </a:solidFill>
        <a:effectLst/>
      </p:bgPr>
    </p:bg>
    <p:spTree>
      <p:nvGrpSpPr>
        <p:cNvPr id="23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8" name="Rectangle 17"/>
          <p:cNvSpPr/>
          <p:nvPr userDrawn="true"/>
        </p:nvSpPr>
        <p:spPr>
          <a:xfrm>
            <a:off x="6096000" y="1713056"/>
            <a:ext cx="6096000" cy="1715944"/>
          </a:xfrm>
          <a:prstGeom prst="rect">
            <a:avLst/>
          </a:prstGeom>
          <a:solidFill>
            <a:srgbClr val="F986E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 lang="en-US" b="false" i="false" noProof="false">
              <a:latin typeface="Noto Sans S Chinese Regular" panose="020B0500000000000000" pitchFamily="34" charset="-128"/>
            </a:endParaRPr>
          </a:p>
        </p:txBody>
      </p:sp>
      <p:sp>
        <p:nvSpPr>
          <p:cNvPr id="2339" name="Rectangle 18"/>
          <p:cNvSpPr/>
          <p:nvPr userDrawn="true"/>
        </p:nvSpPr>
        <p:spPr>
          <a:xfrm>
            <a:off x="6096000" y="3429000"/>
            <a:ext cx="6096000" cy="1715944"/>
          </a:xfrm>
          <a:prstGeom prst="rect">
            <a:avLst/>
          </a:prstGeom>
          <a:solidFill>
            <a:srgbClr val="25CB5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 lang="en-US" b="false" i="false" noProof="false">
              <a:latin typeface="Noto Sans S Chinese Regular" panose="020B0500000000000000" pitchFamily="34" charset="-128"/>
            </a:endParaRPr>
          </a:p>
        </p:txBody>
      </p:sp>
      <p:sp>
        <p:nvSpPr>
          <p:cNvPr id="2340" name="Rectangle 19"/>
          <p:cNvSpPr/>
          <p:nvPr userDrawn="true"/>
        </p:nvSpPr>
        <p:spPr>
          <a:xfrm>
            <a:off x="6096000" y="5142056"/>
            <a:ext cx="6096000" cy="171594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 lang="en-US" b="false" i="false" noProof="false">
              <a:latin typeface="Noto Sans S Chinese Regular" panose="020B0500000000000000" pitchFamily="34" charset="-128"/>
            </a:endParaRPr>
          </a:p>
        </p:txBody>
      </p:sp>
      <p:sp>
        <p:nvSpPr>
          <p:cNvPr id="2341" name="Rectangle 9"/>
          <p:cNvSpPr/>
          <p:nvPr userDrawn="true"/>
        </p:nvSpPr>
        <p:spPr>
          <a:xfrm>
            <a:off x="6096000" y="0"/>
            <a:ext cx="6096000" cy="17159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 lang="en-US" b="false" i="false" noProof="false">
              <a:latin typeface="Noto Sans S Chinese Regular" panose="020B0500000000000000" pitchFamily="34" charset="-128"/>
            </a:endParaRPr>
          </a:p>
        </p:txBody>
      </p:sp>
      <p:sp>
        <p:nvSpPr>
          <p:cNvPr id="2342" name="Title 1"/>
          <p:cNvSpPr>
            <a:spLocks noGrp="true"/>
          </p:cNvSpPr>
          <p:nvPr>
            <p:ph type="title" hasCustomPrompt="true"/>
          </p:nvPr>
        </p:nvSpPr>
        <p:spPr>
          <a:xfrm>
            <a:off x="507365" y="1481559"/>
            <a:ext cx="5222875" cy="4178459"/>
          </a:xfrm>
        </p:spPr>
        <p:txBody>
          <a:bodyPr anchor="ctr" anchorCtr="false"/>
          <a:lstStyle>
            <a:lvl1pPr algn="l" defTabSz="914400" rtl="false" eaLnBrk="true" latinLnBrk="false" hangingPunct="true">
              <a:lnSpc>
                <a:spcPct val="90000"/>
              </a:lnSpc>
              <a:spcBef>
                <a:spcPct val="1"/>
              </a:spcBef>
              <a:buNone/>
              <a:defRPr lang="en-US" sz="8000" b="true" i="false" kern="1200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j-cs"/>
              </a:defRPr>
            </a:lvl1pPr>
          </a:lstStyle>
          <a:p>
            <a:pPr/>
            <a:r>
              <a:rPr lang="en-US" altLang="zh-CN" noProof="false" err="true"/>
              <a:t>请输入标题</a:t>
            </a:r>
            <a:br>
              <a:rPr lang="en-US" altLang="zh-CN" noProof="false"/>
            </a:br>
            <a:r>
              <a:rPr lang="en-US" altLang="zh-CN" noProof="false" err="true"/>
              <a:t>请输入标题</a:t>
            </a:r>
            <a:endParaRPr lang="en-US" noProof="false"/>
          </a:p>
        </p:txBody>
      </p:sp>
      <p:sp>
        <p:nvSpPr>
          <p:cNvPr id="2343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2344" name="Text Placeholder 13"/>
          <p:cNvSpPr>
            <a:spLocks noGrp="true"/>
          </p:cNvSpPr>
          <p:nvPr>
            <p:ph type="body" sz="quarter" idx="12" hasCustomPrompt="true"/>
          </p:nvPr>
        </p:nvSpPr>
        <p:spPr>
          <a:xfrm>
            <a:off x="6427037" y="281650"/>
            <a:ext cx="888162" cy="1244601"/>
          </a:xfrm>
        </p:spPr>
        <p:txBody>
          <a:bodyPr/>
          <a:lstStyle>
            <a:lvl1pPr marL="0" indent="0">
              <a:buNone/>
              <a:defRPr lang="en-US" sz="9000" b="true" i="false" kern="1200" noProof="false" dirty="false">
                <a:solidFill>
                  <a:schemeClr val="tx1"/>
                </a:solidFill>
                <a:latin typeface="+mj-lt"/>
                <a:ea typeface="Noto Sans S Chinese Regular" panose="020B0500000000000000" pitchFamily="34" charset="-128"/>
                <a:cs typeface="+mn-cs"/>
              </a:defRPr>
            </a:lvl1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noProof="false"/>
              <a:t>1</a:t>
            </a:r>
            <a:endParaRPr lang="en-US" noProof="false"/>
          </a:p>
        </p:txBody>
      </p:sp>
      <p:sp>
        <p:nvSpPr>
          <p:cNvPr id="2345" name="Text Placeholder 13"/>
          <p:cNvSpPr>
            <a:spLocks noGrp="true"/>
          </p:cNvSpPr>
          <p:nvPr>
            <p:ph type="body" sz="quarter" idx="14" hasCustomPrompt="true"/>
          </p:nvPr>
        </p:nvSpPr>
        <p:spPr>
          <a:xfrm>
            <a:off x="6427037" y="3697386"/>
            <a:ext cx="888162" cy="1244601"/>
          </a:xfrm>
        </p:spPr>
        <p:txBody>
          <a:bodyPr/>
          <a:lstStyle>
            <a:lvl1pPr marL="0" indent="0">
              <a:buNone/>
              <a:defRPr lang="en-US" sz="9000" b="true" i="false" kern="1200" noProof="false" dirty="false">
                <a:solidFill>
                  <a:schemeClr val="tx1"/>
                </a:solidFill>
                <a:latin typeface="+mj-lt"/>
                <a:ea typeface="Noto Sans S Chinese Regular" panose="020B0500000000000000" pitchFamily="34" charset="-128"/>
                <a:cs typeface="+mn-cs"/>
              </a:defRPr>
            </a:lvl1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noProof="false"/>
              <a:t>3</a:t>
            </a:r>
            <a:endParaRPr lang="en-US" noProof="false"/>
          </a:p>
        </p:txBody>
      </p:sp>
      <p:sp>
        <p:nvSpPr>
          <p:cNvPr id="2346" name="Text Placeholder 13"/>
          <p:cNvSpPr>
            <a:spLocks noGrp="true"/>
          </p:cNvSpPr>
          <p:nvPr>
            <p:ph type="body" sz="quarter" idx="16" hasCustomPrompt="true"/>
          </p:nvPr>
        </p:nvSpPr>
        <p:spPr>
          <a:xfrm>
            <a:off x="6427037" y="2023733"/>
            <a:ext cx="888162" cy="1244601"/>
          </a:xfrm>
        </p:spPr>
        <p:txBody>
          <a:bodyPr/>
          <a:lstStyle>
            <a:lvl1pPr marL="0" indent="0">
              <a:buNone/>
              <a:defRPr lang="en-US" sz="9000" b="true" i="false" kern="1200" noProof="false" dirty="false">
                <a:solidFill>
                  <a:schemeClr val="tx1"/>
                </a:solidFill>
                <a:latin typeface="+mj-lt"/>
                <a:ea typeface="Noto Sans S Chinese Regular" panose="020B0500000000000000" pitchFamily="34" charset="-128"/>
                <a:cs typeface="+mn-cs"/>
              </a:defRPr>
            </a:lvl1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noProof="false"/>
              <a:t>2</a:t>
            </a:r>
            <a:endParaRPr lang="en-US" noProof="false"/>
          </a:p>
        </p:txBody>
      </p:sp>
      <p:sp>
        <p:nvSpPr>
          <p:cNvPr id="2347" name="Text Placeholder 13"/>
          <p:cNvSpPr>
            <a:spLocks noGrp="true"/>
          </p:cNvSpPr>
          <p:nvPr>
            <p:ph type="body" sz="quarter" idx="18" hasCustomPrompt="true"/>
          </p:nvPr>
        </p:nvSpPr>
        <p:spPr>
          <a:xfrm>
            <a:off x="6427037" y="5429969"/>
            <a:ext cx="888162" cy="1244601"/>
          </a:xfrm>
        </p:spPr>
        <p:txBody>
          <a:bodyPr/>
          <a:lstStyle>
            <a:lvl1pPr marL="0" indent="0">
              <a:buNone/>
              <a:defRPr lang="en-US" sz="9000" b="true" i="false" kern="1200" noProof="false" dirty="false">
                <a:solidFill>
                  <a:schemeClr val="tx1"/>
                </a:solidFill>
                <a:latin typeface="+mj-lt"/>
                <a:ea typeface="Noto Sans S Chinese Regular" panose="020B0500000000000000" pitchFamily="34" charset="-128"/>
                <a:cs typeface="+mn-cs"/>
              </a:defRPr>
            </a:lvl1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noProof="false"/>
              <a:t>4</a:t>
            </a:r>
            <a:endParaRPr lang="en-US" noProof="false"/>
          </a:p>
        </p:txBody>
      </p:sp>
      <p:sp>
        <p:nvSpPr>
          <p:cNvPr id="2348" name="Text Placeholder 8"/>
          <p:cNvSpPr>
            <a:spLocks noGrp="true"/>
          </p:cNvSpPr>
          <p:nvPr>
            <p:ph type="body" sz="quarter" idx="23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altLang="zh-CN" noProof="false" err="true"/>
              <a:t>来源</a:t>
            </a:r>
            <a:r>
              <a:rPr lang="zh-CN" altLang="en-US" noProof="false"/>
              <a:t>：</a:t>
            </a:r>
            <a:endParaRPr lang="en-US" altLang="zh-CN" noProof="false"/>
          </a:p>
        </p:txBody>
      </p:sp>
      <p:sp>
        <p:nvSpPr>
          <p:cNvPr id="2349" name="Text Placeholder 13"/>
          <p:cNvSpPr>
            <a:spLocks noGrp="true"/>
          </p:cNvSpPr>
          <p:nvPr>
            <p:ph type="body" sz="quarter" idx="43" hasCustomPrompt="true"/>
          </p:nvPr>
        </p:nvSpPr>
        <p:spPr>
          <a:xfrm>
            <a:off x="7509187" y="2138983"/>
            <a:ext cx="4175448" cy="323562"/>
          </a:xfrm>
        </p:spPr>
        <p:txBody>
          <a:bodyPr/>
          <a:lstStyle>
            <a:lvl1pPr marL="0" indent="0">
              <a:buNone/>
              <a:defRPr lang="en-US" altLang="zh-CN" sz="24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lvl="0"/>
            <a:r>
              <a:rPr lang="en-US" altLang="zh-CN" noProof="false" err="true"/>
              <a:t>请输入小标题</a:t>
            </a:r>
            <a:endParaRPr lang="en-US" altLang="zh-CN" noProof="false"/>
          </a:p>
        </p:txBody>
      </p:sp>
      <p:sp>
        <p:nvSpPr>
          <p:cNvPr id="2350" name="Text Placeholder 12"/>
          <p:cNvSpPr>
            <a:spLocks noGrp="true"/>
          </p:cNvSpPr>
          <p:nvPr>
            <p:ph type="body" sz="quarter" idx="44" hasCustomPrompt="true"/>
          </p:nvPr>
        </p:nvSpPr>
        <p:spPr>
          <a:xfrm>
            <a:off x="7509187" y="2570391"/>
            <a:ext cx="4175448" cy="759219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lang="en-US" sz="1200" b="false" i="false" kern="1200" cap="none" spc="0" baseline="0" noProof="false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lang="en-GB" sz="1200" kern="1200" dirty="fals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dirty="false" err="true"/>
              <a:t>请输入正文</a:t>
            </a:r>
            <a:r>
              <a:rPr lang="zh-CN" altLang="en-US" noProof="false" dirty="false"/>
              <a:t>内容</a:t>
            </a:r>
            <a:endParaRPr lang="en-US" altLang="zh-CN" noProof="false" dirty="false"/>
          </a:p>
        </p:txBody>
      </p:sp>
      <p:sp>
        <p:nvSpPr>
          <p:cNvPr id="2351" name="Text Placeholder 13"/>
          <p:cNvSpPr>
            <a:spLocks noGrp="true"/>
          </p:cNvSpPr>
          <p:nvPr>
            <p:ph type="body" sz="quarter" idx="45" hasCustomPrompt="true"/>
          </p:nvPr>
        </p:nvSpPr>
        <p:spPr>
          <a:xfrm>
            <a:off x="7509187" y="3820931"/>
            <a:ext cx="4175448" cy="323562"/>
          </a:xfrm>
        </p:spPr>
        <p:txBody>
          <a:bodyPr/>
          <a:lstStyle>
            <a:lvl1pPr marL="0" indent="0">
              <a:buNone/>
              <a:defRPr lang="en-US" altLang="zh-CN" sz="24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lvl="0"/>
            <a:r>
              <a:rPr lang="en-US" altLang="zh-CN" noProof="false" err="true"/>
              <a:t>请输入小标题</a:t>
            </a:r>
            <a:endParaRPr lang="en-US" altLang="zh-CN" noProof="false"/>
          </a:p>
        </p:txBody>
      </p:sp>
      <p:sp>
        <p:nvSpPr>
          <p:cNvPr id="2352" name="Text Placeholder 13"/>
          <p:cNvSpPr>
            <a:spLocks noGrp="true"/>
          </p:cNvSpPr>
          <p:nvPr>
            <p:ph type="body" sz="quarter" idx="47" hasCustomPrompt="true"/>
          </p:nvPr>
        </p:nvSpPr>
        <p:spPr>
          <a:xfrm>
            <a:off x="7509187" y="5558374"/>
            <a:ext cx="4175448" cy="323562"/>
          </a:xfrm>
        </p:spPr>
        <p:txBody>
          <a:bodyPr/>
          <a:lstStyle>
            <a:lvl1pPr marL="0" indent="0">
              <a:buNone/>
              <a:defRPr lang="en-US" altLang="zh-CN" sz="24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lvl="0"/>
            <a:r>
              <a:rPr lang="en-US" altLang="zh-CN" noProof="false" err="true"/>
              <a:t>请输入小标题</a:t>
            </a:r>
            <a:endParaRPr lang="en-US" altLang="zh-CN" noProof="false"/>
          </a:p>
        </p:txBody>
      </p:sp>
      <p:sp>
        <p:nvSpPr>
          <p:cNvPr id="2353" name="Text Placeholder 12"/>
          <p:cNvSpPr>
            <a:spLocks noGrp="true"/>
          </p:cNvSpPr>
          <p:nvPr>
            <p:ph type="body" sz="quarter" idx="48" hasCustomPrompt="true"/>
          </p:nvPr>
        </p:nvSpPr>
        <p:spPr>
          <a:xfrm>
            <a:off x="7509187" y="5989782"/>
            <a:ext cx="4175448" cy="759219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lang="en-US" sz="1200" b="false" i="false" kern="1200" cap="none" spc="0" baseline="0" noProof="false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lang="en-GB" sz="1200" kern="1200" dirty="fals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dirty="false" err="true"/>
              <a:t>请输入正文</a:t>
            </a:r>
            <a:r>
              <a:rPr lang="zh-CN" altLang="en-US" noProof="false" dirty="false"/>
              <a:t>内容</a:t>
            </a:r>
            <a:endParaRPr lang="en-US" altLang="zh-CN" noProof="false" dirty="false"/>
          </a:p>
        </p:txBody>
      </p:sp>
      <p:sp>
        <p:nvSpPr>
          <p:cNvPr id="2354" name="Text Placeholder 13"/>
          <p:cNvSpPr>
            <a:spLocks noGrp="true"/>
          </p:cNvSpPr>
          <p:nvPr>
            <p:ph type="body" sz="quarter" idx="24" hasCustomPrompt="true"/>
          </p:nvPr>
        </p:nvSpPr>
        <p:spPr>
          <a:xfrm>
            <a:off x="7509187" y="403626"/>
            <a:ext cx="4175448" cy="323562"/>
          </a:xfrm>
        </p:spPr>
        <p:txBody>
          <a:bodyPr/>
          <a:lstStyle>
            <a:lvl1pPr marL="0" indent="0">
              <a:buNone/>
              <a:defRPr lang="en-US" altLang="zh-CN" sz="24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lvl="0"/>
            <a:r>
              <a:rPr lang="en-US" altLang="zh-CN" noProof="false" err="true"/>
              <a:t>请输入小标题</a:t>
            </a:r>
            <a:endParaRPr lang="en-US" altLang="zh-CN" noProof="false"/>
          </a:p>
        </p:txBody>
      </p:sp>
      <p:sp>
        <p:nvSpPr>
          <p:cNvPr id="2355" name="Text Placeholder 12"/>
          <p:cNvSpPr>
            <a:spLocks noGrp="true"/>
          </p:cNvSpPr>
          <p:nvPr>
            <p:ph type="body" sz="quarter" idx="42" hasCustomPrompt="true"/>
          </p:nvPr>
        </p:nvSpPr>
        <p:spPr>
          <a:xfrm>
            <a:off x="7509187" y="835034"/>
            <a:ext cx="4175448" cy="759219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lang="en-US" sz="1200" b="false" i="false" kern="1200" cap="none" spc="0" baseline="0" noProof="false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lang="en-GB" sz="1200" kern="1200" dirty="fals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dirty="false" err="true"/>
              <a:t>请输入正文</a:t>
            </a:r>
            <a:r>
              <a:rPr lang="zh-CN" altLang="en-US" noProof="false" dirty="false"/>
              <a:t>内容</a:t>
            </a:r>
            <a:endParaRPr lang="en-US" altLang="zh-CN" noProof="false" dirty="false"/>
          </a:p>
        </p:txBody>
      </p:sp>
      <p:sp>
        <p:nvSpPr>
          <p:cNvPr id="2356" name="Text Placeholder 12"/>
          <p:cNvSpPr>
            <a:spLocks noGrp="true"/>
          </p:cNvSpPr>
          <p:nvPr>
            <p:ph type="body" sz="quarter" idx="46" hasCustomPrompt="true"/>
          </p:nvPr>
        </p:nvSpPr>
        <p:spPr>
          <a:xfrm>
            <a:off x="7509187" y="4252339"/>
            <a:ext cx="4175448" cy="759219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lang="en-US" sz="1200" b="false" i="false" kern="1200" cap="none" spc="0" baseline="0" noProof="false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lang="en-GB" sz="1200" kern="1200" dirty="fals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dirty="false" err="true"/>
              <a:t>请输入正文</a:t>
            </a:r>
            <a:r>
              <a:rPr lang="zh-CN" altLang="en-US" noProof="false" dirty="false"/>
              <a:t>内容</a:t>
            </a:r>
            <a:endParaRPr lang="en-US" altLang="zh-CN" noProof="false" dirty="false"/>
          </a:p>
        </p:txBody>
      </p:sp>
      <p:sp>
        <p:nvSpPr>
          <p:cNvPr id="2357" name="Footer Placeholder 4"/>
          <p:cNvSpPr txBox="true"/>
          <p:nvPr userDrawn="true"/>
        </p:nvSpPr>
        <p:spPr>
          <a:xfrm>
            <a:off x="8131175" y="6392544"/>
            <a:ext cx="3553460" cy="160655"/>
          </a:xfrm>
          <a:prstGeom prst="rect">
            <a:avLst/>
          </a:prstGeom>
        </p:spPr>
        <p:txBody>
          <a:bodyPr vert="horz" lIns="0" tIns="0" rIns="0" bIns="0" rtlCol="false" anchor="t" anchorCtr="false"/>
          <a:lstStyle>
            <a:defPPr>
              <a:defRPr lang="en-US"/>
            </a:defPPr>
            <a:lvl1pPr marL="0" algn="r" defTabSz="914400" rtl="false" eaLnBrk="true" latinLnBrk="false" hangingPunct="true">
              <a:defRPr sz="600" b="true" kern="1200" cap="all" spc="150" baseline="0">
                <a:solidFill>
                  <a:srgbClr val="908D84"/>
                </a:solidFill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1pPr>
            <a:lvl2pPr marL="4572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/>
            <a:r>
              <a:rPr lang="zh-CN" altLang="en-US" sz="700" b="false" i="false" spc="0" noProof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</a:rPr>
              <a:t>版权所有</a:t>
            </a:r>
            <a:r>
              <a:rPr lang="en-US" altLang="zh-CN" sz="700" b="false" i="false" spc="0" noProof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</a:rPr>
              <a:t>© 2025 </a:t>
            </a:r>
            <a:r>
              <a:rPr lang="zh-CN" altLang="en-US" sz="700" b="false" i="false" spc="0" noProof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</a:rPr>
              <a:t>亚马逊广告。保留所有权利。</a:t>
            </a:r>
            <a:endParaRPr lang="en-US" sz="700" b="false" i="false" spc="0" noProof="false">
              <a:solidFill>
                <a:schemeClr val="tx1"/>
              </a:solidFill>
              <a:latin typeface="Noto Sans S Chinese Regular" panose="020B0500000000000000" pitchFamily="34" charset="-128"/>
              <a:ea typeface="Noto Sans S Chinese Regular" panose="020B0500000000000000" pitchFamily="34" charset="-128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p="http://schemas.openxmlformats.org/presentationml/2006/main">
  <p:cSld name="1 Profile">
    <p:spTree>
      <p:nvGrpSpPr>
        <p:cNvPr id="238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8" name="Slide Number Placeholder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2389" name="Text Placeholder 11"/>
          <p:cNvSpPr>
            <a:spLocks noGrp="true"/>
          </p:cNvSpPr>
          <p:nvPr>
            <p:ph type="body" sz="quarter" idx="14" hasCustomPrompt="true"/>
          </p:nvPr>
        </p:nvSpPr>
        <p:spPr>
          <a:xfrm>
            <a:off x="508000" y="1689904"/>
            <a:ext cx="5588000" cy="226209"/>
          </a:xfrm>
        </p:spPr>
        <p:txBody>
          <a:bodyPr>
            <a:noAutofit/>
          </a:bodyPr>
          <a:lstStyle>
            <a:lvl1pPr marL="0" indent="0">
              <a:buNone/>
              <a:defRPr sz="1000" b="false" i="false" cap="all" spc="150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noProof="false" err="true"/>
              <a:t>请输入说明文字</a:t>
            </a:r>
            <a:endParaRPr lang="en-US" noProof="false"/>
          </a:p>
        </p:txBody>
      </p:sp>
      <p:sp>
        <p:nvSpPr>
          <p:cNvPr id="2390" name="Text Placeholder 13"/>
          <p:cNvSpPr>
            <a:spLocks noGrp="true"/>
          </p:cNvSpPr>
          <p:nvPr>
            <p:ph type="body" sz="quarter" idx="15" hasCustomPrompt="true"/>
          </p:nvPr>
        </p:nvSpPr>
        <p:spPr>
          <a:xfrm>
            <a:off x="493712" y="2214694"/>
            <a:ext cx="5616575" cy="1824871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6800" b="true" i="false" cap="all" spc="-50" baseline="0">
                <a:latin typeface="Noto Sans S Chinese Bold" panose="020B0500000000000000" pitchFamily="34" charset="-128"/>
                <a:ea typeface="Noto Sans S Chinese Bold" panose="020B0500000000000000" pitchFamily="34" charset="-128"/>
              </a:defRPr>
            </a:lvl1pPr>
          </a:lstStyle>
          <a:p>
            <a:pPr lvl="0"/>
            <a:r>
              <a:rPr lang="en-US" noProof="false" dirty="false" err="true"/>
              <a:t>请输入</a:t>
            </a:r>
            <a:endParaRPr lang="en-US" noProof="false" dirty="false"/>
          </a:p>
          <a:p>
            <a:pPr lvl="0"/>
            <a:r>
              <a:rPr lang="en-US" noProof="false" dirty="false" err="true"/>
              <a:t>姓名</a:t>
            </a:r>
            <a:endParaRPr lang="en-US" noProof="false" dirty="false"/>
          </a:p>
        </p:txBody>
      </p:sp>
      <p:sp>
        <p:nvSpPr>
          <p:cNvPr id="2391" name="Text Placeholder 15"/>
          <p:cNvSpPr>
            <a:spLocks noGrp="true"/>
          </p:cNvSpPr>
          <p:nvPr>
            <p:ph type="body" sz="quarter" idx="16" hasCustomPrompt="true"/>
          </p:nvPr>
        </p:nvSpPr>
        <p:spPr>
          <a:xfrm>
            <a:off x="479425" y="4167514"/>
            <a:ext cx="5616575" cy="358188"/>
          </a:xfrm>
        </p:spPr>
        <p:txBody>
          <a:bodyPr>
            <a:noAutofit/>
          </a:bodyPr>
          <a:lstStyle>
            <a:lvl1pPr marL="0" indent="0">
              <a:buNone/>
              <a:defRPr sz="2400" b="true">
                <a:latin typeface="Noto Sans S Chinese Regular" panose="020B0500000000000000" pitchFamily="34" charset="-128"/>
                <a:ea typeface="Noto Sans S Chinese Regular" panose="020B0500000000000000" pitchFamily="34" charset="-128"/>
              </a:defRPr>
            </a:lvl1pPr>
          </a:lstStyle>
          <a:p>
            <a:pPr lvl="0"/>
            <a:r>
              <a:rPr lang="en-US" noProof="false" dirty="false" err="true"/>
              <a:t>请输入职务</a:t>
            </a:r>
            <a:endParaRPr lang="en-US" noProof="false" dirty="false"/>
          </a:p>
        </p:txBody>
      </p:sp>
      <p:sp>
        <p:nvSpPr>
          <p:cNvPr id="2392" name="Text Placeholder 17"/>
          <p:cNvSpPr>
            <a:spLocks noGrp="true"/>
          </p:cNvSpPr>
          <p:nvPr>
            <p:ph type="body" sz="quarter" idx="17" hasCustomPrompt="true"/>
          </p:nvPr>
        </p:nvSpPr>
        <p:spPr>
          <a:xfrm>
            <a:off x="479425" y="4786147"/>
            <a:ext cx="5630863" cy="741363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spc="0" baseline="0"/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false" err="true"/>
              <a:t>电子邮箱</a:t>
            </a:r>
            <a:r>
              <a:rPr lang="zh-CN" altLang="en-US" noProof="false"/>
              <a:t>：</a:t>
            </a:r>
            <a:endParaRPr lang="en-US" noProof="false"/>
          </a:p>
          <a:p>
            <a:pPr lvl="0"/>
            <a:r>
              <a:rPr lang="en-US" noProof="false" err="true"/>
              <a:t>电话号码</a:t>
            </a:r>
            <a:r>
              <a:rPr lang="zh-CN" altLang="en-US" noProof="false"/>
              <a:t>：</a:t>
            </a:r>
            <a:endParaRPr lang="en-US" noProof="false"/>
          </a:p>
        </p:txBody>
      </p:sp>
      <p:sp>
        <p:nvSpPr>
          <p:cNvPr id="2393" name="Picture Placeholder 8"/>
          <p:cNvSpPr>
            <a:spLocks noGrp="true"/>
          </p:cNvSpPr>
          <p:nvPr>
            <p:ph type="pic" sz="quarter" idx="18" hasCustomPrompt="true"/>
          </p:nvPr>
        </p:nvSpPr>
        <p:spPr>
          <a:xfrm>
            <a:off x="7188199" y="852116"/>
            <a:ext cx="4491038" cy="4757195"/>
          </a:xfrm>
          <a:noFill/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单击插入图片</a:t>
            </a:r>
            <a:endParaRPr lang="zh-TW" altLang="en-US" noProof="false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p="http://schemas.openxmlformats.org/presentationml/2006/main">
  <p:cSld name="2_1 Profile">
    <p:bg>
      <p:bgPr>
        <a:solidFill>
          <a:schemeClr val="tx1"/>
        </a:solidFill>
        <a:effectLst/>
      </p:bgPr>
    </p:bg>
    <p:spTree>
      <p:nvGrpSpPr>
        <p:cNvPr id="239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5" name="Slide Number Placeholder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2396" name="Text Placeholder 11"/>
          <p:cNvSpPr>
            <a:spLocks noGrp="true"/>
          </p:cNvSpPr>
          <p:nvPr>
            <p:ph type="body" sz="quarter" idx="14" hasCustomPrompt="true"/>
          </p:nvPr>
        </p:nvSpPr>
        <p:spPr>
          <a:xfrm>
            <a:off x="508000" y="1689904"/>
            <a:ext cx="5588000" cy="226209"/>
          </a:xfrm>
        </p:spPr>
        <p:txBody>
          <a:bodyPr>
            <a:noAutofit/>
          </a:bodyPr>
          <a:lstStyle>
            <a:lvl1pPr marL="0" indent="0">
              <a:buNone/>
              <a:defRPr sz="1000" b="false" i="false" cap="all" spc="150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noProof="false" err="true"/>
              <a:t>请输入说明文字</a:t>
            </a:r>
            <a:endParaRPr lang="en-US" noProof="false"/>
          </a:p>
        </p:txBody>
      </p:sp>
      <p:sp>
        <p:nvSpPr>
          <p:cNvPr id="2397" name="Text Placeholder 13"/>
          <p:cNvSpPr>
            <a:spLocks noGrp="true"/>
          </p:cNvSpPr>
          <p:nvPr>
            <p:ph type="body" sz="quarter" idx="15" hasCustomPrompt="true"/>
          </p:nvPr>
        </p:nvSpPr>
        <p:spPr>
          <a:xfrm>
            <a:off x="493712" y="2214694"/>
            <a:ext cx="5616575" cy="1824871"/>
          </a:xfrm>
        </p:spPr>
        <p:txBody>
          <a:bodyPr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lang="en-US" sz="6800" b="true" i="false" kern="1200" cap="all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noProof="false" err="true"/>
              <a:t>请输入</a:t>
            </a:r>
            <a:endParaRPr lang="en-US" noProof="false"/>
          </a:p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noProof="false" err="true"/>
              <a:t>姓名</a:t>
            </a:r>
            <a:endParaRPr lang="en-US" noProof="false"/>
          </a:p>
        </p:txBody>
      </p:sp>
      <p:sp>
        <p:nvSpPr>
          <p:cNvPr id="2398" name="Text Placeholder 15"/>
          <p:cNvSpPr>
            <a:spLocks noGrp="true"/>
          </p:cNvSpPr>
          <p:nvPr>
            <p:ph type="body" sz="quarter" idx="16" hasCustomPrompt="true"/>
          </p:nvPr>
        </p:nvSpPr>
        <p:spPr>
          <a:xfrm>
            <a:off x="479425" y="4167514"/>
            <a:ext cx="5616575" cy="358188"/>
          </a:xfrm>
        </p:spPr>
        <p:txBody>
          <a:bodyPr>
            <a:noAutofit/>
          </a:bodyPr>
          <a:lstStyle>
            <a:lvl1pPr marL="0" indent="0">
              <a:buNone/>
              <a:defRPr lang="en-US" sz="2400" b="true" kern="1200" noProof="false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+mn-cs"/>
              </a:defRPr>
            </a:lvl1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noProof="false" err="true"/>
              <a:t>请输入职务</a:t>
            </a:r>
            <a:endParaRPr lang="en-US" noProof="false"/>
          </a:p>
        </p:txBody>
      </p:sp>
      <p:sp>
        <p:nvSpPr>
          <p:cNvPr id="2399" name="Text Placeholder 17"/>
          <p:cNvSpPr>
            <a:spLocks noGrp="true"/>
          </p:cNvSpPr>
          <p:nvPr>
            <p:ph type="body" sz="quarter" idx="17" hasCustomPrompt="true"/>
          </p:nvPr>
        </p:nvSpPr>
        <p:spPr>
          <a:xfrm>
            <a:off x="479425" y="4786147"/>
            <a:ext cx="5630863" cy="741363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00" kern="1200" spc="0" baseline="0" noProof="false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 noProof="false" err="true"/>
              <a:t>电子邮箱</a:t>
            </a:r>
            <a:r>
              <a:rPr lang="zh-CN" altLang="en-US" noProof="false"/>
              <a:t>：</a:t>
            </a:r>
            <a:endParaRPr lang="en-US" altLang="zh-CN" noProof="false"/>
          </a:p>
          <a:p>
            <a:pPr lvl="0"/>
            <a:r>
              <a:rPr lang="en-US" altLang="zh-CN" noProof="false" err="true"/>
              <a:t>电话号码</a:t>
            </a:r>
            <a:r>
              <a:rPr lang="zh-CN" altLang="en-US" noProof="false"/>
              <a:t>：</a:t>
            </a:r>
            <a:endParaRPr lang="en-US" altLang="zh-CN" noProof="false"/>
          </a:p>
        </p:txBody>
      </p:sp>
      <p:sp>
        <p:nvSpPr>
          <p:cNvPr id="2400" name="Picture Placeholder 8"/>
          <p:cNvSpPr>
            <a:spLocks noGrp="true"/>
          </p:cNvSpPr>
          <p:nvPr>
            <p:ph type="pic" sz="quarter" idx="18" hasCustomPrompt="true"/>
          </p:nvPr>
        </p:nvSpPr>
        <p:spPr>
          <a:xfrm>
            <a:off x="7188199" y="852116"/>
            <a:ext cx="4491038" cy="4757195"/>
          </a:xfrm>
          <a:noFill/>
        </p:spPr>
        <p:txBody>
          <a:bodyPr anchor="ctr" anchorCtr="false">
            <a:noAutofit/>
          </a:bodyPr>
          <a:lstStyle>
            <a:lvl1pPr marL="0" indent="0" algn="ctr">
              <a:buNone/>
              <a:defRPr lang="en-US" sz="1200" b="false" i="false" kern="1200" cap="all" baseline="0" noProof="false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单击插入图片</a:t>
            </a:r>
            <a:endParaRPr lang="zh-TW" altLang="en-US" noProof="false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p="http://schemas.openxmlformats.org/presentationml/2006/main">
  <p:cSld name="2 Profiles">
    <p:spTree>
      <p:nvGrpSpPr>
        <p:cNvPr id="240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6" name="Slide Number Placeholder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2407" name="Picture Placeholder 8"/>
          <p:cNvSpPr>
            <a:spLocks noGrp="true"/>
          </p:cNvSpPr>
          <p:nvPr>
            <p:ph type="pic" sz="quarter" idx="13" hasCustomPrompt="true"/>
          </p:nvPr>
        </p:nvSpPr>
        <p:spPr>
          <a:xfrm>
            <a:off x="6223837" y="1203961"/>
            <a:ext cx="2603934" cy="2903222"/>
          </a:xfrm>
          <a:noFill/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单击插入图片</a:t>
            </a:r>
            <a:endParaRPr lang="zh-TW" altLang="en-US" noProof="false"/>
          </a:p>
        </p:txBody>
      </p:sp>
      <p:sp>
        <p:nvSpPr>
          <p:cNvPr id="2408" name="Text Placeholder 11"/>
          <p:cNvSpPr>
            <a:spLocks noGrp="true"/>
          </p:cNvSpPr>
          <p:nvPr>
            <p:ph type="body" sz="quarter" idx="14" hasCustomPrompt="true"/>
          </p:nvPr>
        </p:nvSpPr>
        <p:spPr>
          <a:xfrm>
            <a:off x="3316287" y="506423"/>
            <a:ext cx="5588000" cy="226209"/>
          </a:xfrm>
        </p:spPr>
        <p:txBody>
          <a:bodyPr>
            <a:noAutofit/>
          </a:bodyPr>
          <a:lstStyle>
            <a:lvl1pPr marL="0" indent="0" algn="ctr">
              <a:buNone/>
              <a:defRPr sz="1000" b="false" i="false" cap="all" spc="150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noProof="false" err="true"/>
              <a:t>请输入说明文字</a:t>
            </a:r>
            <a:endParaRPr lang="en-US" noProof="false"/>
          </a:p>
        </p:txBody>
      </p:sp>
      <p:sp>
        <p:nvSpPr>
          <p:cNvPr id="2409" name="Text Placeholder 13"/>
          <p:cNvSpPr>
            <a:spLocks noGrp="true"/>
          </p:cNvSpPr>
          <p:nvPr>
            <p:ph type="body" sz="quarter" idx="15" hasCustomPrompt="true"/>
          </p:nvPr>
        </p:nvSpPr>
        <p:spPr>
          <a:xfrm>
            <a:off x="3364230" y="4649591"/>
            <a:ext cx="2603934" cy="741363"/>
          </a:xfr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2800" b="true" i="false" cap="all" spc="-50" baseline="0">
                <a:latin typeface="Noto Sans S Chinese Bold" panose="020B0500000000000000" pitchFamily="34" charset="-128"/>
                <a:ea typeface="Noto Sans S Chinese Bold" panose="020B0500000000000000" pitchFamily="34" charset="-128"/>
              </a:defRPr>
            </a:lvl1pPr>
          </a:lstStyle>
          <a:p>
            <a:pPr lvl="0"/>
            <a:r>
              <a:rPr lang="en-US" noProof="false" err="true"/>
              <a:t>请输入</a:t>
            </a:r>
            <a:endParaRPr lang="en-US" noProof="false"/>
          </a:p>
          <a:p>
            <a:pPr lvl="0"/>
            <a:r>
              <a:rPr lang="en-US" noProof="false" err="true"/>
              <a:t>姓名</a:t>
            </a:r>
            <a:endParaRPr lang="en-US" noProof="false"/>
          </a:p>
        </p:txBody>
      </p:sp>
      <p:sp>
        <p:nvSpPr>
          <p:cNvPr id="2410" name="Text Placeholder 17"/>
          <p:cNvSpPr>
            <a:spLocks noGrp="true"/>
          </p:cNvSpPr>
          <p:nvPr>
            <p:ph type="body" sz="quarter" idx="17" hasCustomPrompt="true"/>
          </p:nvPr>
        </p:nvSpPr>
        <p:spPr>
          <a:xfrm>
            <a:off x="3364229" y="5485584"/>
            <a:ext cx="2603935" cy="741363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spc="0" baseline="0"/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false" err="true"/>
              <a:t>请输入职称</a:t>
            </a:r>
            <a:endParaRPr lang="en-US" noProof="false"/>
          </a:p>
        </p:txBody>
      </p:sp>
      <p:sp>
        <p:nvSpPr>
          <p:cNvPr id="2411" name="Picture Placeholder 8"/>
          <p:cNvSpPr>
            <a:spLocks noGrp="true"/>
          </p:cNvSpPr>
          <p:nvPr>
            <p:ph type="pic" sz="quarter" idx="18" hasCustomPrompt="true"/>
          </p:nvPr>
        </p:nvSpPr>
        <p:spPr>
          <a:xfrm>
            <a:off x="3364230" y="1203961"/>
            <a:ext cx="2603934" cy="2903222"/>
          </a:xfrm>
          <a:noFill/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单击插入图片</a:t>
            </a:r>
            <a:endParaRPr lang="zh-TW" altLang="en-US" noProof="false"/>
          </a:p>
        </p:txBody>
      </p:sp>
      <p:sp>
        <p:nvSpPr>
          <p:cNvPr id="2412" name="Text Placeholder 13"/>
          <p:cNvSpPr>
            <a:spLocks noGrp="true"/>
          </p:cNvSpPr>
          <p:nvPr>
            <p:ph type="body" sz="quarter" idx="19" hasCustomPrompt="true"/>
          </p:nvPr>
        </p:nvSpPr>
        <p:spPr>
          <a:xfrm>
            <a:off x="6223837" y="4649591"/>
            <a:ext cx="2603934" cy="741363"/>
          </a:xfrm>
        </p:spPr>
        <p:txBody>
          <a:bodyPr>
            <a:no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lang="en-US" sz="2800" b="true" i="false" kern="1200" cap="all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CN" noProof="false" err="true"/>
              <a:t>请输入</a:t>
            </a:r>
            <a:endParaRPr lang="en-US" altLang="zh-CN" noProof="false"/>
          </a:p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CN" noProof="false" err="true"/>
              <a:t>姓名</a:t>
            </a:r>
            <a:endParaRPr lang="en-US" noProof="false"/>
          </a:p>
        </p:txBody>
      </p:sp>
      <p:sp>
        <p:nvSpPr>
          <p:cNvPr id="2413" name="Text Placeholder 17"/>
          <p:cNvSpPr>
            <a:spLocks noGrp="true"/>
          </p:cNvSpPr>
          <p:nvPr>
            <p:ph type="body" sz="quarter" idx="20" hasCustomPrompt="true"/>
          </p:nvPr>
        </p:nvSpPr>
        <p:spPr>
          <a:xfrm>
            <a:off x="6223836" y="5485584"/>
            <a:ext cx="2603935" cy="741363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spc="0" baseline="0"/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false" err="true"/>
              <a:t>请输入职称</a:t>
            </a:r>
            <a:endParaRPr lang="en-US" noProof="false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p="http://schemas.openxmlformats.org/presentationml/2006/main">
  <p:cSld name="2_2 Profiles">
    <p:bg>
      <p:bgPr>
        <a:solidFill>
          <a:schemeClr val="tx1"/>
        </a:solidFill>
        <a:effectLst/>
      </p:bgPr>
    </p:bg>
    <p:spTree>
      <p:nvGrpSpPr>
        <p:cNvPr id="24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5" name="Slide Number Placeholder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2416" name="Picture Placeholder 8"/>
          <p:cNvSpPr>
            <a:spLocks noGrp="true"/>
          </p:cNvSpPr>
          <p:nvPr>
            <p:ph type="pic" sz="quarter" idx="13" hasCustomPrompt="true"/>
          </p:nvPr>
        </p:nvSpPr>
        <p:spPr>
          <a:xfrm>
            <a:off x="6223837" y="1203961"/>
            <a:ext cx="2603934" cy="2903222"/>
          </a:xfrm>
          <a:noFill/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单击插入图片</a:t>
            </a:r>
            <a:endParaRPr lang="zh-TW" altLang="en-US" noProof="false"/>
          </a:p>
        </p:txBody>
      </p:sp>
      <p:sp>
        <p:nvSpPr>
          <p:cNvPr id="2417" name="Text Placeholder 11"/>
          <p:cNvSpPr>
            <a:spLocks noGrp="true"/>
          </p:cNvSpPr>
          <p:nvPr>
            <p:ph type="body" sz="quarter" idx="14" hasCustomPrompt="true"/>
          </p:nvPr>
        </p:nvSpPr>
        <p:spPr>
          <a:xfrm>
            <a:off x="3316287" y="506423"/>
            <a:ext cx="5588000" cy="226209"/>
          </a:xfrm>
        </p:spPr>
        <p:txBody>
          <a:bodyPr>
            <a:noAutofit/>
          </a:bodyPr>
          <a:lstStyle>
            <a:lvl1pPr marL="0" indent="0" algn="ctr">
              <a:buNone/>
              <a:defRPr sz="1000" b="false" i="false" cap="all" spc="150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noProof="false" err="true"/>
              <a:t>请输入说明文字</a:t>
            </a:r>
            <a:endParaRPr lang="en-US" noProof="false"/>
          </a:p>
        </p:txBody>
      </p:sp>
      <p:sp>
        <p:nvSpPr>
          <p:cNvPr id="2418" name="Text Placeholder 13"/>
          <p:cNvSpPr>
            <a:spLocks noGrp="true"/>
          </p:cNvSpPr>
          <p:nvPr>
            <p:ph type="body" sz="quarter" idx="15" hasCustomPrompt="true"/>
          </p:nvPr>
        </p:nvSpPr>
        <p:spPr>
          <a:xfrm>
            <a:off x="3364230" y="4649591"/>
            <a:ext cx="2603934" cy="741363"/>
          </a:xfrm>
        </p:spPr>
        <p:txBody>
          <a:bodyPr>
            <a:no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lang="en-US" sz="2800" b="true" i="false" kern="1200" cap="all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noProof="false" err="true"/>
              <a:t>请输入</a:t>
            </a:r>
            <a:endParaRPr lang="en-US" noProof="false"/>
          </a:p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noProof="false" err="true"/>
              <a:t>姓名</a:t>
            </a:r>
            <a:endParaRPr lang="en-US" noProof="false"/>
          </a:p>
        </p:txBody>
      </p:sp>
      <p:sp>
        <p:nvSpPr>
          <p:cNvPr id="2419" name="Text Placeholder 17"/>
          <p:cNvSpPr>
            <a:spLocks noGrp="true"/>
          </p:cNvSpPr>
          <p:nvPr>
            <p:ph type="body" sz="quarter" idx="17" hasCustomPrompt="true"/>
          </p:nvPr>
        </p:nvSpPr>
        <p:spPr>
          <a:xfrm>
            <a:off x="3364229" y="5498284"/>
            <a:ext cx="2603935" cy="741363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spc="0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false" err="true"/>
              <a:t>请输入职称</a:t>
            </a:r>
            <a:endParaRPr lang="en-US" noProof="false"/>
          </a:p>
        </p:txBody>
      </p:sp>
      <p:sp>
        <p:nvSpPr>
          <p:cNvPr id="2420" name="Picture Placeholder 8"/>
          <p:cNvSpPr>
            <a:spLocks noGrp="true"/>
          </p:cNvSpPr>
          <p:nvPr>
            <p:ph type="pic" sz="quarter" idx="18" hasCustomPrompt="true"/>
          </p:nvPr>
        </p:nvSpPr>
        <p:spPr>
          <a:xfrm>
            <a:off x="3364230" y="1203961"/>
            <a:ext cx="2603934" cy="2903222"/>
          </a:xfrm>
          <a:noFill/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单击插入图片</a:t>
            </a:r>
            <a:endParaRPr lang="zh-TW" altLang="en-US" noProof="false"/>
          </a:p>
        </p:txBody>
      </p:sp>
      <p:sp>
        <p:nvSpPr>
          <p:cNvPr id="2421" name="Text Placeholder 13"/>
          <p:cNvSpPr>
            <a:spLocks noGrp="true"/>
          </p:cNvSpPr>
          <p:nvPr>
            <p:ph type="body" sz="quarter" idx="19" hasCustomPrompt="true"/>
          </p:nvPr>
        </p:nvSpPr>
        <p:spPr>
          <a:xfrm>
            <a:off x="6223837" y="4649591"/>
            <a:ext cx="2603934" cy="741363"/>
          </a:xfrm>
        </p:spPr>
        <p:txBody>
          <a:bodyPr>
            <a:no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lang="en-US" sz="2800" b="true" i="false" kern="1200" cap="all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noProof="false" err="true"/>
              <a:t>请输入</a:t>
            </a:r>
            <a:endParaRPr lang="en-US" noProof="false"/>
          </a:p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noProof="false" err="true"/>
              <a:t>姓名</a:t>
            </a:r>
            <a:endParaRPr lang="en-US" noProof="false"/>
          </a:p>
        </p:txBody>
      </p:sp>
      <p:sp>
        <p:nvSpPr>
          <p:cNvPr id="2422" name="Text Placeholder 17"/>
          <p:cNvSpPr>
            <a:spLocks noGrp="true"/>
          </p:cNvSpPr>
          <p:nvPr>
            <p:ph type="body" sz="quarter" idx="20" hasCustomPrompt="true"/>
          </p:nvPr>
        </p:nvSpPr>
        <p:spPr>
          <a:xfrm>
            <a:off x="6223836" y="5498284"/>
            <a:ext cx="2603935" cy="741363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1200" kern="1200" spc="0" baseline="0" noProof="false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marL="0" lvl="0" indent="0" algn="ctr" defTabSz="914400" rtl="false" eaLnBrk="true" latinLnBrk="false" hangingPunct="true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noProof="false" err="true"/>
              <a:t>请输入职称</a:t>
            </a:r>
            <a:endParaRPr lang="en-US" noProof="false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p="http://schemas.openxmlformats.org/presentationml/2006/main">
  <p:cSld name="3 Profiles">
    <p:spTree>
      <p:nvGrpSpPr>
        <p:cNvPr id="24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4" name="Slide Number Placeholder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2425" name="Picture Placeholder 8"/>
          <p:cNvSpPr>
            <a:spLocks noGrp="true"/>
          </p:cNvSpPr>
          <p:nvPr>
            <p:ph type="pic" sz="quarter" idx="13" hasCustomPrompt="true"/>
          </p:nvPr>
        </p:nvSpPr>
        <p:spPr>
          <a:xfrm>
            <a:off x="4794034" y="1203961"/>
            <a:ext cx="2603934" cy="2903222"/>
          </a:xfrm>
          <a:noFill/>
        </p:spPr>
        <p:txBody>
          <a:bodyPr anchor="ctr" anchorCtr="false">
            <a:noAutofit/>
          </a:bodyPr>
          <a:lstStyle>
            <a:lvl1pPr marL="0" indent="0" algn="ctr">
              <a:buNone/>
              <a:defRPr lang="en-US" sz="1200" b="false" i="false" kern="1200" cap="all" baseline="0" noProof="false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单击插入图片</a:t>
            </a:r>
            <a:endParaRPr lang="zh-TW" altLang="en-US" noProof="false"/>
          </a:p>
        </p:txBody>
      </p:sp>
      <p:sp>
        <p:nvSpPr>
          <p:cNvPr id="2426" name="Text Placeholder 13"/>
          <p:cNvSpPr>
            <a:spLocks noGrp="true"/>
          </p:cNvSpPr>
          <p:nvPr>
            <p:ph type="body" sz="quarter" idx="15" hasCustomPrompt="true"/>
          </p:nvPr>
        </p:nvSpPr>
        <p:spPr>
          <a:xfrm>
            <a:off x="1948599" y="4649591"/>
            <a:ext cx="2603934" cy="741363"/>
          </a:xfrm>
        </p:spPr>
        <p:txBody>
          <a:bodyPr>
            <a:no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lang="en-US" altLang="zh-CN" sz="2800" b="true" i="false" kern="1200" cap="all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CN" noProof="false" err="true"/>
              <a:t>请输入</a:t>
            </a:r>
            <a:endParaRPr lang="en-US" altLang="zh-CN" noProof="false"/>
          </a:p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CN" noProof="false" err="true"/>
              <a:t>姓名</a:t>
            </a:r>
            <a:endParaRPr lang="en-US" altLang="zh-CN" noProof="false"/>
          </a:p>
        </p:txBody>
      </p:sp>
      <p:sp>
        <p:nvSpPr>
          <p:cNvPr id="2427" name="Text Placeholder 17"/>
          <p:cNvSpPr>
            <a:spLocks noGrp="true"/>
          </p:cNvSpPr>
          <p:nvPr>
            <p:ph type="body" sz="quarter" idx="17" hasCustomPrompt="true"/>
          </p:nvPr>
        </p:nvSpPr>
        <p:spPr>
          <a:xfrm>
            <a:off x="1948598" y="5472884"/>
            <a:ext cx="2603935" cy="741363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1200" kern="1200" spc="0" baseline="0" noProof="false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 noProof="false" err="true"/>
              <a:t>请输入职称</a:t>
            </a:r>
            <a:endParaRPr lang="en-US" altLang="zh-CN" noProof="false"/>
          </a:p>
        </p:txBody>
      </p:sp>
      <p:sp>
        <p:nvSpPr>
          <p:cNvPr id="2428" name="Picture Placeholder 8"/>
          <p:cNvSpPr>
            <a:spLocks noGrp="true"/>
          </p:cNvSpPr>
          <p:nvPr>
            <p:ph type="pic" sz="quarter" idx="18" hasCustomPrompt="true"/>
          </p:nvPr>
        </p:nvSpPr>
        <p:spPr>
          <a:xfrm>
            <a:off x="1948599" y="1203961"/>
            <a:ext cx="2603934" cy="2903222"/>
          </a:xfrm>
          <a:noFill/>
        </p:spPr>
        <p:txBody>
          <a:bodyPr anchor="ctr" anchorCtr="false">
            <a:noAutofit/>
          </a:bodyPr>
          <a:lstStyle>
            <a:lvl1pPr marL="0" indent="0" algn="ctr">
              <a:buNone/>
              <a:defRPr lang="en-US" sz="1200" b="false" i="false" kern="1200" cap="all" baseline="0" noProof="false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单击插入图片</a:t>
            </a:r>
            <a:endParaRPr lang="zh-TW" altLang="en-US" noProof="false"/>
          </a:p>
        </p:txBody>
      </p:sp>
      <p:sp>
        <p:nvSpPr>
          <p:cNvPr id="2429" name="Text Placeholder 13"/>
          <p:cNvSpPr>
            <a:spLocks noGrp="true"/>
          </p:cNvSpPr>
          <p:nvPr>
            <p:ph type="body" sz="quarter" idx="19" hasCustomPrompt="true"/>
          </p:nvPr>
        </p:nvSpPr>
        <p:spPr>
          <a:xfrm>
            <a:off x="4794034" y="4649591"/>
            <a:ext cx="2603934" cy="741363"/>
          </a:xfrm>
        </p:spPr>
        <p:txBody>
          <a:bodyPr>
            <a:no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lang="en-US" altLang="zh-CN" sz="2800" b="true" i="false" kern="1200" cap="all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CN" noProof="false" err="true"/>
              <a:t>请输入</a:t>
            </a:r>
            <a:endParaRPr lang="en-US" altLang="zh-CN" noProof="false"/>
          </a:p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CN" noProof="false" err="true"/>
              <a:t>姓名</a:t>
            </a:r>
            <a:endParaRPr lang="en-US" altLang="zh-CN" noProof="false"/>
          </a:p>
        </p:txBody>
      </p:sp>
      <p:sp>
        <p:nvSpPr>
          <p:cNvPr id="2430" name="Text Placeholder 17"/>
          <p:cNvSpPr>
            <a:spLocks noGrp="true"/>
          </p:cNvSpPr>
          <p:nvPr>
            <p:ph type="body" sz="quarter" idx="20" hasCustomPrompt="true"/>
          </p:nvPr>
        </p:nvSpPr>
        <p:spPr>
          <a:xfrm>
            <a:off x="4794033" y="5472884"/>
            <a:ext cx="2603935" cy="741363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spc="0" baseline="0"/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 noProof="false" err="true"/>
              <a:t>请输入职称</a:t>
            </a:r>
            <a:endParaRPr lang="en-US" altLang="zh-CN" noProof="false"/>
          </a:p>
        </p:txBody>
      </p:sp>
      <p:sp>
        <p:nvSpPr>
          <p:cNvPr id="2431" name="Picture Placeholder 8"/>
          <p:cNvSpPr>
            <a:spLocks noGrp="true"/>
          </p:cNvSpPr>
          <p:nvPr>
            <p:ph type="pic" sz="quarter" idx="21" hasCustomPrompt="true"/>
          </p:nvPr>
        </p:nvSpPr>
        <p:spPr>
          <a:xfrm>
            <a:off x="7639468" y="1203961"/>
            <a:ext cx="2603934" cy="2903222"/>
          </a:xfrm>
          <a:noFill/>
        </p:spPr>
        <p:txBody>
          <a:bodyPr anchor="ctr" anchorCtr="false">
            <a:noAutofit/>
          </a:bodyPr>
          <a:lstStyle>
            <a:lvl1pPr marL="0" indent="0" algn="ctr">
              <a:buNone/>
              <a:defRPr lang="en-US" sz="1200" b="false" i="false" kern="1200" cap="all" baseline="0" noProof="false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单击插入图片</a:t>
            </a:r>
            <a:endParaRPr lang="zh-TW" altLang="en-US" noProof="false"/>
          </a:p>
        </p:txBody>
      </p:sp>
      <p:sp>
        <p:nvSpPr>
          <p:cNvPr id="2432" name="Text Placeholder 13"/>
          <p:cNvSpPr>
            <a:spLocks noGrp="true"/>
          </p:cNvSpPr>
          <p:nvPr>
            <p:ph type="body" sz="quarter" idx="22" hasCustomPrompt="true"/>
          </p:nvPr>
        </p:nvSpPr>
        <p:spPr>
          <a:xfrm>
            <a:off x="7639468" y="4649591"/>
            <a:ext cx="2603934" cy="741363"/>
          </a:xfrm>
        </p:spPr>
        <p:txBody>
          <a:bodyPr>
            <a:no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lang="en-US" altLang="zh-CN" sz="2800" b="true" i="false" kern="1200" cap="all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CN" noProof="false" err="true"/>
              <a:t>请输入</a:t>
            </a:r>
            <a:endParaRPr lang="en-US" altLang="zh-CN" noProof="false"/>
          </a:p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CN" noProof="false" err="true"/>
              <a:t>姓名</a:t>
            </a:r>
            <a:endParaRPr lang="en-US" altLang="zh-CN" noProof="false"/>
          </a:p>
        </p:txBody>
      </p:sp>
      <p:sp>
        <p:nvSpPr>
          <p:cNvPr id="2433" name="Text Placeholder 17"/>
          <p:cNvSpPr>
            <a:spLocks noGrp="true"/>
          </p:cNvSpPr>
          <p:nvPr>
            <p:ph type="body" sz="quarter" idx="23" hasCustomPrompt="true"/>
          </p:nvPr>
        </p:nvSpPr>
        <p:spPr>
          <a:xfrm>
            <a:off x="7639467" y="5472884"/>
            <a:ext cx="2603935" cy="741363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spc="0" baseline="0"/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 noProof="false" err="true"/>
              <a:t>请输入职称</a:t>
            </a:r>
            <a:endParaRPr lang="en-US" altLang="zh-CN" noProof="false"/>
          </a:p>
        </p:txBody>
      </p:sp>
      <p:sp>
        <p:nvSpPr>
          <p:cNvPr id="2434" name="Text Placeholder 11"/>
          <p:cNvSpPr>
            <a:spLocks noGrp="true"/>
          </p:cNvSpPr>
          <p:nvPr>
            <p:ph type="body" sz="quarter" idx="14" hasCustomPrompt="true"/>
          </p:nvPr>
        </p:nvSpPr>
        <p:spPr>
          <a:xfrm>
            <a:off x="3316287" y="506423"/>
            <a:ext cx="5588000" cy="226209"/>
          </a:xfrm>
        </p:spPr>
        <p:txBody>
          <a:bodyPr>
            <a:noAutofit/>
          </a:bodyPr>
          <a:lstStyle>
            <a:lvl1pPr marL="0" indent="0" algn="ctr">
              <a:buNone/>
              <a:defRPr sz="1000" b="false" i="false" cap="all" spc="150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noProof="false" err="true"/>
              <a:t>请输入说明文字</a:t>
            </a:r>
            <a:endParaRPr lang="en-US" noProof="false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p="http://schemas.openxmlformats.org/presentationml/2006/main">
  <p:cSld name="2_3 Profiles">
    <p:bg>
      <p:bgPr>
        <a:solidFill>
          <a:schemeClr val="tx1"/>
        </a:solidFill>
        <a:effectLst/>
      </p:bgPr>
    </p:bg>
    <p:spTree>
      <p:nvGrpSpPr>
        <p:cNvPr id="24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6" name="Slide Number Placeholder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2437" name="Picture Placeholder 8"/>
          <p:cNvSpPr>
            <a:spLocks noGrp="true"/>
          </p:cNvSpPr>
          <p:nvPr>
            <p:ph type="pic" sz="quarter" idx="13" hasCustomPrompt="true"/>
          </p:nvPr>
        </p:nvSpPr>
        <p:spPr>
          <a:xfrm>
            <a:off x="4794034" y="1203961"/>
            <a:ext cx="2603934" cy="2903222"/>
          </a:xfrm>
          <a:noFill/>
        </p:spPr>
        <p:txBody>
          <a:bodyPr anchor="ctr" anchorCtr="false">
            <a:noAutofit/>
          </a:bodyPr>
          <a:lstStyle>
            <a:lvl1pPr marL="0" indent="0" algn="ctr">
              <a:buNone/>
              <a:defRPr lang="en-US" sz="1200" b="false" i="false" kern="1200" cap="all" baseline="0" noProof="false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单击插入图片</a:t>
            </a:r>
            <a:endParaRPr lang="zh-TW" altLang="en-US" noProof="false"/>
          </a:p>
        </p:txBody>
      </p:sp>
      <p:sp>
        <p:nvSpPr>
          <p:cNvPr id="2438" name="Text Placeholder 13"/>
          <p:cNvSpPr>
            <a:spLocks noGrp="true"/>
          </p:cNvSpPr>
          <p:nvPr>
            <p:ph type="body" sz="quarter" idx="15" hasCustomPrompt="true"/>
          </p:nvPr>
        </p:nvSpPr>
        <p:spPr>
          <a:xfrm>
            <a:off x="1948599" y="4649591"/>
            <a:ext cx="2603934" cy="741363"/>
          </a:xfrm>
        </p:spPr>
        <p:txBody>
          <a:bodyPr>
            <a:no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lang="en-US" sz="2800" b="true" i="false" kern="1200" cap="all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CN" noProof="false" err="true"/>
              <a:t>请输入</a:t>
            </a:r>
            <a:endParaRPr lang="en-US" altLang="zh-CN" noProof="false"/>
          </a:p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CN" noProof="false" err="true"/>
              <a:t>姓名</a:t>
            </a:r>
            <a:endParaRPr lang="en-US" noProof="false"/>
          </a:p>
        </p:txBody>
      </p:sp>
      <p:sp>
        <p:nvSpPr>
          <p:cNvPr id="2439" name="Text Placeholder 17"/>
          <p:cNvSpPr>
            <a:spLocks noGrp="true"/>
          </p:cNvSpPr>
          <p:nvPr>
            <p:ph type="body" sz="quarter" idx="17" hasCustomPrompt="true"/>
          </p:nvPr>
        </p:nvSpPr>
        <p:spPr>
          <a:xfrm>
            <a:off x="1948598" y="5472884"/>
            <a:ext cx="2603935" cy="741363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1200" kern="1200" spc="0" baseline="0" noProof="false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 noProof="false" err="true"/>
              <a:t>请输入职称</a:t>
            </a:r>
            <a:endParaRPr lang="en-US" altLang="zh-CN" noProof="false"/>
          </a:p>
        </p:txBody>
      </p:sp>
      <p:sp>
        <p:nvSpPr>
          <p:cNvPr id="2440" name="Picture Placeholder 8"/>
          <p:cNvSpPr>
            <a:spLocks noGrp="true"/>
          </p:cNvSpPr>
          <p:nvPr>
            <p:ph type="pic" sz="quarter" idx="18" hasCustomPrompt="true"/>
          </p:nvPr>
        </p:nvSpPr>
        <p:spPr>
          <a:xfrm>
            <a:off x="1948599" y="1203961"/>
            <a:ext cx="2603934" cy="2903222"/>
          </a:xfrm>
          <a:noFill/>
        </p:spPr>
        <p:txBody>
          <a:bodyPr anchor="ctr" anchorCtr="false">
            <a:noAutofit/>
          </a:bodyPr>
          <a:lstStyle>
            <a:lvl1pPr marL="0" indent="0" algn="ctr">
              <a:buNone/>
              <a:defRPr lang="en-US" sz="1200" b="false" i="false" kern="1200" cap="all" baseline="0" noProof="false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单击插入图片</a:t>
            </a:r>
            <a:endParaRPr lang="zh-TW" altLang="en-US" noProof="false"/>
          </a:p>
        </p:txBody>
      </p:sp>
      <p:sp>
        <p:nvSpPr>
          <p:cNvPr id="2441" name="Text Placeholder 13"/>
          <p:cNvSpPr>
            <a:spLocks noGrp="true"/>
          </p:cNvSpPr>
          <p:nvPr>
            <p:ph type="body" sz="quarter" idx="19" hasCustomPrompt="true"/>
          </p:nvPr>
        </p:nvSpPr>
        <p:spPr>
          <a:xfrm>
            <a:off x="4794034" y="4649591"/>
            <a:ext cx="2603934" cy="741363"/>
          </a:xfrm>
        </p:spPr>
        <p:txBody>
          <a:bodyPr>
            <a:no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lang="en-US" sz="2800" b="true" i="false" kern="1200" cap="all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CN" noProof="false" err="true"/>
              <a:t>请输入</a:t>
            </a:r>
            <a:endParaRPr lang="en-US" altLang="zh-CN" noProof="false"/>
          </a:p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CN" noProof="false" err="true"/>
              <a:t>姓名</a:t>
            </a:r>
            <a:endParaRPr lang="en-US" noProof="false"/>
          </a:p>
        </p:txBody>
      </p:sp>
      <p:sp>
        <p:nvSpPr>
          <p:cNvPr id="2442" name="Text Placeholder 17"/>
          <p:cNvSpPr>
            <a:spLocks noGrp="true"/>
          </p:cNvSpPr>
          <p:nvPr>
            <p:ph type="body" sz="quarter" idx="20" hasCustomPrompt="true"/>
          </p:nvPr>
        </p:nvSpPr>
        <p:spPr>
          <a:xfrm>
            <a:off x="4794033" y="5472884"/>
            <a:ext cx="2603935" cy="741363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spc="0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 noProof="false" err="true"/>
              <a:t>请输入职称</a:t>
            </a:r>
            <a:endParaRPr lang="en-US" altLang="zh-CN" noProof="false"/>
          </a:p>
        </p:txBody>
      </p:sp>
      <p:sp>
        <p:nvSpPr>
          <p:cNvPr id="2443" name="Picture Placeholder 8"/>
          <p:cNvSpPr>
            <a:spLocks noGrp="true"/>
          </p:cNvSpPr>
          <p:nvPr>
            <p:ph type="pic" sz="quarter" idx="21" hasCustomPrompt="true"/>
          </p:nvPr>
        </p:nvSpPr>
        <p:spPr>
          <a:xfrm>
            <a:off x="7639468" y="1203961"/>
            <a:ext cx="2603934" cy="2903222"/>
          </a:xfrm>
          <a:noFill/>
        </p:spPr>
        <p:txBody>
          <a:bodyPr anchor="ctr" anchorCtr="false">
            <a:noAutofit/>
          </a:bodyPr>
          <a:lstStyle>
            <a:lvl1pPr marL="0" indent="0" algn="ctr">
              <a:buNone/>
              <a:defRPr lang="en-US" sz="1200" b="false" i="false" kern="1200" cap="all" baseline="0" noProof="false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单击插入图片</a:t>
            </a:r>
            <a:endParaRPr lang="zh-TW" altLang="en-US" noProof="false"/>
          </a:p>
        </p:txBody>
      </p:sp>
      <p:sp>
        <p:nvSpPr>
          <p:cNvPr id="2444" name="Text Placeholder 13"/>
          <p:cNvSpPr>
            <a:spLocks noGrp="true"/>
          </p:cNvSpPr>
          <p:nvPr>
            <p:ph type="body" sz="quarter" idx="22" hasCustomPrompt="true"/>
          </p:nvPr>
        </p:nvSpPr>
        <p:spPr>
          <a:xfrm>
            <a:off x="7639468" y="4649591"/>
            <a:ext cx="2603934" cy="741363"/>
          </a:xfrm>
        </p:spPr>
        <p:txBody>
          <a:bodyPr>
            <a:no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lang="en-US" sz="2800" b="true" i="false" kern="1200" cap="all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CN" noProof="false" err="true"/>
              <a:t>请输入</a:t>
            </a:r>
            <a:endParaRPr lang="en-US" altLang="zh-CN" noProof="false"/>
          </a:p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CN" noProof="false" err="true"/>
              <a:t>姓名</a:t>
            </a:r>
            <a:endParaRPr lang="en-US" noProof="false"/>
          </a:p>
        </p:txBody>
      </p:sp>
      <p:sp>
        <p:nvSpPr>
          <p:cNvPr id="2445" name="Text Placeholder 17"/>
          <p:cNvSpPr>
            <a:spLocks noGrp="true"/>
          </p:cNvSpPr>
          <p:nvPr>
            <p:ph type="body" sz="quarter" idx="23" hasCustomPrompt="true"/>
          </p:nvPr>
        </p:nvSpPr>
        <p:spPr>
          <a:xfrm>
            <a:off x="7639467" y="5472884"/>
            <a:ext cx="2603935" cy="741363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spc="0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 noProof="false" err="true"/>
              <a:t>请输入职称</a:t>
            </a:r>
            <a:endParaRPr lang="en-US" altLang="zh-CN" noProof="false"/>
          </a:p>
        </p:txBody>
      </p:sp>
      <p:sp>
        <p:nvSpPr>
          <p:cNvPr id="2446" name="Text Placeholder 11"/>
          <p:cNvSpPr>
            <a:spLocks noGrp="true"/>
          </p:cNvSpPr>
          <p:nvPr>
            <p:ph type="body" sz="quarter" idx="14" hasCustomPrompt="true"/>
          </p:nvPr>
        </p:nvSpPr>
        <p:spPr>
          <a:xfrm>
            <a:off x="3316287" y="506423"/>
            <a:ext cx="5588000" cy="226209"/>
          </a:xfrm>
        </p:spPr>
        <p:txBody>
          <a:bodyPr>
            <a:noAutofit/>
          </a:bodyPr>
          <a:lstStyle>
            <a:lvl1pPr marL="0" indent="0" algn="ctr">
              <a:buNone/>
              <a:defRPr sz="1000" b="false" i="false" cap="all" spc="150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altLang="zh-CN" noProof="false" err="true"/>
              <a:t>请输入说明文字</a:t>
            </a:r>
            <a:endParaRPr lang="en-US" altLang="zh-CN" noProof="false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p="http://schemas.openxmlformats.org/presentationml/2006/main">
  <p:cSld name="4 profiles">
    <p:spTree>
      <p:nvGrpSpPr>
        <p:cNvPr id="24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8" name="Slide Number Placeholder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2449" name="Picture Placeholder 8"/>
          <p:cNvSpPr>
            <a:spLocks noGrp="true"/>
          </p:cNvSpPr>
          <p:nvPr>
            <p:ph type="pic" sz="quarter" idx="13" hasCustomPrompt="true"/>
          </p:nvPr>
        </p:nvSpPr>
        <p:spPr>
          <a:xfrm>
            <a:off x="6223837" y="1203961"/>
            <a:ext cx="2603934" cy="2903222"/>
          </a:xfrm>
          <a:noFill/>
        </p:spPr>
        <p:txBody>
          <a:bodyPr anchor="ctr" anchorCtr="false">
            <a:noAutofit/>
          </a:bodyPr>
          <a:lstStyle>
            <a:lvl1pPr marL="0" indent="0" algn="ctr">
              <a:buNone/>
              <a:defRPr sz="1200" cap="all" baseline="0"/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单击插入图片</a:t>
            </a:r>
            <a:endParaRPr lang="zh-TW" altLang="en-US" noProof="false"/>
          </a:p>
        </p:txBody>
      </p:sp>
      <p:sp>
        <p:nvSpPr>
          <p:cNvPr id="2450" name="Text Placeholder 13"/>
          <p:cNvSpPr>
            <a:spLocks noGrp="true"/>
          </p:cNvSpPr>
          <p:nvPr>
            <p:ph type="body" sz="quarter" idx="15" hasCustomPrompt="true"/>
          </p:nvPr>
        </p:nvSpPr>
        <p:spPr>
          <a:xfrm>
            <a:off x="3364230" y="4649591"/>
            <a:ext cx="2603934" cy="741363"/>
          </a:xfrm>
        </p:spPr>
        <p:txBody>
          <a:bodyPr>
            <a:no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lang="en-US" sz="2800" b="true" i="false" kern="1200" cap="all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CN" noProof="false" err="true"/>
              <a:t>请输入</a:t>
            </a:r>
            <a:endParaRPr lang="en-US" altLang="zh-CN" noProof="false"/>
          </a:p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CN" noProof="false" err="true"/>
              <a:t>姓名</a:t>
            </a:r>
            <a:endParaRPr lang="en-US" noProof="false"/>
          </a:p>
        </p:txBody>
      </p:sp>
      <p:sp>
        <p:nvSpPr>
          <p:cNvPr id="2451" name="Text Placeholder 17"/>
          <p:cNvSpPr>
            <a:spLocks noGrp="true"/>
          </p:cNvSpPr>
          <p:nvPr>
            <p:ph type="body" sz="quarter" idx="17" hasCustomPrompt="true"/>
          </p:nvPr>
        </p:nvSpPr>
        <p:spPr>
          <a:xfrm>
            <a:off x="3364229" y="5472884"/>
            <a:ext cx="2603935" cy="741363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spc="0" baseline="0"/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 noProof="false" err="true"/>
              <a:t>请输入职称</a:t>
            </a:r>
            <a:endParaRPr lang="en-US" altLang="zh-CN" noProof="false"/>
          </a:p>
        </p:txBody>
      </p:sp>
      <p:sp>
        <p:nvSpPr>
          <p:cNvPr id="2452" name="Picture Placeholder 8"/>
          <p:cNvSpPr>
            <a:spLocks noGrp="true"/>
          </p:cNvSpPr>
          <p:nvPr>
            <p:ph type="pic" sz="quarter" idx="18" hasCustomPrompt="true"/>
          </p:nvPr>
        </p:nvSpPr>
        <p:spPr>
          <a:xfrm>
            <a:off x="3364230" y="1203961"/>
            <a:ext cx="2603934" cy="2903222"/>
          </a:xfrm>
          <a:noFill/>
        </p:spPr>
        <p:txBody>
          <a:bodyPr anchor="ctr" anchorCtr="false">
            <a:noAutofit/>
          </a:bodyPr>
          <a:lstStyle>
            <a:lvl1pPr marL="0" indent="0" algn="ctr">
              <a:buNone/>
              <a:defRPr sz="1200" cap="all" baseline="0"/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单击插入图片</a:t>
            </a:r>
            <a:endParaRPr lang="zh-TW" altLang="en-US" noProof="false"/>
          </a:p>
        </p:txBody>
      </p:sp>
      <p:sp>
        <p:nvSpPr>
          <p:cNvPr id="2453" name="Text Placeholder 13"/>
          <p:cNvSpPr>
            <a:spLocks noGrp="true"/>
          </p:cNvSpPr>
          <p:nvPr>
            <p:ph type="body" sz="quarter" idx="19" hasCustomPrompt="true"/>
          </p:nvPr>
        </p:nvSpPr>
        <p:spPr>
          <a:xfrm>
            <a:off x="6223837" y="4649591"/>
            <a:ext cx="2603934" cy="741363"/>
          </a:xfrm>
        </p:spPr>
        <p:txBody>
          <a:bodyPr>
            <a:no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lang="en-US" sz="2800" b="true" i="false" kern="1200" cap="all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CN" noProof="false" err="true"/>
              <a:t>请输入</a:t>
            </a:r>
            <a:endParaRPr lang="en-US" altLang="zh-CN" noProof="false"/>
          </a:p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CN" noProof="false" err="true"/>
              <a:t>姓名</a:t>
            </a:r>
            <a:endParaRPr lang="en-US" noProof="false"/>
          </a:p>
        </p:txBody>
      </p:sp>
      <p:sp>
        <p:nvSpPr>
          <p:cNvPr id="2454" name="Text Placeholder 17"/>
          <p:cNvSpPr>
            <a:spLocks noGrp="true"/>
          </p:cNvSpPr>
          <p:nvPr>
            <p:ph type="body" sz="quarter" idx="20" hasCustomPrompt="true"/>
          </p:nvPr>
        </p:nvSpPr>
        <p:spPr>
          <a:xfrm>
            <a:off x="6223836" y="5472884"/>
            <a:ext cx="2603935" cy="741363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spc="0" baseline="0"/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 noProof="false" err="true"/>
              <a:t>请输入职称</a:t>
            </a:r>
            <a:endParaRPr lang="en-US" altLang="zh-CN" noProof="false"/>
          </a:p>
        </p:txBody>
      </p:sp>
      <p:sp>
        <p:nvSpPr>
          <p:cNvPr id="2455" name="Text Placeholder 13"/>
          <p:cNvSpPr>
            <a:spLocks noGrp="true"/>
          </p:cNvSpPr>
          <p:nvPr>
            <p:ph type="body" sz="quarter" idx="21" hasCustomPrompt="true"/>
          </p:nvPr>
        </p:nvSpPr>
        <p:spPr>
          <a:xfrm>
            <a:off x="507365" y="4649591"/>
            <a:ext cx="2603934" cy="741363"/>
          </a:xfrm>
        </p:spPr>
        <p:txBody>
          <a:bodyPr>
            <a:no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lang="en-US" sz="2800" b="true" i="false" kern="1200" cap="all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CN" noProof="false" err="true"/>
              <a:t>请输入</a:t>
            </a:r>
            <a:endParaRPr lang="en-US" altLang="zh-CN" noProof="false"/>
          </a:p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CN" noProof="false" err="true"/>
              <a:t>姓名</a:t>
            </a:r>
            <a:endParaRPr lang="en-US" noProof="false"/>
          </a:p>
        </p:txBody>
      </p:sp>
      <p:sp>
        <p:nvSpPr>
          <p:cNvPr id="2456" name="Text Placeholder 17"/>
          <p:cNvSpPr>
            <a:spLocks noGrp="true"/>
          </p:cNvSpPr>
          <p:nvPr>
            <p:ph type="body" sz="quarter" idx="22" hasCustomPrompt="true"/>
          </p:nvPr>
        </p:nvSpPr>
        <p:spPr>
          <a:xfrm>
            <a:off x="507364" y="5472884"/>
            <a:ext cx="2603935" cy="741363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spc="0" baseline="0"/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 noProof="false" err="true"/>
              <a:t>请输入职称</a:t>
            </a:r>
            <a:endParaRPr lang="en-US" altLang="zh-CN" noProof="false"/>
          </a:p>
        </p:txBody>
      </p:sp>
      <p:sp>
        <p:nvSpPr>
          <p:cNvPr id="2457" name="Picture Placeholder 8"/>
          <p:cNvSpPr>
            <a:spLocks noGrp="true"/>
          </p:cNvSpPr>
          <p:nvPr>
            <p:ph type="pic" sz="quarter" idx="23" hasCustomPrompt="true"/>
          </p:nvPr>
        </p:nvSpPr>
        <p:spPr>
          <a:xfrm>
            <a:off x="507365" y="1203961"/>
            <a:ext cx="2603934" cy="2903222"/>
          </a:xfrm>
          <a:noFill/>
        </p:spPr>
        <p:txBody>
          <a:bodyPr anchor="ctr" anchorCtr="false">
            <a:noAutofit/>
          </a:bodyPr>
          <a:lstStyle>
            <a:lvl1pPr marL="0" indent="0" algn="ctr">
              <a:buNone/>
              <a:defRPr lang="en-US" sz="1200" b="false" i="false" kern="1200" cap="all" baseline="0" noProof="false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单击插入图片</a:t>
            </a:r>
            <a:endParaRPr lang="zh-TW" altLang="en-US" noProof="false"/>
          </a:p>
        </p:txBody>
      </p:sp>
      <p:sp>
        <p:nvSpPr>
          <p:cNvPr id="2458" name="Text Placeholder 13"/>
          <p:cNvSpPr>
            <a:spLocks noGrp="true"/>
          </p:cNvSpPr>
          <p:nvPr>
            <p:ph type="body" sz="quarter" idx="24" hasCustomPrompt="true"/>
          </p:nvPr>
        </p:nvSpPr>
        <p:spPr>
          <a:xfrm>
            <a:off x="9080701" y="4649591"/>
            <a:ext cx="2603934" cy="741363"/>
          </a:xfrm>
        </p:spPr>
        <p:txBody>
          <a:bodyPr>
            <a:no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lang="en-US" sz="2800" b="true" i="false" kern="1200" cap="all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CN" noProof="false" err="true"/>
              <a:t>请输入</a:t>
            </a:r>
            <a:endParaRPr lang="en-US" altLang="zh-CN" noProof="false"/>
          </a:p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CN" noProof="false" err="true"/>
              <a:t>姓名</a:t>
            </a:r>
            <a:endParaRPr lang="en-US" noProof="false"/>
          </a:p>
        </p:txBody>
      </p:sp>
      <p:sp>
        <p:nvSpPr>
          <p:cNvPr id="2459" name="Text Placeholder 17"/>
          <p:cNvSpPr>
            <a:spLocks noGrp="true"/>
          </p:cNvSpPr>
          <p:nvPr>
            <p:ph type="body" sz="quarter" idx="25" hasCustomPrompt="true"/>
          </p:nvPr>
        </p:nvSpPr>
        <p:spPr>
          <a:xfrm>
            <a:off x="9080700" y="5472884"/>
            <a:ext cx="2603935" cy="741363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spc="0" baseline="0"/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 noProof="false" err="true"/>
              <a:t>请输入职称</a:t>
            </a:r>
            <a:endParaRPr lang="en-US" altLang="zh-CN" noProof="false"/>
          </a:p>
        </p:txBody>
      </p:sp>
      <p:sp>
        <p:nvSpPr>
          <p:cNvPr id="2460" name="Picture Placeholder 8"/>
          <p:cNvSpPr>
            <a:spLocks noGrp="true"/>
          </p:cNvSpPr>
          <p:nvPr>
            <p:ph type="pic" sz="quarter" idx="26" hasCustomPrompt="true"/>
          </p:nvPr>
        </p:nvSpPr>
        <p:spPr>
          <a:xfrm>
            <a:off x="9080701" y="1203961"/>
            <a:ext cx="2603934" cy="2903222"/>
          </a:xfrm>
          <a:noFill/>
        </p:spPr>
        <p:txBody>
          <a:bodyPr anchor="ctr" anchorCtr="false">
            <a:noAutofit/>
          </a:bodyPr>
          <a:lstStyle>
            <a:lvl1pPr marL="0" indent="0" algn="ctr">
              <a:buNone/>
              <a:defRPr sz="1200" cap="all" baseline="0"/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单击插入图片</a:t>
            </a:r>
            <a:endParaRPr lang="zh-TW" altLang="en-US" noProof="false"/>
          </a:p>
        </p:txBody>
      </p:sp>
      <p:sp>
        <p:nvSpPr>
          <p:cNvPr id="2461" name="Text Placeholder 11"/>
          <p:cNvSpPr>
            <a:spLocks noGrp="true"/>
          </p:cNvSpPr>
          <p:nvPr>
            <p:ph type="body" sz="quarter" idx="14" hasCustomPrompt="true"/>
          </p:nvPr>
        </p:nvSpPr>
        <p:spPr>
          <a:xfrm>
            <a:off x="3316287" y="506423"/>
            <a:ext cx="5588000" cy="226209"/>
          </a:xfrm>
        </p:spPr>
        <p:txBody>
          <a:bodyPr>
            <a:noAutofit/>
          </a:bodyPr>
          <a:lstStyle>
            <a:lvl1pPr marL="0" indent="0" algn="ctr">
              <a:buNone/>
              <a:defRPr sz="1000" b="false" i="false" cap="all" spc="150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altLang="zh-CN" noProof="false" err="true"/>
              <a:t>请输入说明文字</a:t>
            </a:r>
            <a:endParaRPr lang="en-US" altLang="zh-CN" noProof="false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p="http://schemas.openxmlformats.org/presentationml/2006/main">
  <p:cSld name="2_4 profiles">
    <p:bg>
      <p:bgPr>
        <a:solidFill>
          <a:schemeClr val="tx1"/>
        </a:solidFill>
        <a:effectLst/>
      </p:bgPr>
    </p:bg>
    <p:spTree>
      <p:nvGrpSpPr>
        <p:cNvPr id="246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3" name="Slide Number Placeholder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2464" name="Picture Placeholder 8"/>
          <p:cNvSpPr>
            <a:spLocks noGrp="true"/>
          </p:cNvSpPr>
          <p:nvPr>
            <p:ph type="pic" sz="quarter" idx="13" hasCustomPrompt="true"/>
          </p:nvPr>
        </p:nvSpPr>
        <p:spPr>
          <a:xfrm>
            <a:off x="6223837" y="1203961"/>
            <a:ext cx="2603934" cy="2903222"/>
          </a:xfrm>
          <a:noFill/>
        </p:spPr>
        <p:txBody>
          <a:bodyPr anchor="ctr" anchorCtr="false">
            <a:noAutofit/>
          </a:bodyPr>
          <a:lstStyle>
            <a:lvl1pPr marL="0" indent="0" algn="ctr">
              <a:buNone/>
              <a:defRPr sz="1200" cap="all" baseline="0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单击插入图片</a:t>
            </a:r>
            <a:endParaRPr lang="zh-TW" altLang="en-US" noProof="false"/>
          </a:p>
        </p:txBody>
      </p:sp>
      <p:sp>
        <p:nvSpPr>
          <p:cNvPr id="2465" name="Text Placeholder 13"/>
          <p:cNvSpPr>
            <a:spLocks noGrp="true"/>
          </p:cNvSpPr>
          <p:nvPr>
            <p:ph type="body" sz="quarter" idx="15" hasCustomPrompt="true"/>
          </p:nvPr>
        </p:nvSpPr>
        <p:spPr>
          <a:xfrm>
            <a:off x="3364230" y="4649591"/>
            <a:ext cx="2603934" cy="741363"/>
          </a:xfrm>
        </p:spPr>
        <p:txBody>
          <a:bodyPr>
            <a:no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lang="en-US" sz="2800" b="true" i="false" kern="1200" cap="all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CN" noProof="false" err="true"/>
              <a:t>请输入</a:t>
            </a:r>
            <a:endParaRPr lang="en-US" altLang="zh-CN" noProof="false"/>
          </a:p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CN" noProof="false" err="true"/>
              <a:t>姓名</a:t>
            </a:r>
            <a:endParaRPr lang="en-US" noProof="false"/>
          </a:p>
        </p:txBody>
      </p:sp>
      <p:sp>
        <p:nvSpPr>
          <p:cNvPr id="2466" name="Text Placeholder 17"/>
          <p:cNvSpPr>
            <a:spLocks noGrp="true"/>
          </p:cNvSpPr>
          <p:nvPr>
            <p:ph type="body" sz="quarter" idx="17" hasCustomPrompt="true"/>
          </p:nvPr>
        </p:nvSpPr>
        <p:spPr>
          <a:xfrm>
            <a:off x="3364229" y="5472884"/>
            <a:ext cx="2603935" cy="741363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spc="0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 noProof="false" err="true"/>
              <a:t>请输入职称</a:t>
            </a:r>
            <a:endParaRPr lang="en-US" altLang="zh-CN" noProof="false"/>
          </a:p>
        </p:txBody>
      </p:sp>
      <p:sp>
        <p:nvSpPr>
          <p:cNvPr id="2467" name="Picture Placeholder 8"/>
          <p:cNvSpPr>
            <a:spLocks noGrp="true"/>
          </p:cNvSpPr>
          <p:nvPr>
            <p:ph type="pic" sz="quarter" idx="18" hasCustomPrompt="true"/>
          </p:nvPr>
        </p:nvSpPr>
        <p:spPr>
          <a:xfrm>
            <a:off x="3364230" y="1203961"/>
            <a:ext cx="2603934" cy="2903222"/>
          </a:xfrm>
          <a:noFill/>
        </p:spPr>
        <p:txBody>
          <a:bodyPr anchor="ctr" anchorCtr="false">
            <a:noAutofit/>
          </a:bodyPr>
          <a:lstStyle>
            <a:lvl1pPr marL="0" indent="0" algn="ctr">
              <a:buNone/>
              <a:defRPr sz="1200" cap="all" baseline="0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单击插入图片</a:t>
            </a:r>
            <a:endParaRPr lang="zh-TW" altLang="en-US" noProof="false"/>
          </a:p>
        </p:txBody>
      </p:sp>
      <p:sp>
        <p:nvSpPr>
          <p:cNvPr id="2468" name="Text Placeholder 13"/>
          <p:cNvSpPr>
            <a:spLocks noGrp="true"/>
          </p:cNvSpPr>
          <p:nvPr>
            <p:ph type="body" sz="quarter" idx="19" hasCustomPrompt="true"/>
          </p:nvPr>
        </p:nvSpPr>
        <p:spPr>
          <a:xfrm>
            <a:off x="6223837" y="4649591"/>
            <a:ext cx="2603934" cy="741363"/>
          </a:xfrm>
        </p:spPr>
        <p:txBody>
          <a:bodyPr>
            <a:no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lang="en-US" sz="2800" b="true" i="false" kern="1200" cap="all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CN" noProof="false" err="true"/>
              <a:t>请输入</a:t>
            </a:r>
            <a:endParaRPr lang="en-US" altLang="zh-CN" noProof="false"/>
          </a:p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CN" noProof="false" err="true"/>
              <a:t>姓名</a:t>
            </a:r>
            <a:endParaRPr lang="en-US" noProof="false"/>
          </a:p>
        </p:txBody>
      </p:sp>
      <p:sp>
        <p:nvSpPr>
          <p:cNvPr id="2469" name="Text Placeholder 17"/>
          <p:cNvSpPr>
            <a:spLocks noGrp="true"/>
          </p:cNvSpPr>
          <p:nvPr>
            <p:ph type="body" sz="quarter" idx="20" hasCustomPrompt="true"/>
          </p:nvPr>
        </p:nvSpPr>
        <p:spPr>
          <a:xfrm>
            <a:off x="6223836" y="5472884"/>
            <a:ext cx="2603935" cy="741363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spc="0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 noProof="false" err="true"/>
              <a:t>请输入职称</a:t>
            </a:r>
            <a:endParaRPr lang="en-US" altLang="zh-CN" noProof="false"/>
          </a:p>
        </p:txBody>
      </p:sp>
      <p:sp>
        <p:nvSpPr>
          <p:cNvPr id="2470" name="Text Placeholder 13"/>
          <p:cNvSpPr>
            <a:spLocks noGrp="true"/>
          </p:cNvSpPr>
          <p:nvPr>
            <p:ph type="body" sz="quarter" idx="21" hasCustomPrompt="true"/>
          </p:nvPr>
        </p:nvSpPr>
        <p:spPr>
          <a:xfrm>
            <a:off x="507365" y="4649591"/>
            <a:ext cx="2603934" cy="741363"/>
          </a:xfrm>
        </p:spPr>
        <p:txBody>
          <a:bodyPr>
            <a:no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lang="en-US" sz="2800" b="true" i="false" kern="1200" cap="all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CN" noProof="false" dirty="false" err="true"/>
              <a:t>请输入</a:t>
            </a:r>
            <a:endParaRPr lang="en-US" altLang="zh-CN" noProof="false" dirty="false"/>
          </a:p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CN" noProof="false" dirty="false" err="true"/>
              <a:t>姓名</a:t>
            </a:r>
            <a:endParaRPr lang="en-US" noProof="false" dirty="false"/>
          </a:p>
        </p:txBody>
      </p:sp>
      <p:sp>
        <p:nvSpPr>
          <p:cNvPr id="2471" name="Text Placeholder 17"/>
          <p:cNvSpPr>
            <a:spLocks noGrp="true"/>
          </p:cNvSpPr>
          <p:nvPr>
            <p:ph type="body" sz="quarter" idx="22" hasCustomPrompt="true"/>
          </p:nvPr>
        </p:nvSpPr>
        <p:spPr>
          <a:xfrm>
            <a:off x="507364" y="5472884"/>
            <a:ext cx="2603935" cy="741363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1200" kern="1200" spc="0" baseline="0" noProof="false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 noProof="false" err="true"/>
              <a:t>请输入职称</a:t>
            </a:r>
            <a:endParaRPr lang="en-US" altLang="zh-CN" noProof="false"/>
          </a:p>
        </p:txBody>
      </p:sp>
      <p:sp>
        <p:nvSpPr>
          <p:cNvPr id="2472" name="Picture Placeholder 8"/>
          <p:cNvSpPr>
            <a:spLocks noGrp="true"/>
          </p:cNvSpPr>
          <p:nvPr>
            <p:ph type="pic" sz="quarter" idx="23" hasCustomPrompt="true"/>
          </p:nvPr>
        </p:nvSpPr>
        <p:spPr>
          <a:xfrm>
            <a:off x="507365" y="1203961"/>
            <a:ext cx="2603934" cy="2903222"/>
          </a:xfrm>
          <a:noFill/>
        </p:spPr>
        <p:txBody>
          <a:bodyPr anchor="ctr" anchorCtr="false">
            <a:noAutofit/>
          </a:bodyPr>
          <a:lstStyle>
            <a:lvl1pPr marL="0" indent="0" algn="ctr">
              <a:buNone/>
              <a:defRPr sz="1200" cap="all" baseline="0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单击插入图片</a:t>
            </a:r>
            <a:endParaRPr lang="zh-TW" altLang="en-US" noProof="false"/>
          </a:p>
        </p:txBody>
      </p:sp>
      <p:sp>
        <p:nvSpPr>
          <p:cNvPr id="2473" name="Text Placeholder 13"/>
          <p:cNvSpPr>
            <a:spLocks noGrp="true"/>
          </p:cNvSpPr>
          <p:nvPr>
            <p:ph type="body" sz="quarter" idx="24" hasCustomPrompt="true"/>
          </p:nvPr>
        </p:nvSpPr>
        <p:spPr>
          <a:xfrm>
            <a:off x="9080701" y="4649591"/>
            <a:ext cx="2603934" cy="741363"/>
          </a:xfrm>
        </p:spPr>
        <p:txBody>
          <a:bodyPr>
            <a:no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lang="en-US" sz="2800" b="true" i="false" kern="1200" cap="all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CN" noProof="false" err="true"/>
              <a:t>请输入</a:t>
            </a:r>
            <a:endParaRPr lang="en-US" altLang="zh-CN" noProof="false"/>
          </a:p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CN" noProof="false" err="true"/>
              <a:t>姓名</a:t>
            </a:r>
            <a:endParaRPr lang="en-US" noProof="false"/>
          </a:p>
        </p:txBody>
      </p:sp>
      <p:sp>
        <p:nvSpPr>
          <p:cNvPr id="2474" name="Text Placeholder 17"/>
          <p:cNvSpPr>
            <a:spLocks noGrp="true"/>
          </p:cNvSpPr>
          <p:nvPr>
            <p:ph type="body" sz="quarter" idx="25" hasCustomPrompt="true"/>
          </p:nvPr>
        </p:nvSpPr>
        <p:spPr>
          <a:xfrm>
            <a:off x="9080700" y="5472884"/>
            <a:ext cx="2603935" cy="741363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spc="0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 noProof="false" err="true"/>
              <a:t>请输入职称</a:t>
            </a:r>
            <a:endParaRPr lang="en-US" altLang="zh-CN" noProof="false"/>
          </a:p>
        </p:txBody>
      </p:sp>
      <p:sp>
        <p:nvSpPr>
          <p:cNvPr id="2475" name="Picture Placeholder 8"/>
          <p:cNvSpPr>
            <a:spLocks noGrp="true"/>
          </p:cNvSpPr>
          <p:nvPr>
            <p:ph type="pic" sz="quarter" idx="26" hasCustomPrompt="true"/>
          </p:nvPr>
        </p:nvSpPr>
        <p:spPr>
          <a:xfrm>
            <a:off x="9080701" y="1203961"/>
            <a:ext cx="2603934" cy="2903222"/>
          </a:xfrm>
          <a:noFill/>
        </p:spPr>
        <p:txBody>
          <a:bodyPr anchor="ctr" anchorCtr="false">
            <a:noAutofit/>
          </a:bodyPr>
          <a:lstStyle>
            <a:lvl1pPr marL="0" indent="0" algn="ctr">
              <a:buNone/>
              <a:defRPr sz="1200" cap="all" baseline="0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单击插入图片</a:t>
            </a:r>
            <a:endParaRPr lang="zh-TW" altLang="en-US" noProof="false"/>
          </a:p>
        </p:txBody>
      </p:sp>
      <p:sp>
        <p:nvSpPr>
          <p:cNvPr id="2476" name="Text Placeholder 11"/>
          <p:cNvSpPr>
            <a:spLocks noGrp="true"/>
          </p:cNvSpPr>
          <p:nvPr>
            <p:ph type="body" sz="quarter" idx="14" hasCustomPrompt="true"/>
          </p:nvPr>
        </p:nvSpPr>
        <p:spPr>
          <a:xfrm>
            <a:off x="3316287" y="506423"/>
            <a:ext cx="5588000" cy="226209"/>
          </a:xfrm>
        </p:spPr>
        <p:txBody>
          <a:bodyPr>
            <a:noAutofit/>
          </a:bodyPr>
          <a:lstStyle>
            <a:lvl1pPr marL="0" indent="0" algn="ctr">
              <a:buNone/>
              <a:defRPr sz="1000" b="false" i="false" cap="all" spc="150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altLang="zh-CN" noProof="false" err="true"/>
              <a:t>请输入说明文字</a:t>
            </a:r>
            <a:endParaRPr lang="en-US" altLang="zh-CN" noProof="false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p="http://schemas.openxmlformats.org/presentationml/2006/main">
  <p:cSld name="5 profiles">
    <p:spTree>
      <p:nvGrpSpPr>
        <p:cNvPr id="247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8" name="Slide Number Placeholder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2479" name="Text Placeholder 13"/>
          <p:cNvSpPr>
            <a:spLocks noGrp="true"/>
          </p:cNvSpPr>
          <p:nvPr>
            <p:ph type="body" sz="quarter" idx="15" hasCustomPrompt="true"/>
          </p:nvPr>
        </p:nvSpPr>
        <p:spPr>
          <a:xfrm>
            <a:off x="597318" y="4305701"/>
            <a:ext cx="1973162" cy="642220"/>
          </a:xfr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sz="2400" b="true" i="false" kern="1200" cap="all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lvl="0"/>
            <a:r>
              <a:rPr lang="en-US" altLang="zh-CN" noProof="false" err="true"/>
              <a:t>请输入</a:t>
            </a:r>
            <a:endParaRPr lang="en-US" altLang="zh-CN" noProof="false"/>
          </a:p>
          <a:p>
            <a:pPr lvl="0"/>
            <a:r>
              <a:rPr lang="en-US" altLang="zh-CN" noProof="false" err="true"/>
              <a:t>姓名</a:t>
            </a:r>
            <a:endParaRPr lang="en-US" altLang="zh-CN" noProof="false"/>
          </a:p>
        </p:txBody>
      </p:sp>
      <p:sp>
        <p:nvSpPr>
          <p:cNvPr id="2480" name="Text Placeholder 17"/>
          <p:cNvSpPr>
            <a:spLocks noGrp="true"/>
          </p:cNvSpPr>
          <p:nvPr>
            <p:ph type="body" sz="quarter" idx="17" hasCustomPrompt="true"/>
          </p:nvPr>
        </p:nvSpPr>
        <p:spPr>
          <a:xfrm>
            <a:off x="597319" y="4989792"/>
            <a:ext cx="1973162" cy="741363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spc="0" baseline="0"/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 noProof="false" err="true"/>
              <a:t>请输入职称</a:t>
            </a:r>
            <a:endParaRPr lang="en-US" altLang="zh-CN" noProof="false"/>
          </a:p>
        </p:txBody>
      </p:sp>
      <p:sp>
        <p:nvSpPr>
          <p:cNvPr id="2481" name="Picture Placeholder 8"/>
          <p:cNvSpPr>
            <a:spLocks noGrp="true"/>
          </p:cNvSpPr>
          <p:nvPr>
            <p:ph type="pic" sz="quarter" idx="18" hasCustomPrompt="true"/>
          </p:nvPr>
        </p:nvSpPr>
        <p:spPr>
          <a:xfrm>
            <a:off x="597318" y="1676403"/>
            <a:ext cx="1973162" cy="2186941"/>
          </a:xfrm>
          <a:noFill/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单击插入图片</a:t>
            </a:r>
            <a:endParaRPr lang="zh-TW" altLang="en-US" noProof="false"/>
          </a:p>
        </p:txBody>
      </p:sp>
      <p:sp>
        <p:nvSpPr>
          <p:cNvPr id="2482" name="Text Placeholder 13"/>
          <p:cNvSpPr>
            <a:spLocks noGrp="true"/>
          </p:cNvSpPr>
          <p:nvPr>
            <p:ph type="body" sz="quarter" idx="19" hasCustomPrompt="true"/>
          </p:nvPr>
        </p:nvSpPr>
        <p:spPr>
          <a:xfrm>
            <a:off x="2852838" y="4305701"/>
            <a:ext cx="1973162" cy="642220"/>
          </a:xfrm>
        </p:spPr>
        <p:txBody>
          <a:bodyPr>
            <a:no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lang="en-US" altLang="zh-CN" sz="2400" b="true" i="false" kern="1200" cap="all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CN" noProof="false" err="true"/>
              <a:t>请输入</a:t>
            </a:r>
            <a:endParaRPr lang="en-US" altLang="zh-CN" noProof="false"/>
          </a:p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CN" noProof="false" err="true"/>
              <a:t>姓名</a:t>
            </a:r>
            <a:endParaRPr lang="en-US" altLang="zh-CN" noProof="false"/>
          </a:p>
        </p:txBody>
      </p:sp>
      <p:sp>
        <p:nvSpPr>
          <p:cNvPr id="2483" name="Text Placeholder 17"/>
          <p:cNvSpPr>
            <a:spLocks noGrp="true"/>
          </p:cNvSpPr>
          <p:nvPr>
            <p:ph type="body" sz="quarter" idx="20" hasCustomPrompt="true"/>
          </p:nvPr>
        </p:nvSpPr>
        <p:spPr>
          <a:xfrm>
            <a:off x="2852839" y="4989792"/>
            <a:ext cx="1973162" cy="741363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spc="0" baseline="0"/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 noProof="false" err="true"/>
              <a:t>请输入职称</a:t>
            </a:r>
            <a:endParaRPr lang="en-US" altLang="zh-CN" noProof="false"/>
          </a:p>
        </p:txBody>
      </p:sp>
      <p:sp>
        <p:nvSpPr>
          <p:cNvPr id="2484" name="Picture Placeholder 8"/>
          <p:cNvSpPr>
            <a:spLocks noGrp="true"/>
          </p:cNvSpPr>
          <p:nvPr>
            <p:ph type="pic" sz="quarter" idx="21" hasCustomPrompt="true"/>
          </p:nvPr>
        </p:nvSpPr>
        <p:spPr>
          <a:xfrm>
            <a:off x="2852838" y="1676403"/>
            <a:ext cx="1973162" cy="2186941"/>
          </a:xfrm>
          <a:noFill/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单击插入图片</a:t>
            </a:r>
            <a:endParaRPr lang="zh-TW" altLang="en-US" noProof="false"/>
          </a:p>
        </p:txBody>
      </p:sp>
      <p:sp>
        <p:nvSpPr>
          <p:cNvPr id="2485" name="Text Placeholder 13"/>
          <p:cNvSpPr>
            <a:spLocks noGrp="true"/>
          </p:cNvSpPr>
          <p:nvPr>
            <p:ph type="body" sz="quarter" idx="22" hasCustomPrompt="true"/>
          </p:nvPr>
        </p:nvSpPr>
        <p:spPr>
          <a:xfrm>
            <a:off x="5108358" y="4305701"/>
            <a:ext cx="1973162" cy="642220"/>
          </a:xfrm>
        </p:spPr>
        <p:txBody>
          <a:bodyPr>
            <a:no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lang="en-US" altLang="zh-CN" sz="2400" b="true" i="false" kern="1200" cap="all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CN" noProof="false" err="true"/>
              <a:t>请输入</a:t>
            </a:r>
            <a:endParaRPr lang="en-US" altLang="zh-CN" noProof="false"/>
          </a:p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CN" noProof="false" err="true"/>
              <a:t>姓名</a:t>
            </a:r>
            <a:endParaRPr lang="en-US" altLang="zh-CN" noProof="false"/>
          </a:p>
        </p:txBody>
      </p:sp>
      <p:sp>
        <p:nvSpPr>
          <p:cNvPr id="2486" name="Text Placeholder 17"/>
          <p:cNvSpPr>
            <a:spLocks noGrp="true"/>
          </p:cNvSpPr>
          <p:nvPr>
            <p:ph type="body" sz="quarter" idx="23" hasCustomPrompt="true"/>
          </p:nvPr>
        </p:nvSpPr>
        <p:spPr>
          <a:xfrm>
            <a:off x="5108359" y="4989792"/>
            <a:ext cx="1973162" cy="741363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spc="0" baseline="0"/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 noProof="false" err="true"/>
              <a:t>请输入职称</a:t>
            </a:r>
            <a:endParaRPr lang="en-US" altLang="zh-CN" noProof="false"/>
          </a:p>
        </p:txBody>
      </p:sp>
      <p:sp>
        <p:nvSpPr>
          <p:cNvPr id="2487" name="Picture Placeholder 8"/>
          <p:cNvSpPr>
            <a:spLocks noGrp="true"/>
          </p:cNvSpPr>
          <p:nvPr>
            <p:ph type="pic" sz="quarter" idx="24" hasCustomPrompt="true"/>
          </p:nvPr>
        </p:nvSpPr>
        <p:spPr>
          <a:xfrm>
            <a:off x="5108358" y="1676403"/>
            <a:ext cx="1973162" cy="2186941"/>
          </a:xfrm>
          <a:noFill/>
        </p:spPr>
        <p:txBody>
          <a:bodyPr anchor="ctr" anchorCtr="false">
            <a:noAutofit/>
          </a:bodyPr>
          <a:lstStyle>
            <a:lvl1pPr marL="0" indent="0" algn="ctr">
              <a:buNone/>
              <a:defRPr lang="en-US" sz="1200" b="false" i="false" kern="1200" cap="all" baseline="0" noProof="false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单击插入图片</a:t>
            </a:r>
            <a:endParaRPr lang="zh-TW" altLang="en-US" noProof="false"/>
          </a:p>
        </p:txBody>
      </p:sp>
      <p:sp>
        <p:nvSpPr>
          <p:cNvPr id="2488" name="Text Placeholder 13"/>
          <p:cNvSpPr>
            <a:spLocks noGrp="true"/>
          </p:cNvSpPr>
          <p:nvPr>
            <p:ph type="body" sz="quarter" idx="25" hasCustomPrompt="true"/>
          </p:nvPr>
        </p:nvSpPr>
        <p:spPr>
          <a:xfrm>
            <a:off x="7363878" y="4305701"/>
            <a:ext cx="1973162" cy="642220"/>
          </a:xfrm>
        </p:spPr>
        <p:txBody>
          <a:bodyPr>
            <a:no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lang="en-US" altLang="zh-CN" sz="2400" b="true" i="false" kern="1200" cap="all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CN" noProof="false" err="true"/>
              <a:t>请输入</a:t>
            </a:r>
            <a:endParaRPr lang="en-US" altLang="zh-CN" noProof="false"/>
          </a:p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CN" noProof="false" err="true"/>
              <a:t>姓名</a:t>
            </a:r>
            <a:endParaRPr lang="en-US" altLang="zh-CN" noProof="false"/>
          </a:p>
        </p:txBody>
      </p:sp>
      <p:sp>
        <p:nvSpPr>
          <p:cNvPr id="2489" name="Text Placeholder 17"/>
          <p:cNvSpPr>
            <a:spLocks noGrp="true"/>
          </p:cNvSpPr>
          <p:nvPr>
            <p:ph type="body" sz="quarter" idx="26" hasCustomPrompt="true"/>
          </p:nvPr>
        </p:nvSpPr>
        <p:spPr>
          <a:xfrm>
            <a:off x="7363879" y="4989792"/>
            <a:ext cx="1973162" cy="741363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spc="0" baseline="0"/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 noProof="false" err="true"/>
              <a:t>请输入职称</a:t>
            </a:r>
            <a:endParaRPr lang="en-US" altLang="zh-CN" noProof="false"/>
          </a:p>
        </p:txBody>
      </p:sp>
      <p:sp>
        <p:nvSpPr>
          <p:cNvPr id="2490" name="Picture Placeholder 8"/>
          <p:cNvSpPr>
            <a:spLocks noGrp="true"/>
          </p:cNvSpPr>
          <p:nvPr>
            <p:ph type="pic" sz="quarter" idx="27" hasCustomPrompt="true"/>
          </p:nvPr>
        </p:nvSpPr>
        <p:spPr>
          <a:xfrm>
            <a:off x="7363878" y="1676403"/>
            <a:ext cx="1973162" cy="2186941"/>
          </a:xfrm>
          <a:noFill/>
        </p:spPr>
        <p:txBody>
          <a:bodyPr anchor="ctr" anchorCtr="false">
            <a:noAutofit/>
          </a:bodyPr>
          <a:lstStyle>
            <a:lvl1pPr marL="0" indent="0" algn="ctr">
              <a:buNone/>
              <a:defRPr lang="en-US" sz="1200" b="false" i="false" kern="1200" cap="all" baseline="0" noProof="false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单击插入图片</a:t>
            </a:r>
            <a:endParaRPr lang="zh-TW" altLang="en-US" noProof="false"/>
          </a:p>
        </p:txBody>
      </p:sp>
      <p:sp>
        <p:nvSpPr>
          <p:cNvPr id="2491" name="Text Placeholder 13"/>
          <p:cNvSpPr>
            <a:spLocks noGrp="true"/>
          </p:cNvSpPr>
          <p:nvPr>
            <p:ph type="body" sz="quarter" idx="28" hasCustomPrompt="true"/>
          </p:nvPr>
        </p:nvSpPr>
        <p:spPr>
          <a:xfrm>
            <a:off x="9619398" y="4305701"/>
            <a:ext cx="1973162" cy="642220"/>
          </a:xfrm>
        </p:spPr>
        <p:txBody>
          <a:bodyPr>
            <a:no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lang="en-US" altLang="zh-CN" sz="2400" b="true" i="false" kern="1200" cap="all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CN" noProof="false" err="true"/>
              <a:t>请输入</a:t>
            </a:r>
            <a:endParaRPr lang="en-US" altLang="zh-CN" noProof="false"/>
          </a:p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CN" noProof="false" err="true"/>
              <a:t>姓名</a:t>
            </a:r>
            <a:endParaRPr lang="en-US" altLang="zh-CN" noProof="false"/>
          </a:p>
        </p:txBody>
      </p:sp>
      <p:sp>
        <p:nvSpPr>
          <p:cNvPr id="2492" name="Text Placeholder 17"/>
          <p:cNvSpPr>
            <a:spLocks noGrp="true"/>
          </p:cNvSpPr>
          <p:nvPr>
            <p:ph type="body" sz="quarter" idx="29" hasCustomPrompt="true"/>
          </p:nvPr>
        </p:nvSpPr>
        <p:spPr>
          <a:xfrm>
            <a:off x="9619399" y="4989792"/>
            <a:ext cx="1973162" cy="741363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spc="0" baseline="0"/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 noProof="false" err="true"/>
              <a:t>请输入职称</a:t>
            </a:r>
            <a:endParaRPr lang="en-US" altLang="zh-CN" noProof="false"/>
          </a:p>
        </p:txBody>
      </p:sp>
      <p:sp>
        <p:nvSpPr>
          <p:cNvPr id="2493" name="Picture Placeholder 8"/>
          <p:cNvSpPr>
            <a:spLocks noGrp="true"/>
          </p:cNvSpPr>
          <p:nvPr>
            <p:ph type="pic" sz="quarter" idx="30" hasCustomPrompt="true"/>
          </p:nvPr>
        </p:nvSpPr>
        <p:spPr>
          <a:xfrm>
            <a:off x="9619398" y="1676403"/>
            <a:ext cx="1973162" cy="2186941"/>
          </a:xfrm>
          <a:noFill/>
        </p:spPr>
        <p:txBody>
          <a:bodyPr anchor="ctr" anchorCtr="false">
            <a:noAutofit/>
          </a:bodyPr>
          <a:lstStyle>
            <a:lvl1pPr marL="0" indent="0" algn="ctr">
              <a:buNone/>
              <a:defRPr lang="en-US" sz="1200" b="false" i="false" kern="1200" cap="all" baseline="0" noProof="false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单击插入图片</a:t>
            </a:r>
            <a:endParaRPr lang="zh-TW" altLang="en-US" noProof="false"/>
          </a:p>
        </p:txBody>
      </p:sp>
      <p:sp>
        <p:nvSpPr>
          <p:cNvPr id="2494" name="Text Placeholder 11"/>
          <p:cNvSpPr>
            <a:spLocks noGrp="true"/>
          </p:cNvSpPr>
          <p:nvPr>
            <p:ph type="body" sz="quarter" idx="14" hasCustomPrompt="true"/>
          </p:nvPr>
        </p:nvSpPr>
        <p:spPr>
          <a:xfrm>
            <a:off x="3316287" y="506423"/>
            <a:ext cx="5588000" cy="226209"/>
          </a:xfrm>
        </p:spPr>
        <p:txBody>
          <a:bodyPr>
            <a:noAutofit/>
          </a:bodyPr>
          <a:lstStyle>
            <a:lvl1pPr marL="0" indent="0" algn="ctr">
              <a:buNone/>
              <a:defRPr sz="1000" b="false" i="false" cap="all" spc="150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altLang="zh-CN" noProof="false" err="true"/>
              <a:t>请输入说明文字</a:t>
            </a:r>
            <a:endParaRPr lang="en-US" altLang="zh-CN" noProof="false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p="http://schemas.openxmlformats.org/presentationml/2006/main">
  <p:cSld name="2_5 profiles">
    <p:bg>
      <p:bgPr>
        <a:solidFill>
          <a:schemeClr val="tx1"/>
        </a:solidFill>
        <a:effectLst/>
      </p:bgPr>
    </p:bg>
    <p:spTree>
      <p:nvGrpSpPr>
        <p:cNvPr id="249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6" name="Slide Number Placeholder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2497" name="Text Placeholder 13"/>
          <p:cNvSpPr>
            <a:spLocks noGrp="true"/>
          </p:cNvSpPr>
          <p:nvPr>
            <p:ph type="body" sz="quarter" idx="15" hasCustomPrompt="true"/>
          </p:nvPr>
        </p:nvSpPr>
        <p:spPr>
          <a:xfrm>
            <a:off x="597318" y="4305701"/>
            <a:ext cx="1973162" cy="642220"/>
          </a:xfrm>
        </p:spPr>
        <p:txBody>
          <a:bodyPr>
            <a:no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lang="en-US" sz="2400" b="true" i="false" kern="1200" cap="all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CN" noProof="false" err="true"/>
              <a:t>请输入</a:t>
            </a:r>
            <a:endParaRPr lang="en-US" altLang="zh-CN" noProof="false"/>
          </a:p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CN" noProof="false" err="true"/>
              <a:t>姓名</a:t>
            </a:r>
            <a:endParaRPr lang="en-US" noProof="false"/>
          </a:p>
        </p:txBody>
      </p:sp>
      <p:sp>
        <p:nvSpPr>
          <p:cNvPr id="2498" name="Text Placeholder 17"/>
          <p:cNvSpPr>
            <a:spLocks noGrp="true"/>
          </p:cNvSpPr>
          <p:nvPr>
            <p:ph type="body" sz="quarter" idx="17" hasCustomPrompt="true"/>
          </p:nvPr>
        </p:nvSpPr>
        <p:spPr>
          <a:xfrm>
            <a:off x="597319" y="4989792"/>
            <a:ext cx="1973162" cy="741363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spc="0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 noProof="false" err="true"/>
              <a:t>请输入职称</a:t>
            </a:r>
            <a:endParaRPr lang="en-US" altLang="zh-CN" noProof="false"/>
          </a:p>
        </p:txBody>
      </p:sp>
      <p:sp>
        <p:nvSpPr>
          <p:cNvPr id="2499" name="Picture Placeholder 8"/>
          <p:cNvSpPr>
            <a:spLocks noGrp="true"/>
          </p:cNvSpPr>
          <p:nvPr>
            <p:ph type="pic" sz="quarter" idx="18" hasCustomPrompt="true"/>
          </p:nvPr>
        </p:nvSpPr>
        <p:spPr>
          <a:xfrm>
            <a:off x="597318" y="1676403"/>
            <a:ext cx="1973162" cy="2186941"/>
          </a:xfrm>
          <a:noFill/>
        </p:spPr>
        <p:txBody>
          <a:bodyPr anchor="ctr" anchorCtr="false">
            <a:noAutofit/>
          </a:bodyPr>
          <a:lstStyle>
            <a:lvl1pPr marL="0" indent="0" algn="ctr">
              <a:buNone/>
              <a:defRPr lang="en-US" sz="1200" kern="1200" cap="all" baseline="0" noProof="false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+mn-cs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单击插入图片</a:t>
            </a:r>
            <a:endParaRPr lang="zh-TW" altLang="en-US" noProof="false"/>
          </a:p>
        </p:txBody>
      </p:sp>
      <p:sp>
        <p:nvSpPr>
          <p:cNvPr id="2500" name="Text Placeholder 13"/>
          <p:cNvSpPr>
            <a:spLocks noGrp="true"/>
          </p:cNvSpPr>
          <p:nvPr>
            <p:ph type="body" sz="quarter" idx="19" hasCustomPrompt="true"/>
          </p:nvPr>
        </p:nvSpPr>
        <p:spPr>
          <a:xfrm>
            <a:off x="2852838" y="4305701"/>
            <a:ext cx="1973162" cy="642220"/>
          </a:xfrm>
        </p:spPr>
        <p:txBody>
          <a:bodyPr>
            <a:no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lang="en-US" sz="2400" b="true" i="false" kern="1200" cap="all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CN" noProof="false" err="true"/>
              <a:t>请输入</a:t>
            </a:r>
            <a:endParaRPr lang="en-US" altLang="zh-CN" noProof="false"/>
          </a:p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CN" noProof="false" err="true"/>
              <a:t>姓名</a:t>
            </a:r>
            <a:endParaRPr lang="en-US" noProof="false"/>
          </a:p>
        </p:txBody>
      </p:sp>
      <p:sp>
        <p:nvSpPr>
          <p:cNvPr id="2501" name="Text Placeholder 17"/>
          <p:cNvSpPr>
            <a:spLocks noGrp="true"/>
          </p:cNvSpPr>
          <p:nvPr>
            <p:ph type="body" sz="quarter" idx="20" hasCustomPrompt="true"/>
          </p:nvPr>
        </p:nvSpPr>
        <p:spPr>
          <a:xfrm>
            <a:off x="2852839" y="4989792"/>
            <a:ext cx="1973162" cy="741363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spc="0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 noProof="false" err="true"/>
              <a:t>请输入职称</a:t>
            </a:r>
            <a:endParaRPr lang="en-US" altLang="zh-CN" noProof="false"/>
          </a:p>
        </p:txBody>
      </p:sp>
      <p:sp>
        <p:nvSpPr>
          <p:cNvPr id="2502" name="Picture Placeholder 8"/>
          <p:cNvSpPr>
            <a:spLocks noGrp="true"/>
          </p:cNvSpPr>
          <p:nvPr>
            <p:ph type="pic" sz="quarter" idx="21" hasCustomPrompt="true"/>
          </p:nvPr>
        </p:nvSpPr>
        <p:spPr>
          <a:xfrm>
            <a:off x="2852838" y="1676403"/>
            <a:ext cx="1973162" cy="2186941"/>
          </a:xfrm>
          <a:noFill/>
        </p:spPr>
        <p:txBody>
          <a:bodyPr anchor="ctr" anchorCtr="false">
            <a:noAutofit/>
          </a:bodyPr>
          <a:lstStyle>
            <a:lvl1pPr marL="0" indent="0" algn="ctr">
              <a:buNone/>
              <a:defRPr lang="en-US" sz="1200" kern="1200" cap="all" baseline="0" noProof="false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+mn-cs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单击插入图片</a:t>
            </a:r>
            <a:endParaRPr lang="zh-TW" altLang="en-US" noProof="false"/>
          </a:p>
        </p:txBody>
      </p:sp>
      <p:sp>
        <p:nvSpPr>
          <p:cNvPr id="2503" name="Text Placeholder 13"/>
          <p:cNvSpPr>
            <a:spLocks noGrp="true"/>
          </p:cNvSpPr>
          <p:nvPr>
            <p:ph type="body" sz="quarter" idx="22" hasCustomPrompt="true"/>
          </p:nvPr>
        </p:nvSpPr>
        <p:spPr>
          <a:xfrm>
            <a:off x="5108358" y="4305701"/>
            <a:ext cx="1973162" cy="642220"/>
          </a:xfrm>
        </p:spPr>
        <p:txBody>
          <a:bodyPr>
            <a:no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lang="en-US" sz="2400" b="true" i="false" kern="1200" cap="all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CN" noProof="false" err="true"/>
              <a:t>请输入</a:t>
            </a:r>
            <a:endParaRPr lang="en-US" altLang="zh-CN" noProof="false"/>
          </a:p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CN" noProof="false" err="true"/>
              <a:t>姓名</a:t>
            </a:r>
            <a:endParaRPr lang="en-US" noProof="false"/>
          </a:p>
        </p:txBody>
      </p:sp>
      <p:sp>
        <p:nvSpPr>
          <p:cNvPr id="2504" name="Text Placeholder 17"/>
          <p:cNvSpPr>
            <a:spLocks noGrp="true"/>
          </p:cNvSpPr>
          <p:nvPr>
            <p:ph type="body" sz="quarter" idx="23" hasCustomPrompt="true"/>
          </p:nvPr>
        </p:nvSpPr>
        <p:spPr>
          <a:xfrm>
            <a:off x="5108359" y="4989792"/>
            <a:ext cx="1973162" cy="741363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spc="0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 noProof="false" err="true"/>
              <a:t>请输入职称</a:t>
            </a:r>
            <a:endParaRPr lang="en-US" altLang="zh-CN" noProof="false"/>
          </a:p>
        </p:txBody>
      </p:sp>
      <p:sp>
        <p:nvSpPr>
          <p:cNvPr id="2505" name="Picture Placeholder 8"/>
          <p:cNvSpPr>
            <a:spLocks noGrp="true"/>
          </p:cNvSpPr>
          <p:nvPr>
            <p:ph type="pic" sz="quarter" idx="24" hasCustomPrompt="true"/>
          </p:nvPr>
        </p:nvSpPr>
        <p:spPr>
          <a:xfrm>
            <a:off x="5108358" y="1676403"/>
            <a:ext cx="1973162" cy="2186941"/>
          </a:xfrm>
          <a:noFill/>
        </p:spPr>
        <p:txBody>
          <a:bodyPr anchor="ctr" anchorCtr="false">
            <a:noAutofit/>
          </a:bodyPr>
          <a:lstStyle>
            <a:lvl1pPr marL="0" indent="0" algn="ctr">
              <a:buNone/>
              <a:defRPr lang="en-US" sz="1200" kern="1200" cap="all" baseline="0" noProof="false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+mn-cs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单击插入图片</a:t>
            </a:r>
            <a:endParaRPr lang="zh-TW" altLang="en-US" noProof="false"/>
          </a:p>
        </p:txBody>
      </p:sp>
      <p:sp>
        <p:nvSpPr>
          <p:cNvPr id="2506" name="Text Placeholder 13"/>
          <p:cNvSpPr>
            <a:spLocks noGrp="true"/>
          </p:cNvSpPr>
          <p:nvPr>
            <p:ph type="body" sz="quarter" idx="25" hasCustomPrompt="true"/>
          </p:nvPr>
        </p:nvSpPr>
        <p:spPr>
          <a:xfrm>
            <a:off x="7363878" y="4305701"/>
            <a:ext cx="1973162" cy="642220"/>
          </a:xfrm>
        </p:spPr>
        <p:txBody>
          <a:bodyPr>
            <a:no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lang="en-US" sz="2400" b="true" i="false" kern="1200" cap="all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CN" noProof="false" err="true"/>
              <a:t>请输入</a:t>
            </a:r>
            <a:endParaRPr lang="en-US" altLang="zh-CN" noProof="false"/>
          </a:p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CN" noProof="false" err="true"/>
              <a:t>姓名</a:t>
            </a:r>
            <a:endParaRPr lang="en-US" noProof="false"/>
          </a:p>
        </p:txBody>
      </p:sp>
      <p:sp>
        <p:nvSpPr>
          <p:cNvPr id="2507" name="Text Placeholder 17"/>
          <p:cNvSpPr>
            <a:spLocks noGrp="true"/>
          </p:cNvSpPr>
          <p:nvPr>
            <p:ph type="body" sz="quarter" idx="26" hasCustomPrompt="true"/>
          </p:nvPr>
        </p:nvSpPr>
        <p:spPr>
          <a:xfrm>
            <a:off x="7363879" y="4989792"/>
            <a:ext cx="1973162" cy="741363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spc="0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 noProof="false" err="true"/>
              <a:t>请输入职称</a:t>
            </a:r>
            <a:endParaRPr lang="en-US" altLang="zh-CN" noProof="false"/>
          </a:p>
        </p:txBody>
      </p:sp>
      <p:sp>
        <p:nvSpPr>
          <p:cNvPr id="2508" name="Picture Placeholder 8"/>
          <p:cNvSpPr>
            <a:spLocks noGrp="true"/>
          </p:cNvSpPr>
          <p:nvPr>
            <p:ph type="pic" sz="quarter" idx="27" hasCustomPrompt="true"/>
          </p:nvPr>
        </p:nvSpPr>
        <p:spPr>
          <a:xfrm>
            <a:off x="7363878" y="1676403"/>
            <a:ext cx="1973162" cy="2186941"/>
          </a:xfrm>
          <a:noFill/>
        </p:spPr>
        <p:txBody>
          <a:bodyPr anchor="ctr" anchorCtr="false">
            <a:noAutofit/>
          </a:bodyPr>
          <a:lstStyle>
            <a:lvl1pPr marL="0" indent="0" algn="ctr">
              <a:buNone/>
              <a:defRPr lang="en-US" sz="1200" kern="1200" cap="all" baseline="0" noProof="false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+mn-cs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单击插入图片</a:t>
            </a:r>
            <a:endParaRPr lang="zh-TW" altLang="en-US" noProof="false"/>
          </a:p>
        </p:txBody>
      </p:sp>
      <p:sp>
        <p:nvSpPr>
          <p:cNvPr id="2509" name="Text Placeholder 13"/>
          <p:cNvSpPr>
            <a:spLocks noGrp="true"/>
          </p:cNvSpPr>
          <p:nvPr>
            <p:ph type="body" sz="quarter" idx="28" hasCustomPrompt="true"/>
          </p:nvPr>
        </p:nvSpPr>
        <p:spPr>
          <a:xfrm>
            <a:off x="9619398" y="4305701"/>
            <a:ext cx="1973162" cy="642220"/>
          </a:xfrm>
        </p:spPr>
        <p:txBody>
          <a:bodyPr>
            <a:no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lang="en-US" sz="2400" b="true" i="false" kern="1200" cap="all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CN" noProof="false" err="true"/>
              <a:t>请输入</a:t>
            </a:r>
            <a:endParaRPr lang="en-US" altLang="zh-CN" noProof="false"/>
          </a:p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CN" noProof="false" err="true"/>
              <a:t>姓名</a:t>
            </a:r>
            <a:endParaRPr lang="en-US" noProof="false"/>
          </a:p>
        </p:txBody>
      </p:sp>
      <p:sp>
        <p:nvSpPr>
          <p:cNvPr id="2510" name="Text Placeholder 17"/>
          <p:cNvSpPr>
            <a:spLocks noGrp="true"/>
          </p:cNvSpPr>
          <p:nvPr>
            <p:ph type="body" sz="quarter" idx="29" hasCustomPrompt="true"/>
          </p:nvPr>
        </p:nvSpPr>
        <p:spPr>
          <a:xfrm>
            <a:off x="9619399" y="4989792"/>
            <a:ext cx="1973162" cy="741363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spc="0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 noProof="false" err="true"/>
              <a:t>请输入职称</a:t>
            </a:r>
            <a:endParaRPr lang="en-US" altLang="zh-CN" noProof="false"/>
          </a:p>
        </p:txBody>
      </p:sp>
      <p:sp>
        <p:nvSpPr>
          <p:cNvPr id="2511" name="Picture Placeholder 8"/>
          <p:cNvSpPr>
            <a:spLocks noGrp="true"/>
          </p:cNvSpPr>
          <p:nvPr>
            <p:ph type="pic" sz="quarter" idx="30" hasCustomPrompt="true"/>
          </p:nvPr>
        </p:nvSpPr>
        <p:spPr>
          <a:xfrm>
            <a:off x="9619398" y="1676403"/>
            <a:ext cx="1973162" cy="2186941"/>
          </a:xfrm>
          <a:noFill/>
        </p:spPr>
        <p:txBody>
          <a:bodyPr anchor="ctr" anchorCtr="false">
            <a:noAutofit/>
          </a:bodyPr>
          <a:lstStyle>
            <a:lvl1pPr marL="0" indent="0" algn="ctr">
              <a:buNone/>
              <a:defRPr lang="en-US" sz="1200" kern="1200" cap="all" baseline="0" noProof="false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+mn-cs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单击插入图片</a:t>
            </a:r>
            <a:endParaRPr lang="zh-TW" altLang="en-US" noProof="false"/>
          </a:p>
        </p:txBody>
      </p:sp>
      <p:sp>
        <p:nvSpPr>
          <p:cNvPr id="2512" name="Text Placeholder 11"/>
          <p:cNvSpPr>
            <a:spLocks noGrp="true"/>
          </p:cNvSpPr>
          <p:nvPr>
            <p:ph type="body" sz="quarter" idx="14" hasCustomPrompt="true"/>
          </p:nvPr>
        </p:nvSpPr>
        <p:spPr>
          <a:xfrm>
            <a:off x="3316287" y="506423"/>
            <a:ext cx="5588000" cy="226209"/>
          </a:xfrm>
        </p:spPr>
        <p:txBody>
          <a:bodyPr>
            <a:noAutofit/>
          </a:bodyPr>
          <a:lstStyle>
            <a:lvl1pPr marL="0" indent="0" algn="ctr">
              <a:buNone/>
              <a:defRPr sz="1000" b="false" i="false" cap="all" spc="150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altLang="zh-CN" noProof="false" err="true"/>
              <a:t>请输入说明文字</a:t>
            </a:r>
            <a:endParaRPr lang="en-US" altLang="zh-CN" noProof="false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p="http://schemas.openxmlformats.org/presentationml/2006/main">
  <p:cSld name="6 profiles">
    <p:spTree>
      <p:nvGrpSpPr>
        <p:cNvPr id="25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4" name="Slide Number Placeholder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2515" name="Text Placeholder 13"/>
          <p:cNvSpPr>
            <a:spLocks noGrp="true"/>
          </p:cNvSpPr>
          <p:nvPr>
            <p:ph type="body" sz="quarter" idx="15" hasCustomPrompt="true"/>
          </p:nvPr>
        </p:nvSpPr>
        <p:spPr>
          <a:xfrm>
            <a:off x="2400880" y="1797247"/>
            <a:ext cx="1767260" cy="642220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lang="en-US" sz="2400" b="true" i="false" kern="1200" cap="all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lvl="0"/>
            <a:r>
              <a:rPr lang="en-US" altLang="zh-CN" noProof="false" err="true"/>
              <a:t>请输入</a:t>
            </a:r>
            <a:endParaRPr lang="en-US" altLang="zh-CN" noProof="false"/>
          </a:p>
          <a:p>
            <a:pPr lvl="0"/>
            <a:r>
              <a:rPr lang="en-US" altLang="zh-CN" noProof="false" err="true"/>
              <a:t>姓名</a:t>
            </a:r>
            <a:endParaRPr lang="en-US" altLang="zh-CN" noProof="false"/>
          </a:p>
        </p:txBody>
      </p:sp>
      <p:sp>
        <p:nvSpPr>
          <p:cNvPr id="2516" name="Text Placeholder 17"/>
          <p:cNvSpPr>
            <a:spLocks noGrp="true"/>
          </p:cNvSpPr>
          <p:nvPr>
            <p:ph type="body" sz="quarter" idx="17" hasCustomPrompt="true"/>
          </p:nvPr>
        </p:nvSpPr>
        <p:spPr>
          <a:xfrm>
            <a:off x="2400880" y="2505061"/>
            <a:ext cx="1767260" cy="701120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spc="0" baseline="0"/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 noProof="false" dirty="false" err="true"/>
              <a:t>请输入职称</a:t>
            </a:r>
            <a:endParaRPr lang="en-US" altLang="zh-CN" noProof="false" dirty="false"/>
          </a:p>
        </p:txBody>
      </p:sp>
      <p:sp>
        <p:nvSpPr>
          <p:cNvPr id="2517" name="Picture Placeholder 8"/>
          <p:cNvSpPr>
            <a:spLocks noGrp="true"/>
          </p:cNvSpPr>
          <p:nvPr>
            <p:ph type="pic" sz="quarter" idx="18" hasCustomPrompt="true"/>
          </p:nvPr>
        </p:nvSpPr>
        <p:spPr>
          <a:xfrm>
            <a:off x="507365" y="1242059"/>
            <a:ext cx="1646555" cy="1752597"/>
          </a:xfrm>
          <a:noFill/>
        </p:spPr>
        <p:txBody>
          <a:bodyPr anchor="ctr" anchorCtr="false">
            <a:noAutofit/>
          </a:bodyPr>
          <a:lstStyle>
            <a:lvl1pPr marL="0" indent="0" algn="ctr">
              <a:buNone/>
              <a:defRPr lang="en-US" sz="1200" b="false" i="false" kern="1200" cap="all" baseline="0" noProof="false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单击插入图片</a:t>
            </a:r>
            <a:endParaRPr lang="zh-TW" altLang="en-US" noProof="false"/>
          </a:p>
        </p:txBody>
      </p:sp>
      <p:sp>
        <p:nvSpPr>
          <p:cNvPr id="2518" name="Text Placeholder 13"/>
          <p:cNvSpPr>
            <a:spLocks noGrp="true"/>
          </p:cNvSpPr>
          <p:nvPr>
            <p:ph type="body" sz="quarter" idx="19" hasCustomPrompt="true"/>
          </p:nvPr>
        </p:nvSpPr>
        <p:spPr>
          <a:xfrm>
            <a:off x="6226122" y="1797247"/>
            <a:ext cx="1767260" cy="642220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lang="en-US" altLang="zh-CN" sz="2400" b="true" i="false" kern="1200" cap="all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</a:t>
            </a:r>
            <a:endParaRPr lang="en-US" altLang="zh-CN" noProof="false"/>
          </a:p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姓名</a:t>
            </a:r>
            <a:endParaRPr lang="en-US" altLang="zh-CN" noProof="false"/>
          </a:p>
        </p:txBody>
      </p:sp>
      <p:sp>
        <p:nvSpPr>
          <p:cNvPr id="2519" name="Text Placeholder 17"/>
          <p:cNvSpPr>
            <a:spLocks noGrp="true"/>
          </p:cNvSpPr>
          <p:nvPr>
            <p:ph type="body" sz="quarter" idx="20" hasCustomPrompt="true"/>
          </p:nvPr>
        </p:nvSpPr>
        <p:spPr>
          <a:xfrm>
            <a:off x="6226122" y="2505061"/>
            <a:ext cx="1767260" cy="701120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spc="0" baseline="0"/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 noProof="false" err="true"/>
              <a:t>请输入职称</a:t>
            </a:r>
            <a:endParaRPr lang="en-US" altLang="zh-CN" noProof="false"/>
          </a:p>
        </p:txBody>
      </p:sp>
      <p:sp>
        <p:nvSpPr>
          <p:cNvPr id="2520" name="Picture Placeholder 8"/>
          <p:cNvSpPr>
            <a:spLocks noGrp="true"/>
          </p:cNvSpPr>
          <p:nvPr>
            <p:ph type="pic" sz="quarter" idx="21" hasCustomPrompt="true"/>
          </p:nvPr>
        </p:nvSpPr>
        <p:spPr>
          <a:xfrm>
            <a:off x="4332607" y="1242059"/>
            <a:ext cx="1646555" cy="1752597"/>
          </a:xfrm>
          <a:noFill/>
        </p:spPr>
        <p:txBody>
          <a:bodyPr anchor="ctr" anchorCtr="false">
            <a:noAutofit/>
          </a:bodyPr>
          <a:lstStyle>
            <a:lvl1pPr marL="0" indent="0" algn="ctr">
              <a:buNone/>
              <a:defRPr lang="en-US" sz="1200" b="false" i="false" kern="1200" cap="all" baseline="0" noProof="false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单击插入图片</a:t>
            </a:r>
            <a:endParaRPr lang="zh-TW" altLang="en-US" noProof="false"/>
          </a:p>
        </p:txBody>
      </p:sp>
      <p:sp>
        <p:nvSpPr>
          <p:cNvPr id="2521" name="Text Placeholder 13"/>
          <p:cNvSpPr>
            <a:spLocks noGrp="true"/>
          </p:cNvSpPr>
          <p:nvPr>
            <p:ph type="body" sz="quarter" idx="22" hasCustomPrompt="true"/>
          </p:nvPr>
        </p:nvSpPr>
        <p:spPr>
          <a:xfrm>
            <a:off x="10046915" y="1797247"/>
            <a:ext cx="1767260" cy="642220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lang="en-US" altLang="zh-CN" sz="2400" b="true" i="false" kern="1200" cap="all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</a:t>
            </a:r>
            <a:endParaRPr lang="en-US" altLang="zh-CN" noProof="false"/>
          </a:p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姓名</a:t>
            </a:r>
            <a:endParaRPr lang="en-US" altLang="zh-CN" noProof="false"/>
          </a:p>
        </p:txBody>
      </p:sp>
      <p:sp>
        <p:nvSpPr>
          <p:cNvPr id="2522" name="Text Placeholder 17"/>
          <p:cNvSpPr>
            <a:spLocks noGrp="true"/>
          </p:cNvSpPr>
          <p:nvPr>
            <p:ph type="body" sz="quarter" idx="23" hasCustomPrompt="true"/>
          </p:nvPr>
        </p:nvSpPr>
        <p:spPr>
          <a:xfrm>
            <a:off x="10046915" y="2505061"/>
            <a:ext cx="1767260" cy="701120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spc="0" baseline="0"/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 noProof="false" err="true"/>
              <a:t>请输入职称</a:t>
            </a:r>
            <a:endParaRPr lang="en-US" altLang="zh-CN" noProof="false"/>
          </a:p>
        </p:txBody>
      </p:sp>
      <p:sp>
        <p:nvSpPr>
          <p:cNvPr id="2523" name="Picture Placeholder 8"/>
          <p:cNvSpPr>
            <a:spLocks noGrp="true"/>
          </p:cNvSpPr>
          <p:nvPr>
            <p:ph type="pic" sz="quarter" idx="24" hasCustomPrompt="true"/>
          </p:nvPr>
        </p:nvSpPr>
        <p:spPr>
          <a:xfrm>
            <a:off x="8153400" y="1242059"/>
            <a:ext cx="1646555" cy="1752597"/>
          </a:xfrm>
          <a:noFill/>
        </p:spPr>
        <p:txBody>
          <a:bodyPr anchor="ctr" anchorCtr="false">
            <a:noAutofit/>
          </a:bodyPr>
          <a:lstStyle>
            <a:lvl1pPr marL="0" indent="0" algn="ctr">
              <a:buNone/>
              <a:defRPr lang="en-US" sz="1200" b="false" i="false" kern="1200" cap="all" baseline="0" noProof="false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单击插入图片</a:t>
            </a:r>
            <a:endParaRPr lang="zh-TW" altLang="en-US" noProof="false"/>
          </a:p>
        </p:txBody>
      </p:sp>
      <p:sp>
        <p:nvSpPr>
          <p:cNvPr id="2524" name="Text Placeholder 13"/>
          <p:cNvSpPr>
            <a:spLocks noGrp="true"/>
          </p:cNvSpPr>
          <p:nvPr>
            <p:ph type="body" sz="quarter" idx="25" hasCustomPrompt="true"/>
          </p:nvPr>
        </p:nvSpPr>
        <p:spPr>
          <a:xfrm>
            <a:off x="2400880" y="4231040"/>
            <a:ext cx="1767260" cy="642220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lang="en-US" sz="2400" b="true" i="false" kern="1200" cap="all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lvl="0"/>
            <a:r>
              <a:rPr lang="en-US" altLang="zh-CN" noProof="false" err="true"/>
              <a:t>请输入</a:t>
            </a:r>
            <a:endParaRPr lang="en-US" altLang="zh-CN" noProof="false"/>
          </a:p>
          <a:p>
            <a:pPr lvl="0"/>
            <a:r>
              <a:rPr lang="en-US" altLang="zh-CN" noProof="false" err="true"/>
              <a:t>姓名</a:t>
            </a:r>
            <a:endParaRPr lang="en-US" altLang="zh-CN" noProof="false"/>
          </a:p>
        </p:txBody>
      </p:sp>
      <p:sp>
        <p:nvSpPr>
          <p:cNvPr id="2525" name="Text Placeholder 17"/>
          <p:cNvSpPr>
            <a:spLocks noGrp="true"/>
          </p:cNvSpPr>
          <p:nvPr>
            <p:ph type="body" sz="quarter" idx="26" hasCustomPrompt="true"/>
          </p:nvPr>
        </p:nvSpPr>
        <p:spPr>
          <a:xfrm>
            <a:off x="2400880" y="4938854"/>
            <a:ext cx="1767260" cy="701120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spc="0" baseline="0"/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 noProof="false" err="true"/>
              <a:t>请输入职称</a:t>
            </a:r>
            <a:endParaRPr lang="en-US" altLang="zh-CN" noProof="false"/>
          </a:p>
        </p:txBody>
      </p:sp>
      <p:sp>
        <p:nvSpPr>
          <p:cNvPr id="2526" name="Picture Placeholder 8"/>
          <p:cNvSpPr>
            <a:spLocks noGrp="true"/>
          </p:cNvSpPr>
          <p:nvPr>
            <p:ph type="pic" sz="quarter" idx="27" hasCustomPrompt="true"/>
          </p:nvPr>
        </p:nvSpPr>
        <p:spPr>
          <a:xfrm>
            <a:off x="507365" y="3675852"/>
            <a:ext cx="1646555" cy="1752597"/>
          </a:xfrm>
          <a:noFill/>
        </p:spPr>
        <p:txBody>
          <a:bodyPr anchor="ctr" anchorCtr="false">
            <a:noAutofit/>
          </a:bodyPr>
          <a:lstStyle>
            <a:lvl1pPr marL="0" indent="0" algn="ctr">
              <a:buNone/>
              <a:defRPr lang="en-US" sz="1200" b="false" i="false" kern="1200" cap="all" baseline="0" noProof="false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单击插入图片</a:t>
            </a:r>
            <a:endParaRPr lang="zh-TW" altLang="en-US" noProof="false"/>
          </a:p>
        </p:txBody>
      </p:sp>
      <p:sp>
        <p:nvSpPr>
          <p:cNvPr id="2527" name="Text Placeholder 13"/>
          <p:cNvSpPr>
            <a:spLocks noGrp="true"/>
          </p:cNvSpPr>
          <p:nvPr>
            <p:ph type="body" sz="quarter" idx="28" hasCustomPrompt="true"/>
          </p:nvPr>
        </p:nvSpPr>
        <p:spPr>
          <a:xfrm>
            <a:off x="6226122" y="4231040"/>
            <a:ext cx="1767260" cy="642220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lang="en-US" altLang="zh-CN" sz="2400" b="true" i="false" kern="1200" cap="all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</a:t>
            </a:r>
            <a:endParaRPr lang="en-US" altLang="zh-CN" noProof="false"/>
          </a:p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姓名</a:t>
            </a:r>
            <a:endParaRPr lang="en-US" altLang="zh-CN" noProof="false"/>
          </a:p>
        </p:txBody>
      </p:sp>
      <p:sp>
        <p:nvSpPr>
          <p:cNvPr id="2528" name="Text Placeholder 17"/>
          <p:cNvSpPr>
            <a:spLocks noGrp="true"/>
          </p:cNvSpPr>
          <p:nvPr>
            <p:ph type="body" sz="quarter" idx="29" hasCustomPrompt="true"/>
          </p:nvPr>
        </p:nvSpPr>
        <p:spPr>
          <a:xfrm>
            <a:off x="6226122" y="4938854"/>
            <a:ext cx="1767260" cy="701120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spc="0" baseline="0"/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 noProof="false" err="true"/>
              <a:t>请输入职称</a:t>
            </a:r>
            <a:endParaRPr lang="en-US" altLang="zh-CN" noProof="false"/>
          </a:p>
        </p:txBody>
      </p:sp>
      <p:sp>
        <p:nvSpPr>
          <p:cNvPr id="2529" name="Picture Placeholder 8"/>
          <p:cNvSpPr>
            <a:spLocks noGrp="true"/>
          </p:cNvSpPr>
          <p:nvPr>
            <p:ph type="pic" sz="quarter" idx="30" hasCustomPrompt="true"/>
          </p:nvPr>
        </p:nvSpPr>
        <p:spPr>
          <a:xfrm>
            <a:off x="4332607" y="3675852"/>
            <a:ext cx="1646555" cy="1752597"/>
          </a:xfrm>
          <a:noFill/>
        </p:spPr>
        <p:txBody>
          <a:bodyPr anchor="ctr" anchorCtr="false">
            <a:noAutofit/>
          </a:bodyPr>
          <a:lstStyle>
            <a:lvl1pPr marL="0" indent="0" algn="ctr">
              <a:buNone/>
              <a:defRPr lang="en-US" sz="1200" b="false" i="false" kern="1200" cap="all" baseline="0" noProof="false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/>
            <a:r>
              <a:rPr lang="zh-TW" altLang="en-US" noProof="false"/>
              <a:t>单击插入图片</a:t>
            </a:r>
            <a:endParaRPr lang="zh-TW" altLang="en-US" noProof="false"/>
          </a:p>
        </p:txBody>
      </p:sp>
      <p:sp>
        <p:nvSpPr>
          <p:cNvPr id="2530" name="Text Placeholder 13"/>
          <p:cNvSpPr>
            <a:spLocks noGrp="true"/>
          </p:cNvSpPr>
          <p:nvPr>
            <p:ph type="body" sz="quarter" idx="31" hasCustomPrompt="true"/>
          </p:nvPr>
        </p:nvSpPr>
        <p:spPr>
          <a:xfrm>
            <a:off x="10046915" y="4231040"/>
            <a:ext cx="1767260" cy="642220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lang="en-US" altLang="zh-CN" sz="2400" b="true" i="false" kern="1200" cap="all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</a:t>
            </a:r>
            <a:endParaRPr lang="en-US" altLang="zh-CN" noProof="false"/>
          </a:p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姓名</a:t>
            </a:r>
            <a:endParaRPr lang="en-US" altLang="zh-CN" noProof="false"/>
          </a:p>
        </p:txBody>
      </p:sp>
      <p:sp>
        <p:nvSpPr>
          <p:cNvPr id="2531" name="Text Placeholder 17"/>
          <p:cNvSpPr>
            <a:spLocks noGrp="true"/>
          </p:cNvSpPr>
          <p:nvPr>
            <p:ph type="body" sz="quarter" idx="32" hasCustomPrompt="true"/>
          </p:nvPr>
        </p:nvSpPr>
        <p:spPr>
          <a:xfrm>
            <a:off x="10046915" y="4938854"/>
            <a:ext cx="1767260" cy="701120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spc="0" baseline="0"/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 noProof="false" err="true"/>
              <a:t>请输入职称</a:t>
            </a:r>
            <a:endParaRPr lang="en-US" altLang="zh-CN" noProof="false"/>
          </a:p>
        </p:txBody>
      </p:sp>
      <p:sp>
        <p:nvSpPr>
          <p:cNvPr id="2532" name="Picture Placeholder 8"/>
          <p:cNvSpPr>
            <a:spLocks noGrp="true"/>
          </p:cNvSpPr>
          <p:nvPr>
            <p:ph type="pic" sz="quarter" idx="33" hasCustomPrompt="true"/>
          </p:nvPr>
        </p:nvSpPr>
        <p:spPr>
          <a:xfrm>
            <a:off x="8153400" y="3675852"/>
            <a:ext cx="1646555" cy="1752597"/>
          </a:xfrm>
          <a:noFill/>
        </p:spPr>
        <p:txBody>
          <a:bodyPr anchor="ctr" anchorCtr="false">
            <a:noAutofit/>
          </a:bodyPr>
          <a:lstStyle>
            <a:lvl1pPr marL="0" indent="0" algn="ctr">
              <a:buNone/>
              <a:defRPr lang="en-US" sz="1200" b="false" i="false" kern="1200" cap="all" baseline="0" noProof="false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单击插入图片</a:t>
            </a:r>
            <a:endParaRPr lang="zh-TW" altLang="en-US" noProof="false"/>
          </a:p>
        </p:txBody>
      </p:sp>
      <p:sp>
        <p:nvSpPr>
          <p:cNvPr id="2533" name="Text Placeholder 11"/>
          <p:cNvSpPr>
            <a:spLocks noGrp="true"/>
          </p:cNvSpPr>
          <p:nvPr>
            <p:ph type="body" sz="quarter" idx="14" hasCustomPrompt="true"/>
          </p:nvPr>
        </p:nvSpPr>
        <p:spPr>
          <a:xfrm>
            <a:off x="3316287" y="506423"/>
            <a:ext cx="5588000" cy="226209"/>
          </a:xfrm>
        </p:spPr>
        <p:txBody>
          <a:bodyPr>
            <a:noAutofit/>
          </a:bodyPr>
          <a:lstStyle>
            <a:lvl1pPr marL="0" indent="0" algn="ctr">
              <a:buNone/>
              <a:defRPr sz="1000" b="false" i="false" cap="all" spc="150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altLang="zh-CN" noProof="false" err="true"/>
              <a:t>请输入说明文字</a:t>
            </a:r>
            <a:endParaRPr lang="en-US" altLang="zh-CN" noProof="false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p="http://schemas.openxmlformats.org/presentationml/2006/main">
  <p:cSld name="2_6 profiles">
    <p:bg>
      <p:bgPr>
        <a:solidFill>
          <a:schemeClr val="tx1"/>
        </a:solidFill>
        <a:effectLst/>
      </p:bgPr>
    </p:bg>
    <p:spTree>
      <p:nvGrpSpPr>
        <p:cNvPr id="25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5" name="Slide Number Placeholder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2536" name="Text Placeholder 13"/>
          <p:cNvSpPr>
            <a:spLocks noGrp="true"/>
          </p:cNvSpPr>
          <p:nvPr>
            <p:ph type="body" sz="quarter" idx="15" hasCustomPrompt="true"/>
          </p:nvPr>
        </p:nvSpPr>
        <p:spPr>
          <a:xfrm>
            <a:off x="2400880" y="1797247"/>
            <a:ext cx="1767260" cy="642220"/>
          </a:xfrm>
        </p:spPr>
        <p:txBody>
          <a:bodyPr>
            <a:no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buNone/>
              <a:defRPr lang="en-US" sz="2400" b="true" i="false" kern="1200" cap="all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noProof="false" err="true"/>
              <a:t>请输入</a:t>
            </a:r>
            <a:endParaRPr lang="en-US" noProof="false"/>
          </a:p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noProof="false" err="true"/>
              <a:t>姓名</a:t>
            </a:r>
            <a:endParaRPr lang="en-US" noProof="false"/>
          </a:p>
        </p:txBody>
      </p:sp>
      <p:sp>
        <p:nvSpPr>
          <p:cNvPr id="2537" name="Text Placeholder 17"/>
          <p:cNvSpPr>
            <a:spLocks noGrp="true"/>
          </p:cNvSpPr>
          <p:nvPr>
            <p:ph type="body" sz="quarter" idx="17" hasCustomPrompt="true"/>
          </p:nvPr>
        </p:nvSpPr>
        <p:spPr>
          <a:xfrm>
            <a:off x="2400880" y="2525577"/>
            <a:ext cx="1767260" cy="701120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spc="0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 noProof="false" err="true"/>
              <a:t>请输入职称</a:t>
            </a:r>
            <a:endParaRPr lang="en-US" altLang="zh-CN" noProof="false"/>
          </a:p>
        </p:txBody>
      </p:sp>
      <p:sp>
        <p:nvSpPr>
          <p:cNvPr id="2538" name="Picture Placeholder 8"/>
          <p:cNvSpPr>
            <a:spLocks noGrp="true"/>
          </p:cNvSpPr>
          <p:nvPr>
            <p:ph type="pic" sz="quarter" idx="18" hasCustomPrompt="true"/>
          </p:nvPr>
        </p:nvSpPr>
        <p:spPr>
          <a:xfrm>
            <a:off x="507365" y="1242059"/>
            <a:ext cx="1646555" cy="1752597"/>
          </a:xfrm>
          <a:noFill/>
        </p:spPr>
        <p:txBody>
          <a:bodyPr anchor="ctr" anchorCtr="false">
            <a:noAutofit/>
          </a:bodyPr>
          <a:lstStyle>
            <a:lvl1pPr marL="0" indent="0" algn="ctr">
              <a:buNone/>
              <a:defRPr lang="en-US" sz="1200" kern="1200" cap="all" baseline="0" noProof="false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+mn-cs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单击插入图片</a:t>
            </a:r>
            <a:endParaRPr lang="zh-TW" altLang="en-US" noProof="false"/>
          </a:p>
        </p:txBody>
      </p:sp>
      <p:sp>
        <p:nvSpPr>
          <p:cNvPr id="2539" name="Text Placeholder 13"/>
          <p:cNvSpPr>
            <a:spLocks noGrp="true"/>
          </p:cNvSpPr>
          <p:nvPr>
            <p:ph type="body" sz="quarter" idx="19" hasCustomPrompt="true"/>
          </p:nvPr>
        </p:nvSpPr>
        <p:spPr>
          <a:xfrm>
            <a:off x="6226122" y="1797247"/>
            <a:ext cx="1767260" cy="642220"/>
          </a:xfrm>
        </p:spPr>
        <p:txBody>
          <a:bodyPr>
            <a:no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buNone/>
              <a:defRPr lang="en-US" sz="2400" b="true" i="false" kern="1200" cap="all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</a:t>
            </a:r>
            <a:endParaRPr lang="en-US" altLang="zh-CN" noProof="false"/>
          </a:p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姓名</a:t>
            </a:r>
            <a:endParaRPr lang="en-US" altLang="zh-CN" noProof="false"/>
          </a:p>
        </p:txBody>
      </p:sp>
      <p:sp>
        <p:nvSpPr>
          <p:cNvPr id="2540" name="Text Placeholder 17"/>
          <p:cNvSpPr>
            <a:spLocks noGrp="true"/>
          </p:cNvSpPr>
          <p:nvPr>
            <p:ph type="body" sz="quarter" idx="20" hasCustomPrompt="true"/>
          </p:nvPr>
        </p:nvSpPr>
        <p:spPr>
          <a:xfrm>
            <a:off x="6226122" y="2525577"/>
            <a:ext cx="1767260" cy="701120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spc="0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 noProof="false" err="true"/>
              <a:t>请输入职称</a:t>
            </a:r>
            <a:endParaRPr lang="en-US" altLang="zh-CN" noProof="false"/>
          </a:p>
        </p:txBody>
      </p:sp>
      <p:sp>
        <p:nvSpPr>
          <p:cNvPr id="2541" name="Picture Placeholder 8"/>
          <p:cNvSpPr>
            <a:spLocks noGrp="true"/>
          </p:cNvSpPr>
          <p:nvPr>
            <p:ph type="pic" sz="quarter" idx="21" hasCustomPrompt="true"/>
          </p:nvPr>
        </p:nvSpPr>
        <p:spPr>
          <a:xfrm>
            <a:off x="4332607" y="1242059"/>
            <a:ext cx="1646555" cy="1752597"/>
          </a:xfrm>
          <a:noFill/>
        </p:spPr>
        <p:txBody>
          <a:bodyPr anchor="ctr" anchorCtr="false">
            <a:noAutofit/>
          </a:bodyPr>
          <a:lstStyle>
            <a:lvl1pPr marL="0" indent="0" algn="ctr">
              <a:buNone/>
              <a:defRPr lang="en-US" sz="1200" kern="1200" cap="all" baseline="0" noProof="false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+mn-cs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单击插入图片</a:t>
            </a:r>
            <a:endParaRPr lang="zh-TW" altLang="en-US" noProof="false"/>
          </a:p>
        </p:txBody>
      </p:sp>
      <p:sp>
        <p:nvSpPr>
          <p:cNvPr id="2542" name="Text Placeholder 13"/>
          <p:cNvSpPr>
            <a:spLocks noGrp="true"/>
          </p:cNvSpPr>
          <p:nvPr>
            <p:ph type="body" sz="quarter" idx="22" hasCustomPrompt="true"/>
          </p:nvPr>
        </p:nvSpPr>
        <p:spPr>
          <a:xfrm>
            <a:off x="10046915" y="1797247"/>
            <a:ext cx="1767260" cy="642220"/>
          </a:xfrm>
        </p:spPr>
        <p:txBody>
          <a:bodyPr>
            <a:no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buNone/>
              <a:defRPr lang="en-US" sz="2400" b="true" i="false" kern="1200" cap="all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</a:t>
            </a:r>
            <a:endParaRPr lang="en-US" altLang="zh-CN" noProof="false"/>
          </a:p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姓名</a:t>
            </a:r>
            <a:endParaRPr lang="en-US" altLang="zh-CN" noProof="false"/>
          </a:p>
        </p:txBody>
      </p:sp>
      <p:sp>
        <p:nvSpPr>
          <p:cNvPr id="2543" name="Text Placeholder 17"/>
          <p:cNvSpPr>
            <a:spLocks noGrp="true"/>
          </p:cNvSpPr>
          <p:nvPr>
            <p:ph type="body" sz="quarter" idx="23" hasCustomPrompt="true"/>
          </p:nvPr>
        </p:nvSpPr>
        <p:spPr>
          <a:xfrm>
            <a:off x="10046915" y="2525577"/>
            <a:ext cx="1767260" cy="701120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spc="0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 noProof="false" err="true"/>
              <a:t>请输入职称</a:t>
            </a:r>
            <a:endParaRPr lang="en-US" altLang="zh-CN" noProof="false"/>
          </a:p>
        </p:txBody>
      </p:sp>
      <p:sp>
        <p:nvSpPr>
          <p:cNvPr id="2544" name="Picture Placeholder 8"/>
          <p:cNvSpPr>
            <a:spLocks noGrp="true"/>
          </p:cNvSpPr>
          <p:nvPr>
            <p:ph type="pic" sz="quarter" idx="24" hasCustomPrompt="true"/>
          </p:nvPr>
        </p:nvSpPr>
        <p:spPr>
          <a:xfrm>
            <a:off x="8153400" y="1242059"/>
            <a:ext cx="1646555" cy="1752597"/>
          </a:xfrm>
          <a:noFill/>
        </p:spPr>
        <p:txBody>
          <a:bodyPr anchor="ctr" anchorCtr="false">
            <a:noAutofit/>
          </a:bodyPr>
          <a:lstStyle>
            <a:lvl1pPr marL="0" indent="0" algn="ctr">
              <a:buNone/>
              <a:defRPr lang="en-US" sz="1200" kern="1200" cap="all" baseline="0" noProof="false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+mn-cs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单击插入图片</a:t>
            </a:r>
            <a:endParaRPr lang="zh-TW" altLang="en-US" noProof="false"/>
          </a:p>
        </p:txBody>
      </p:sp>
      <p:sp>
        <p:nvSpPr>
          <p:cNvPr id="2545" name="Text Placeholder 13"/>
          <p:cNvSpPr>
            <a:spLocks noGrp="true"/>
          </p:cNvSpPr>
          <p:nvPr>
            <p:ph type="body" sz="quarter" idx="25" hasCustomPrompt="true"/>
          </p:nvPr>
        </p:nvSpPr>
        <p:spPr>
          <a:xfrm>
            <a:off x="2400880" y="4231040"/>
            <a:ext cx="1767260" cy="642220"/>
          </a:xfrm>
        </p:spPr>
        <p:txBody>
          <a:bodyPr>
            <a:no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buNone/>
              <a:defRPr lang="en-US" sz="2400" b="true" i="false" kern="1200" cap="all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</a:t>
            </a:r>
            <a:endParaRPr lang="en-US" altLang="zh-CN" noProof="false"/>
          </a:p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姓名</a:t>
            </a:r>
            <a:endParaRPr lang="en-US" altLang="zh-CN" noProof="false"/>
          </a:p>
        </p:txBody>
      </p:sp>
      <p:sp>
        <p:nvSpPr>
          <p:cNvPr id="2546" name="Text Placeholder 17"/>
          <p:cNvSpPr>
            <a:spLocks noGrp="true"/>
          </p:cNvSpPr>
          <p:nvPr>
            <p:ph type="body" sz="quarter" idx="26" hasCustomPrompt="true"/>
          </p:nvPr>
        </p:nvSpPr>
        <p:spPr>
          <a:xfrm>
            <a:off x="2400880" y="4959370"/>
            <a:ext cx="1767260" cy="701120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spc="0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 noProof="false" err="true"/>
              <a:t>请输入职称</a:t>
            </a:r>
            <a:endParaRPr lang="en-US" altLang="zh-CN" noProof="false"/>
          </a:p>
        </p:txBody>
      </p:sp>
      <p:sp>
        <p:nvSpPr>
          <p:cNvPr id="2547" name="Picture Placeholder 8"/>
          <p:cNvSpPr>
            <a:spLocks noGrp="true"/>
          </p:cNvSpPr>
          <p:nvPr>
            <p:ph type="pic" sz="quarter" idx="27" hasCustomPrompt="true"/>
          </p:nvPr>
        </p:nvSpPr>
        <p:spPr>
          <a:xfrm>
            <a:off x="507365" y="3675852"/>
            <a:ext cx="1646555" cy="1752597"/>
          </a:xfrm>
          <a:noFill/>
        </p:spPr>
        <p:txBody>
          <a:bodyPr anchor="ctr" anchorCtr="false">
            <a:noAutofit/>
          </a:bodyPr>
          <a:lstStyle>
            <a:lvl1pPr marL="0" indent="0" algn="ctr">
              <a:buNone/>
              <a:defRPr lang="en-US" sz="1200" kern="1200" cap="all" baseline="0" noProof="false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+mn-cs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单击插入图片</a:t>
            </a:r>
            <a:endParaRPr lang="zh-TW" altLang="en-US" noProof="false"/>
          </a:p>
        </p:txBody>
      </p:sp>
      <p:sp>
        <p:nvSpPr>
          <p:cNvPr id="2548" name="Text Placeholder 13"/>
          <p:cNvSpPr>
            <a:spLocks noGrp="true"/>
          </p:cNvSpPr>
          <p:nvPr>
            <p:ph type="body" sz="quarter" idx="28" hasCustomPrompt="true"/>
          </p:nvPr>
        </p:nvSpPr>
        <p:spPr>
          <a:xfrm>
            <a:off x="6226122" y="4231040"/>
            <a:ext cx="1767260" cy="642220"/>
          </a:xfrm>
        </p:spPr>
        <p:txBody>
          <a:bodyPr>
            <a:no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buNone/>
              <a:defRPr lang="en-US" sz="2400" b="true" i="false" kern="1200" cap="all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</a:t>
            </a:r>
            <a:endParaRPr lang="en-US" altLang="zh-CN" noProof="false"/>
          </a:p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姓名</a:t>
            </a:r>
            <a:endParaRPr lang="en-US" altLang="zh-CN" noProof="false"/>
          </a:p>
        </p:txBody>
      </p:sp>
      <p:sp>
        <p:nvSpPr>
          <p:cNvPr id="2549" name="Text Placeholder 17"/>
          <p:cNvSpPr>
            <a:spLocks noGrp="true"/>
          </p:cNvSpPr>
          <p:nvPr>
            <p:ph type="body" sz="quarter" idx="29" hasCustomPrompt="true"/>
          </p:nvPr>
        </p:nvSpPr>
        <p:spPr>
          <a:xfrm>
            <a:off x="6226122" y="4959370"/>
            <a:ext cx="1767260" cy="701120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spc="0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 noProof="false" err="true"/>
              <a:t>请输入职称</a:t>
            </a:r>
            <a:endParaRPr lang="en-US" altLang="zh-CN" noProof="false"/>
          </a:p>
        </p:txBody>
      </p:sp>
      <p:sp>
        <p:nvSpPr>
          <p:cNvPr id="2550" name="Picture Placeholder 8"/>
          <p:cNvSpPr>
            <a:spLocks noGrp="true"/>
          </p:cNvSpPr>
          <p:nvPr>
            <p:ph type="pic" sz="quarter" idx="30" hasCustomPrompt="true"/>
          </p:nvPr>
        </p:nvSpPr>
        <p:spPr>
          <a:xfrm>
            <a:off x="4332607" y="3675852"/>
            <a:ext cx="1646555" cy="1752597"/>
          </a:xfrm>
          <a:noFill/>
        </p:spPr>
        <p:txBody>
          <a:bodyPr anchor="ctr" anchorCtr="false">
            <a:noAutofit/>
          </a:bodyPr>
          <a:lstStyle>
            <a:lvl1pPr marL="0" indent="0" algn="ctr">
              <a:buNone/>
              <a:defRPr lang="en-US" sz="1200" kern="1200" cap="all" baseline="0" noProof="false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+mn-cs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单击插入图片</a:t>
            </a:r>
            <a:endParaRPr lang="zh-TW" altLang="en-US" noProof="false"/>
          </a:p>
        </p:txBody>
      </p:sp>
      <p:sp>
        <p:nvSpPr>
          <p:cNvPr id="2551" name="Text Placeholder 13"/>
          <p:cNvSpPr>
            <a:spLocks noGrp="true"/>
          </p:cNvSpPr>
          <p:nvPr>
            <p:ph type="body" sz="quarter" idx="31" hasCustomPrompt="true"/>
          </p:nvPr>
        </p:nvSpPr>
        <p:spPr>
          <a:xfrm>
            <a:off x="10046915" y="4231040"/>
            <a:ext cx="1767260" cy="642220"/>
          </a:xfrm>
        </p:spPr>
        <p:txBody>
          <a:bodyPr>
            <a:no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buNone/>
              <a:defRPr lang="en-US" sz="2400" b="true" i="false" kern="1200" cap="all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</a:t>
            </a:r>
            <a:endParaRPr lang="en-US" altLang="zh-CN" noProof="false"/>
          </a:p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姓名</a:t>
            </a:r>
            <a:endParaRPr lang="en-US" altLang="zh-CN" noProof="false"/>
          </a:p>
        </p:txBody>
      </p:sp>
      <p:sp>
        <p:nvSpPr>
          <p:cNvPr id="2552" name="Text Placeholder 17"/>
          <p:cNvSpPr>
            <a:spLocks noGrp="true"/>
          </p:cNvSpPr>
          <p:nvPr>
            <p:ph type="body" sz="quarter" idx="32" hasCustomPrompt="true"/>
          </p:nvPr>
        </p:nvSpPr>
        <p:spPr>
          <a:xfrm>
            <a:off x="10046915" y="4959370"/>
            <a:ext cx="1767260" cy="701120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spc="0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 noProof="false" err="true"/>
              <a:t>请输入职称</a:t>
            </a:r>
            <a:endParaRPr lang="en-US" altLang="zh-CN" noProof="false"/>
          </a:p>
        </p:txBody>
      </p:sp>
      <p:sp>
        <p:nvSpPr>
          <p:cNvPr id="2553" name="Picture Placeholder 8"/>
          <p:cNvSpPr>
            <a:spLocks noGrp="true"/>
          </p:cNvSpPr>
          <p:nvPr>
            <p:ph type="pic" sz="quarter" idx="33" hasCustomPrompt="true"/>
          </p:nvPr>
        </p:nvSpPr>
        <p:spPr>
          <a:xfrm>
            <a:off x="8153400" y="3675852"/>
            <a:ext cx="1646555" cy="1752597"/>
          </a:xfrm>
          <a:noFill/>
        </p:spPr>
        <p:txBody>
          <a:bodyPr anchor="ctr" anchorCtr="false">
            <a:noAutofit/>
          </a:bodyPr>
          <a:lstStyle>
            <a:lvl1pPr marL="0" indent="0" algn="ctr">
              <a:buNone/>
              <a:defRPr lang="en-US" sz="1200" kern="1200" cap="all" baseline="0" noProof="false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+mn-cs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单击插入图片</a:t>
            </a:r>
            <a:endParaRPr lang="zh-TW" altLang="en-US" noProof="false"/>
          </a:p>
        </p:txBody>
      </p:sp>
      <p:sp>
        <p:nvSpPr>
          <p:cNvPr id="2554" name="Text Placeholder 11"/>
          <p:cNvSpPr>
            <a:spLocks noGrp="true"/>
          </p:cNvSpPr>
          <p:nvPr>
            <p:ph type="body" sz="quarter" idx="14" hasCustomPrompt="true"/>
          </p:nvPr>
        </p:nvSpPr>
        <p:spPr>
          <a:xfrm>
            <a:off x="3316287" y="506423"/>
            <a:ext cx="5588000" cy="226209"/>
          </a:xfrm>
        </p:spPr>
        <p:txBody>
          <a:bodyPr>
            <a:noAutofit/>
          </a:bodyPr>
          <a:lstStyle>
            <a:lvl1pPr marL="0" indent="0" algn="ctr">
              <a:buNone/>
              <a:defRPr sz="1000" b="false" i="false" cap="all" spc="150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altLang="zh-CN" noProof="false" err="true"/>
              <a:t>请输入说明文字</a:t>
            </a:r>
            <a:endParaRPr lang="en-US" altLang="zh-CN" noProof="false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p="http://schemas.openxmlformats.org/presentationml/2006/main">
  <p:cSld name="1 text profile ">
    <p:spTree>
      <p:nvGrpSpPr>
        <p:cNvPr id="25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2" name="Slide Number Placeholder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2563" name="Text Placeholder 13"/>
          <p:cNvSpPr>
            <a:spLocks noGrp="true"/>
          </p:cNvSpPr>
          <p:nvPr>
            <p:ph type="body" sz="quarter" idx="15" hasCustomPrompt="true"/>
          </p:nvPr>
        </p:nvSpPr>
        <p:spPr>
          <a:xfrm>
            <a:off x="1507808" y="2144916"/>
            <a:ext cx="9204960" cy="1824871"/>
          </a:xfr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6800" b="true" i="false" cap="all" spc="-50" baseline="0">
                <a:latin typeface="Noto Sans S Chinese Bold" panose="020B0500000000000000" pitchFamily="34" charset="-128"/>
                <a:ea typeface="Noto Sans S Chinese Bold" panose="020B0500000000000000" pitchFamily="34" charset="-128"/>
              </a:defRPr>
            </a:lvl1pPr>
          </a:lstStyle>
          <a:p>
            <a:pPr lvl="0"/>
            <a:r>
              <a:rPr lang="en-US" noProof="false" err="true"/>
              <a:t>请输入</a:t>
            </a:r>
            <a:endParaRPr lang="en-US" noProof="false"/>
          </a:p>
          <a:p>
            <a:pPr lvl="0"/>
            <a:r>
              <a:rPr lang="en-US" noProof="false" err="true"/>
              <a:t>姓名</a:t>
            </a:r>
            <a:endParaRPr lang="en-US" noProof="false"/>
          </a:p>
        </p:txBody>
      </p:sp>
      <p:sp>
        <p:nvSpPr>
          <p:cNvPr id="2564" name="Text Placeholder 15"/>
          <p:cNvSpPr>
            <a:spLocks noGrp="true"/>
          </p:cNvSpPr>
          <p:nvPr>
            <p:ph type="body" sz="quarter" idx="16" hasCustomPrompt="true"/>
          </p:nvPr>
        </p:nvSpPr>
        <p:spPr>
          <a:xfrm>
            <a:off x="1507808" y="4342835"/>
            <a:ext cx="9204960" cy="345363"/>
          </a:xfrm>
        </p:spPr>
        <p:txBody>
          <a:bodyPr>
            <a:noAutofit/>
          </a:bodyPr>
          <a:lstStyle>
            <a:lvl1pPr marL="0" indent="0" algn="ctr">
              <a:buNone/>
              <a:defRPr sz="2400" b="false">
                <a:latin typeface="Noto Sans S Chinese Regular" panose="020B0500000000000000" pitchFamily="34" charset="-128"/>
                <a:ea typeface="Noto Sans S Chinese Regular" panose="020B0500000000000000" pitchFamily="34" charset="-128"/>
              </a:defRPr>
            </a:lvl1pPr>
          </a:lstStyle>
          <a:p>
            <a:pPr lvl="0"/>
            <a:r>
              <a:rPr lang="en-US" noProof="false" err="true"/>
              <a:t>请输入职务</a:t>
            </a:r>
            <a:endParaRPr lang="en-US" noProof="false"/>
          </a:p>
        </p:txBody>
      </p:sp>
      <p:sp>
        <p:nvSpPr>
          <p:cNvPr id="2565" name="Text Placeholder 17"/>
          <p:cNvSpPr>
            <a:spLocks noGrp="true"/>
          </p:cNvSpPr>
          <p:nvPr>
            <p:ph type="body" sz="quarter" idx="17" hasCustomPrompt="true"/>
          </p:nvPr>
        </p:nvSpPr>
        <p:spPr>
          <a:xfrm>
            <a:off x="1507808" y="5001255"/>
            <a:ext cx="9204960" cy="741363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spc="0" baseline="0"/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 noProof="false" err="true"/>
              <a:t>电子邮箱</a:t>
            </a:r>
            <a:r>
              <a:rPr lang="zh-CN" altLang="en-US" noProof="false"/>
              <a:t>：</a:t>
            </a:r>
            <a:endParaRPr lang="en-US" altLang="zh-CN" noProof="false"/>
          </a:p>
          <a:p>
            <a:pPr lvl="0"/>
            <a:r>
              <a:rPr lang="en-US" altLang="zh-CN" noProof="false" err="true"/>
              <a:t>电话号码</a:t>
            </a:r>
            <a:r>
              <a:rPr lang="zh-CN" altLang="en-US" noProof="false"/>
              <a:t>：</a:t>
            </a:r>
            <a:endParaRPr lang="en-US" altLang="zh-CN" noProof="false"/>
          </a:p>
        </p:txBody>
      </p:sp>
      <p:sp>
        <p:nvSpPr>
          <p:cNvPr id="2566" name="Text Placeholder 11"/>
          <p:cNvSpPr>
            <a:spLocks noGrp="true"/>
          </p:cNvSpPr>
          <p:nvPr>
            <p:ph type="body" sz="quarter" idx="14" hasCustomPrompt="true"/>
          </p:nvPr>
        </p:nvSpPr>
        <p:spPr>
          <a:xfrm>
            <a:off x="3316287" y="506423"/>
            <a:ext cx="5588000" cy="226209"/>
          </a:xfrm>
        </p:spPr>
        <p:txBody>
          <a:bodyPr>
            <a:noAutofit/>
          </a:bodyPr>
          <a:lstStyle>
            <a:lvl1pPr marL="0" indent="0" algn="ctr">
              <a:buNone/>
              <a:defRPr sz="1000" b="false" i="false" cap="all" spc="150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altLang="zh-CN" noProof="false" err="true"/>
              <a:t>请输入说明文字</a:t>
            </a:r>
            <a:endParaRPr lang="en-US" altLang="zh-CN" noProof="false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p="http://schemas.openxmlformats.org/presentationml/2006/main">
  <p:cSld name="2_1 text profile ">
    <p:bg>
      <p:bgPr>
        <a:solidFill>
          <a:schemeClr val="tx1"/>
        </a:solidFill>
        <a:effectLst/>
      </p:bgPr>
    </p:bg>
    <p:spTree>
      <p:nvGrpSpPr>
        <p:cNvPr id="256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8" name="Slide Number Placeholder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2569" name="Text Placeholder 13"/>
          <p:cNvSpPr>
            <a:spLocks noGrp="true"/>
          </p:cNvSpPr>
          <p:nvPr>
            <p:ph type="body" sz="quarter" idx="15" hasCustomPrompt="true"/>
          </p:nvPr>
        </p:nvSpPr>
        <p:spPr>
          <a:xfrm>
            <a:off x="1507808" y="2144916"/>
            <a:ext cx="9204960" cy="1824871"/>
          </a:xfrm>
        </p:spPr>
        <p:txBody>
          <a:bodyPr>
            <a:no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lang="en-US" sz="6800" b="true" i="false" kern="1200" cap="all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noProof="false" err="true"/>
              <a:t>请输入</a:t>
            </a:r>
            <a:endParaRPr lang="en-US" noProof="false"/>
          </a:p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noProof="false" err="true"/>
              <a:t>姓名</a:t>
            </a:r>
            <a:endParaRPr lang="en-US" noProof="false"/>
          </a:p>
        </p:txBody>
      </p:sp>
      <p:sp>
        <p:nvSpPr>
          <p:cNvPr id="2570" name="Text Placeholder 15"/>
          <p:cNvSpPr>
            <a:spLocks noGrp="true"/>
          </p:cNvSpPr>
          <p:nvPr>
            <p:ph type="body" sz="quarter" idx="16" hasCustomPrompt="true"/>
          </p:nvPr>
        </p:nvSpPr>
        <p:spPr>
          <a:xfrm>
            <a:off x="1507808" y="4342835"/>
            <a:ext cx="9204960" cy="345363"/>
          </a:xfrm>
        </p:spPr>
        <p:txBody>
          <a:bodyPr>
            <a:noAutofit/>
          </a:bodyPr>
          <a:lstStyle>
            <a:lvl1pPr marL="0" indent="0" algn="ctr">
              <a:buNone/>
              <a:defRPr sz="2400" b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</a:defRPr>
            </a:lvl1pPr>
          </a:lstStyle>
          <a:p>
            <a:pPr lvl="0"/>
            <a:r>
              <a:rPr lang="en-US" noProof="false" err="true"/>
              <a:t>请输入职务</a:t>
            </a:r>
            <a:endParaRPr lang="en-US" noProof="false"/>
          </a:p>
        </p:txBody>
      </p:sp>
      <p:sp>
        <p:nvSpPr>
          <p:cNvPr id="2571" name="Text Placeholder 17"/>
          <p:cNvSpPr>
            <a:spLocks noGrp="true"/>
          </p:cNvSpPr>
          <p:nvPr>
            <p:ph type="body" sz="quarter" idx="17" hasCustomPrompt="true"/>
          </p:nvPr>
        </p:nvSpPr>
        <p:spPr>
          <a:xfrm>
            <a:off x="1507808" y="5001255"/>
            <a:ext cx="9204960" cy="741363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spc="0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 noProof="false" err="true"/>
              <a:t>电子邮箱</a:t>
            </a:r>
            <a:r>
              <a:rPr lang="zh-CN" altLang="en-US" noProof="false"/>
              <a:t>：</a:t>
            </a:r>
            <a:endParaRPr lang="en-US" altLang="zh-CN" noProof="false"/>
          </a:p>
          <a:p>
            <a:pPr lvl="0"/>
            <a:r>
              <a:rPr lang="en-US" altLang="zh-CN" noProof="false" err="true"/>
              <a:t>电话号码</a:t>
            </a:r>
            <a:r>
              <a:rPr lang="zh-CN" altLang="en-US" noProof="false"/>
              <a:t>：</a:t>
            </a:r>
            <a:endParaRPr lang="en-US" altLang="zh-CN" noProof="false"/>
          </a:p>
        </p:txBody>
      </p:sp>
      <p:sp>
        <p:nvSpPr>
          <p:cNvPr id="2572" name="Text Placeholder 11"/>
          <p:cNvSpPr>
            <a:spLocks noGrp="true"/>
          </p:cNvSpPr>
          <p:nvPr>
            <p:ph type="body" sz="quarter" idx="14" hasCustomPrompt="true"/>
          </p:nvPr>
        </p:nvSpPr>
        <p:spPr>
          <a:xfrm>
            <a:off x="3316287" y="506423"/>
            <a:ext cx="5588000" cy="226209"/>
          </a:xfrm>
        </p:spPr>
        <p:txBody>
          <a:bodyPr>
            <a:noAutofit/>
          </a:bodyPr>
          <a:lstStyle>
            <a:lvl1pPr marL="0" indent="0" algn="ctr">
              <a:buNone/>
              <a:defRPr sz="1000" b="false" i="false" cap="all" spc="150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altLang="zh-CN" noProof="false" err="true"/>
              <a:t>请输入说明文字</a:t>
            </a:r>
            <a:endParaRPr lang="en-US" altLang="zh-CN" noProof="false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p="http://schemas.openxmlformats.org/presentationml/2006/main">
  <p:cSld name="2 text profiles">
    <p:spTree>
      <p:nvGrpSpPr>
        <p:cNvPr id="257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4" name="Slide Number Placeholder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2575" name="Text Placeholder 13"/>
          <p:cNvSpPr>
            <a:spLocks noGrp="true"/>
          </p:cNvSpPr>
          <p:nvPr>
            <p:ph type="body" sz="quarter" idx="15" hasCustomPrompt="true"/>
          </p:nvPr>
        </p:nvSpPr>
        <p:spPr>
          <a:xfrm>
            <a:off x="1510538" y="2494221"/>
            <a:ext cx="4541520" cy="1824871"/>
          </a:xfr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6600" b="true" i="false" cap="all" spc="-50" baseline="0">
                <a:latin typeface="Noto Sans S Chinese Bold" panose="020B0500000000000000" pitchFamily="34" charset="-128"/>
                <a:ea typeface="Noto Sans S Chinese Bold" panose="020B0500000000000000" pitchFamily="34" charset="-128"/>
              </a:defRPr>
            </a:lvl1pPr>
          </a:lstStyle>
          <a:p>
            <a:pPr lvl="0"/>
            <a:r>
              <a:rPr lang="en-US" noProof="false" err="true"/>
              <a:t>请输入</a:t>
            </a:r>
            <a:endParaRPr lang="en-US" noProof="false"/>
          </a:p>
          <a:p>
            <a:pPr lvl="0"/>
            <a:r>
              <a:rPr lang="en-US" noProof="false" err="true"/>
              <a:t>姓名</a:t>
            </a:r>
            <a:endParaRPr lang="en-US" noProof="false"/>
          </a:p>
        </p:txBody>
      </p:sp>
      <p:sp>
        <p:nvSpPr>
          <p:cNvPr id="2576" name="Text Placeholder 15"/>
          <p:cNvSpPr>
            <a:spLocks noGrp="true"/>
          </p:cNvSpPr>
          <p:nvPr>
            <p:ph type="body" sz="quarter" idx="16" hasCustomPrompt="true"/>
          </p:nvPr>
        </p:nvSpPr>
        <p:spPr>
          <a:xfrm>
            <a:off x="1510538" y="4335444"/>
            <a:ext cx="4541520" cy="480396"/>
          </a:xfrm>
        </p:spPr>
        <p:txBody>
          <a:bodyPr>
            <a:noAutofit/>
          </a:bodyPr>
          <a:lstStyle>
            <a:lvl1pPr marL="0" indent="0" algn="ctr">
              <a:buNone/>
              <a:defRPr sz="1500" b="false">
                <a:latin typeface="Noto Sans S Chinese Regular" panose="020B0500000000000000" pitchFamily="34" charset="-128"/>
                <a:ea typeface="Noto Sans S Chinese Regular" panose="020B0500000000000000" pitchFamily="34" charset="-128"/>
              </a:defRPr>
            </a:lvl1pPr>
          </a:lstStyle>
          <a:p>
            <a:pPr lvl="0"/>
            <a:r>
              <a:rPr lang="en-US" noProof="false" err="true"/>
              <a:t>请输入职称</a:t>
            </a:r>
            <a:endParaRPr lang="en-US" noProof="false"/>
          </a:p>
        </p:txBody>
      </p:sp>
      <p:sp>
        <p:nvSpPr>
          <p:cNvPr id="2577" name="Text Placeholder 13"/>
          <p:cNvSpPr>
            <a:spLocks noGrp="true"/>
          </p:cNvSpPr>
          <p:nvPr>
            <p:ph type="body" sz="quarter" idx="17" hasCustomPrompt="true"/>
          </p:nvPr>
        </p:nvSpPr>
        <p:spPr>
          <a:xfrm>
            <a:off x="6173681" y="2494221"/>
            <a:ext cx="4541520" cy="1824871"/>
          </a:xfrm>
        </p:spPr>
        <p:txBody>
          <a:bodyPr>
            <a:no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lang="en-US" altLang="zh-CN" sz="6600" b="true" i="false" kern="1200" cap="all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</a:t>
            </a:r>
            <a:endParaRPr lang="en-US" altLang="zh-CN" noProof="false"/>
          </a:p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姓名</a:t>
            </a:r>
            <a:endParaRPr lang="en-US" altLang="zh-CN" noProof="false"/>
          </a:p>
        </p:txBody>
      </p:sp>
      <p:sp>
        <p:nvSpPr>
          <p:cNvPr id="2578" name="Text Placeholder 15"/>
          <p:cNvSpPr>
            <a:spLocks noGrp="true"/>
          </p:cNvSpPr>
          <p:nvPr>
            <p:ph type="body" sz="quarter" idx="18" hasCustomPrompt="true"/>
          </p:nvPr>
        </p:nvSpPr>
        <p:spPr>
          <a:xfrm>
            <a:off x="6173681" y="4335444"/>
            <a:ext cx="4541520" cy="480396"/>
          </a:xfrm>
        </p:spPr>
        <p:txBody>
          <a:bodyPr>
            <a:noAutofit/>
          </a:bodyPr>
          <a:lstStyle>
            <a:lvl1pPr marL="0" indent="0" algn="ctr">
              <a:buNone/>
              <a:defRPr lang="en-US" sz="1500" b="false" kern="1200" noProof="false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+mn-cs"/>
              </a:defRPr>
            </a:lvl1pPr>
          </a:lstStyle>
          <a:p>
            <a:pPr lvl="0"/>
            <a:r>
              <a:rPr lang="en-US" altLang="zh-CN" noProof="false" err="true"/>
              <a:t>请输入职称</a:t>
            </a:r>
            <a:endParaRPr lang="en-US" altLang="zh-CN" noProof="false"/>
          </a:p>
        </p:txBody>
      </p:sp>
      <p:sp>
        <p:nvSpPr>
          <p:cNvPr id="2579" name="Text Placeholder 11"/>
          <p:cNvSpPr>
            <a:spLocks noGrp="true"/>
          </p:cNvSpPr>
          <p:nvPr>
            <p:ph type="body" sz="quarter" idx="14" hasCustomPrompt="true"/>
          </p:nvPr>
        </p:nvSpPr>
        <p:spPr>
          <a:xfrm>
            <a:off x="3316287" y="506423"/>
            <a:ext cx="5588000" cy="226209"/>
          </a:xfrm>
        </p:spPr>
        <p:txBody>
          <a:bodyPr>
            <a:noAutofit/>
          </a:bodyPr>
          <a:lstStyle>
            <a:lvl1pPr marL="0" indent="0" algn="ctr">
              <a:buNone/>
              <a:defRPr sz="1000" b="false" i="false" cap="all" spc="150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altLang="zh-CN" noProof="false" err="true"/>
              <a:t>请输入说明文字</a:t>
            </a:r>
            <a:endParaRPr lang="en-US" altLang="zh-CN" noProof="false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p="http://schemas.openxmlformats.org/presentationml/2006/main">
  <p:cSld name="2_2 text profiles">
    <p:bg>
      <p:bgPr>
        <a:solidFill>
          <a:schemeClr val="tx1"/>
        </a:solidFill>
        <a:effectLst/>
      </p:bgPr>
    </p:bg>
    <p:spTree>
      <p:nvGrpSpPr>
        <p:cNvPr id="258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1" name="Slide Number Placeholder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2582" name="Text Placeholder 13"/>
          <p:cNvSpPr>
            <a:spLocks noGrp="true"/>
          </p:cNvSpPr>
          <p:nvPr>
            <p:ph type="body" sz="quarter" idx="15" hasCustomPrompt="true"/>
          </p:nvPr>
        </p:nvSpPr>
        <p:spPr>
          <a:xfrm>
            <a:off x="1510538" y="2494221"/>
            <a:ext cx="4541520" cy="1824871"/>
          </a:xfrm>
        </p:spPr>
        <p:txBody>
          <a:bodyPr>
            <a:no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lang="en-US" sz="6600" b="true" i="false" kern="1200" cap="all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noProof="false" err="true"/>
              <a:t>请输入</a:t>
            </a:r>
            <a:endParaRPr lang="en-US" noProof="false"/>
          </a:p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noProof="false" err="true"/>
              <a:t>姓名</a:t>
            </a:r>
            <a:endParaRPr lang="en-US" noProof="false"/>
          </a:p>
        </p:txBody>
      </p:sp>
      <p:sp>
        <p:nvSpPr>
          <p:cNvPr id="2583" name="Text Placeholder 15"/>
          <p:cNvSpPr>
            <a:spLocks noGrp="true"/>
          </p:cNvSpPr>
          <p:nvPr>
            <p:ph type="body" sz="quarter" idx="16" hasCustomPrompt="true"/>
          </p:nvPr>
        </p:nvSpPr>
        <p:spPr>
          <a:xfrm>
            <a:off x="1510538" y="4335444"/>
            <a:ext cx="4541520" cy="480396"/>
          </a:xfrm>
        </p:spPr>
        <p:txBody>
          <a:bodyPr>
            <a:noAutofit/>
          </a:bodyPr>
          <a:lstStyle>
            <a:lvl1pPr marL="0" indent="0" algn="ctr">
              <a:buNone/>
              <a:defRPr sz="1500" b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</a:defRPr>
            </a:lvl1pPr>
          </a:lstStyle>
          <a:p>
            <a:pPr lvl="0"/>
            <a:r>
              <a:rPr lang="en-US" noProof="false" err="true"/>
              <a:t>请输入职称</a:t>
            </a:r>
            <a:endParaRPr lang="en-US" noProof="false"/>
          </a:p>
        </p:txBody>
      </p:sp>
      <p:sp>
        <p:nvSpPr>
          <p:cNvPr id="2584" name="Text Placeholder 13"/>
          <p:cNvSpPr>
            <a:spLocks noGrp="true"/>
          </p:cNvSpPr>
          <p:nvPr>
            <p:ph type="body" sz="quarter" idx="17" hasCustomPrompt="true"/>
          </p:nvPr>
        </p:nvSpPr>
        <p:spPr>
          <a:xfrm>
            <a:off x="6173681" y="2494221"/>
            <a:ext cx="4541520" cy="1824871"/>
          </a:xfrm>
        </p:spPr>
        <p:txBody>
          <a:bodyPr>
            <a:no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lang="en-US" sz="6600" b="true" i="false" kern="1200" cap="all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</a:t>
            </a:r>
            <a:endParaRPr lang="en-US" altLang="zh-CN" noProof="false"/>
          </a:p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姓名</a:t>
            </a:r>
            <a:endParaRPr lang="en-US" noProof="false"/>
          </a:p>
        </p:txBody>
      </p:sp>
      <p:sp>
        <p:nvSpPr>
          <p:cNvPr id="2585" name="Text Placeholder 15"/>
          <p:cNvSpPr>
            <a:spLocks noGrp="true"/>
          </p:cNvSpPr>
          <p:nvPr>
            <p:ph type="body" sz="quarter" idx="18" hasCustomPrompt="true"/>
          </p:nvPr>
        </p:nvSpPr>
        <p:spPr>
          <a:xfrm>
            <a:off x="6173681" y="4335444"/>
            <a:ext cx="4541520" cy="480396"/>
          </a:xfrm>
        </p:spPr>
        <p:txBody>
          <a:bodyPr>
            <a:noAutofit/>
          </a:bodyPr>
          <a:lstStyle>
            <a:lvl1pPr marL="0" indent="0" algn="ctr">
              <a:buNone/>
              <a:defRPr sz="1500" b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</a:defRPr>
            </a:lvl1pPr>
          </a:lstStyle>
          <a:p>
            <a:pPr lvl="0"/>
            <a:r>
              <a:rPr lang="en-US" altLang="zh-CN" noProof="false" err="true"/>
              <a:t>请输入职称</a:t>
            </a:r>
            <a:endParaRPr lang="en-US" altLang="zh-CN" noProof="false"/>
          </a:p>
        </p:txBody>
      </p:sp>
      <p:sp>
        <p:nvSpPr>
          <p:cNvPr id="2586" name="Text Placeholder 11"/>
          <p:cNvSpPr>
            <a:spLocks noGrp="true"/>
          </p:cNvSpPr>
          <p:nvPr>
            <p:ph type="body" sz="quarter" idx="14" hasCustomPrompt="true"/>
          </p:nvPr>
        </p:nvSpPr>
        <p:spPr>
          <a:xfrm>
            <a:off x="3316287" y="506423"/>
            <a:ext cx="5588000" cy="226209"/>
          </a:xfrm>
        </p:spPr>
        <p:txBody>
          <a:bodyPr>
            <a:noAutofit/>
          </a:bodyPr>
          <a:lstStyle>
            <a:lvl1pPr marL="0" indent="0" algn="ctr">
              <a:buNone/>
              <a:defRPr sz="1000" b="false" i="false" cap="all" spc="150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altLang="zh-CN" noProof="false" err="true"/>
              <a:t>请输入说明文字</a:t>
            </a:r>
            <a:endParaRPr lang="en-US" altLang="zh-CN" noProof="false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p="http://schemas.openxmlformats.org/presentationml/2006/main">
  <p:cSld name="3 text profiles">
    <p:spTree>
      <p:nvGrpSpPr>
        <p:cNvPr id="258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8" name="Slide Number Placeholder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2589" name="Text Placeholder 13"/>
          <p:cNvSpPr>
            <a:spLocks noGrp="true"/>
          </p:cNvSpPr>
          <p:nvPr>
            <p:ph type="body" sz="quarter" idx="15" hasCustomPrompt="true"/>
          </p:nvPr>
        </p:nvSpPr>
        <p:spPr>
          <a:xfrm>
            <a:off x="1137920" y="2601575"/>
            <a:ext cx="3027680" cy="1191197"/>
          </a:xfr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4400" b="true" i="false" cap="all" spc="-50" baseline="0">
                <a:latin typeface="Noto Sans S Chinese Bold" panose="020B0500000000000000" pitchFamily="34" charset="-128"/>
                <a:ea typeface="Noto Sans S Chinese Bold" panose="020B0500000000000000" pitchFamily="34" charset="-128"/>
              </a:defRPr>
            </a:lvl1pPr>
          </a:lstStyle>
          <a:p>
            <a:pPr lvl="0"/>
            <a:r>
              <a:rPr lang="en-US" noProof="false" err="true"/>
              <a:t>请输入</a:t>
            </a:r>
            <a:endParaRPr lang="en-US" noProof="false"/>
          </a:p>
          <a:p>
            <a:pPr lvl="0"/>
            <a:r>
              <a:rPr lang="en-US" noProof="false" err="true"/>
              <a:t>姓名</a:t>
            </a:r>
            <a:endParaRPr lang="en-US" noProof="false"/>
          </a:p>
        </p:txBody>
      </p:sp>
      <p:sp>
        <p:nvSpPr>
          <p:cNvPr id="2590" name="Text Placeholder 15"/>
          <p:cNvSpPr>
            <a:spLocks noGrp="true"/>
          </p:cNvSpPr>
          <p:nvPr>
            <p:ph type="body" sz="quarter" idx="16" hasCustomPrompt="true"/>
          </p:nvPr>
        </p:nvSpPr>
        <p:spPr>
          <a:xfrm>
            <a:off x="1137920" y="4070662"/>
            <a:ext cx="3027680" cy="480396"/>
          </a:xfrm>
        </p:spPr>
        <p:txBody>
          <a:bodyPr>
            <a:noAutofit/>
          </a:bodyPr>
          <a:lstStyle>
            <a:lvl1pPr marL="0" indent="0" algn="ctr">
              <a:buNone/>
              <a:defRPr sz="1500" b="false">
                <a:latin typeface="Noto Sans S Chinese Regular" panose="020B0500000000000000" pitchFamily="34" charset="-128"/>
                <a:ea typeface="Noto Sans S Chinese Regular" panose="020B0500000000000000" pitchFamily="34" charset="-128"/>
              </a:defRPr>
            </a:lvl1pPr>
          </a:lstStyle>
          <a:p>
            <a:pPr lvl="0"/>
            <a:r>
              <a:rPr lang="en-US" noProof="false" err="true"/>
              <a:t>请输入职称</a:t>
            </a:r>
            <a:endParaRPr lang="en-US" noProof="false"/>
          </a:p>
        </p:txBody>
      </p:sp>
      <p:sp>
        <p:nvSpPr>
          <p:cNvPr id="2591" name="Text Placeholder 13"/>
          <p:cNvSpPr>
            <a:spLocks noGrp="true"/>
          </p:cNvSpPr>
          <p:nvPr>
            <p:ph type="body" sz="quarter" idx="17" hasCustomPrompt="true"/>
          </p:nvPr>
        </p:nvSpPr>
        <p:spPr>
          <a:xfrm>
            <a:off x="4580931" y="2601575"/>
            <a:ext cx="3027680" cy="1191197"/>
          </a:xfrm>
        </p:spPr>
        <p:txBody>
          <a:bodyPr>
            <a:no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lang="en-US" sz="4400" b="true" i="false" kern="1200" cap="all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CN" noProof="false" err="true"/>
              <a:t>请输入</a:t>
            </a:r>
            <a:endParaRPr lang="en-US" altLang="zh-CN" noProof="false"/>
          </a:p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CN" noProof="false" err="true"/>
              <a:t>姓名</a:t>
            </a:r>
            <a:endParaRPr lang="en-US" noProof="false"/>
          </a:p>
        </p:txBody>
      </p:sp>
      <p:sp>
        <p:nvSpPr>
          <p:cNvPr id="2592" name="Text Placeholder 15"/>
          <p:cNvSpPr>
            <a:spLocks noGrp="true"/>
          </p:cNvSpPr>
          <p:nvPr>
            <p:ph type="body" sz="quarter" idx="18" hasCustomPrompt="true"/>
          </p:nvPr>
        </p:nvSpPr>
        <p:spPr>
          <a:xfrm>
            <a:off x="4580931" y="4070662"/>
            <a:ext cx="3027680" cy="480396"/>
          </a:xfrm>
        </p:spPr>
        <p:txBody>
          <a:bodyPr>
            <a:noAutofit/>
          </a:bodyPr>
          <a:lstStyle>
            <a:lvl1pPr marL="0" indent="0" algn="ctr">
              <a:buNone/>
              <a:defRPr lang="en-US" sz="1500" b="false" kern="1200" noProof="false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+mn-cs"/>
              </a:defRPr>
            </a:lvl1pPr>
          </a:lstStyle>
          <a:p>
            <a:pPr lvl="0"/>
            <a:r>
              <a:rPr lang="en-US" altLang="zh-CN" noProof="false" err="true"/>
              <a:t>请输入职称</a:t>
            </a:r>
            <a:endParaRPr lang="en-US" altLang="zh-CN" noProof="false"/>
          </a:p>
        </p:txBody>
      </p:sp>
      <p:sp>
        <p:nvSpPr>
          <p:cNvPr id="2593" name="Text Placeholder 13"/>
          <p:cNvSpPr>
            <a:spLocks noGrp="true"/>
          </p:cNvSpPr>
          <p:nvPr>
            <p:ph type="body" sz="quarter" idx="19" hasCustomPrompt="true"/>
          </p:nvPr>
        </p:nvSpPr>
        <p:spPr>
          <a:xfrm>
            <a:off x="8023625" y="2601575"/>
            <a:ext cx="3027680" cy="1191197"/>
          </a:xfrm>
        </p:spPr>
        <p:txBody>
          <a:bodyPr>
            <a:no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lang="en-US" sz="4400" b="true" i="false" kern="1200" cap="all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CN" noProof="false" err="true"/>
              <a:t>请输入</a:t>
            </a:r>
            <a:endParaRPr lang="en-US" altLang="zh-CN" noProof="false"/>
          </a:p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CN" noProof="false" err="true"/>
              <a:t>姓名</a:t>
            </a:r>
            <a:endParaRPr lang="en-US" noProof="false"/>
          </a:p>
        </p:txBody>
      </p:sp>
      <p:sp>
        <p:nvSpPr>
          <p:cNvPr id="2594" name="Text Placeholder 15"/>
          <p:cNvSpPr>
            <a:spLocks noGrp="true"/>
          </p:cNvSpPr>
          <p:nvPr>
            <p:ph type="body" sz="quarter" idx="20" hasCustomPrompt="true"/>
          </p:nvPr>
        </p:nvSpPr>
        <p:spPr>
          <a:xfrm>
            <a:off x="8023625" y="4070662"/>
            <a:ext cx="3027680" cy="480396"/>
          </a:xfrm>
        </p:spPr>
        <p:txBody>
          <a:bodyPr>
            <a:noAutofit/>
          </a:bodyPr>
          <a:lstStyle>
            <a:lvl1pPr marL="0" indent="0" algn="ctr">
              <a:buNone/>
              <a:defRPr lang="en-US" sz="1500" b="false" kern="1200" noProof="false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+mn-cs"/>
              </a:defRPr>
            </a:lvl1pPr>
          </a:lstStyle>
          <a:p>
            <a:pPr lvl="0"/>
            <a:r>
              <a:rPr lang="en-US" altLang="zh-CN" noProof="false" err="true"/>
              <a:t>请输入职称</a:t>
            </a:r>
            <a:endParaRPr lang="en-US" altLang="zh-CN" noProof="false"/>
          </a:p>
        </p:txBody>
      </p:sp>
      <p:sp>
        <p:nvSpPr>
          <p:cNvPr id="2595" name="Text Placeholder 11"/>
          <p:cNvSpPr>
            <a:spLocks noGrp="true"/>
          </p:cNvSpPr>
          <p:nvPr>
            <p:ph type="body" sz="quarter" idx="14" hasCustomPrompt="true"/>
          </p:nvPr>
        </p:nvSpPr>
        <p:spPr>
          <a:xfrm>
            <a:off x="3316287" y="506423"/>
            <a:ext cx="5588000" cy="226209"/>
          </a:xfrm>
        </p:spPr>
        <p:txBody>
          <a:bodyPr>
            <a:noAutofit/>
          </a:bodyPr>
          <a:lstStyle>
            <a:lvl1pPr marL="0" indent="0" algn="ctr">
              <a:buNone/>
              <a:defRPr sz="1000" b="false" i="false" cap="all" spc="150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altLang="zh-CN" noProof="false" err="true"/>
              <a:t>请输入说明文字</a:t>
            </a:r>
            <a:endParaRPr lang="en-US" altLang="zh-CN" noProof="false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p="http://schemas.openxmlformats.org/presentationml/2006/main">
  <p:cSld name="2_3 text profiles">
    <p:bg>
      <p:bgPr>
        <a:solidFill>
          <a:schemeClr val="tx1"/>
        </a:solidFill>
        <a:effectLst/>
      </p:bgPr>
    </p:bg>
    <p:spTree>
      <p:nvGrpSpPr>
        <p:cNvPr id="259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7" name="Slide Number Placeholder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2598" name="Text Placeholder 13"/>
          <p:cNvSpPr>
            <a:spLocks noGrp="true"/>
          </p:cNvSpPr>
          <p:nvPr>
            <p:ph type="body" sz="quarter" idx="15" hasCustomPrompt="true"/>
          </p:nvPr>
        </p:nvSpPr>
        <p:spPr>
          <a:xfrm>
            <a:off x="1137920" y="2601575"/>
            <a:ext cx="3027680" cy="1191197"/>
          </a:xfrm>
        </p:spPr>
        <p:txBody>
          <a:bodyPr>
            <a:no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lang="en-US" sz="4400" b="true" i="false" kern="1200" cap="all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CN" noProof="false" err="true"/>
              <a:t>请输入</a:t>
            </a:r>
            <a:endParaRPr lang="en-US" altLang="zh-CN" noProof="false"/>
          </a:p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CN" noProof="false" err="true"/>
              <a:t>姓名</a:t>
            </a:r>
            <a:endParaRPr lang="en-US" noProof="false"/>
          </a:p>
        </p:txBody>
      </p:sp>
      <p:sp>
        <p:nvSpPr>
          <p:cNvPr id="2599" name="Text Placeholder 15"/>
          <p:cNvSpPr>
            <a:spLocks noGrp="true"/>
          </p:cNvSpPr>
          <p:nvPr>
            <p:ph type="body" sz="quarter" idx="16" hasCustomPrompt="true"/>
          </p:nvPr>
        </p:nvSpPr>
        <p:spPr>
          <a:xfrm>
            <a:off x="1137920" y="4070662"/>
            <a:ext cx="3027680" cy="480396"/>
          </a:xfrm>
        </p:spPr>
        <p:txBody>
          <a:bodyPr>
            <a:noAutofit/>
          </a:bodyPr>
          <a:lstStyle>
            <a:lvl1pPr marL="0" indent="0" algn="ctr">
              <a:buNone/>
              <a:defRPr sz="1500" b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</a:defRPr>
            </a:lvl1pPr>
          </a:lstStyle>
          <a:p>
            <a:pPr lvl="0"/>
            <a:r>
              <a:rPr lang="en-US" noProof="false" err="true"/>
              <a:t>请输入职称</a:t>
            </a:r>
            <a:endParaRPr lang="en-US" noProof="false"/>
          </a:p>
        </p:txBody>
      </p:sp>
      <p:sp>
        <p:nvSpPr>
          <p:cNvPr id="2600" name="Text Placeholder 13"/>
          <p:cNvSpPr>
            <a:spLocks noGrp="true"/>
          </p:cNvSpPr>
          <p:nvPr>
            <p:ph type="body" sz="quarter" idx="17" hasCustomPrompt="true"/>
          </p:nvPr>
        </p:nvSpPr>
        <p:spPr>
          <a:xfrm>
            <a:off x="4580931" y="2601575"/>
            <a:ext cx="3027680" cy="1191197"/>
          </a:xfrm>
        </p:spPr>
        <p:txBody>
          <a:bodyPr>
            <a:no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lang="en-US" sz="4400" b="true" i="false" kern="1200" cap="all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CN" noProof="false" err="true"/>
              <a:t>请输入</a:t>
            </a:r>
            <a:endParaRPr lang="en-US" altLang="zh-CN" noProof="false"/>
          </a:p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CN" noProof="false" err="true"/>
              <a:t>姓名</a:t>
            </a:r>
            <a:endParaRPr lang="en-US" noProof="false"/>
          </a:p>
        </p:txBody>
      </p:sp>
      <p:sp>
        <p:nvSpPr>
          <p:cNvPr id="2601" name="Text Placeholder 15"/>
          <p:cNvSpPr>
            <a:spLocks noGrp="true"/>
          </p:cNvSpPr>
          <p:nvPr>
            <p:ph type="body" sz="quarter" idx="18" hasCustomPrompt="true"/>
          </p:nvPr>
        </p:nvSpPr>
        <p:spPr>
          <a:xfrm>
            <a:off x="4580931" y="4070662"/>
            <a:ext cx="3027680" cy="480396"/>
          </a:xfrm>
        </p:spPr>
        <p:txBody>
          <a:bodyPr>
            <a:noAutofit/>
          </a:bodyPr>
          <a:lstStyle>
            <a:lvl1pPr marL="0" indent="0" algn="ctr">
              <a:buNone/>
              <a:defRPr lang="en-US" sz="1500" b="false" kern="1200" noProof="false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+mn-cs"/>
              </a:defRPr>
            </a:lvl1pPr>
          </a:lstStyle>
          <a:p>
            <a:pPr lvl="0"/>
            <a:r>
              <a:rPr lang="en-US" altLang="zh-CN" noProof="false" err="true"/>
              <a:t>请输入职称</a:t>
            </a:r>
            <a:endParaRPr lang="en-US" altLang="zh-CN" noProof="false"/>
          </a:p>
        </p:txBody>
      </p:sp>
      <p:sp>
        <p:nvSpPr>
          <p:cNvPr id="2602" name="Text Placeholder 13"/>
          <p:cNvSpPr>
            <a:spLocks noGrp="true"/>
          </p:cNvSpPr>
          <p:nvPr>
            <p:ph type="body" sz="quarter" idx="19" hasCustomPrompt="true"/>
          </p:nvPr>
        </p:nvSpPr>
        <p:spPr>
          <a:xfrm>
            <a:off x="8023625" y="2601575"/>
            <a:ext cx="3027680" cy="1191197"/>
          </a:xfrm>
        </p:spPr>
        <p:txBody>
          <a:bodyPr>
            <a:no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lang="en-US" sz="4400" b="true" i="false" kern="1200" cap="all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CN" noProof="false" err="true"/>
              <a:t>请输入</a:t>
            </a:r>
            <a:endParaRPr lang="en-US" altLang="zh-CN" noProof="false"/>
          </a:p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CN" noProof="false" err="true"/>
              <a:t>姓名</a:t>
            </a:r>
            <a:endParaRPr lang="en-US" noProof="false"/>
          </a:p>
        </p:txBody>
      </p:sp>
      <p:sp>
        <p:nvSpPr>
          <p:cNvPr id="2603" name="Text Placeholder 15"/>
          <p:cNvSpPr>
            <a:spLocks noGrp="true"/>
          </p:cNvSpPr>
          <p:nvPr>
            <p:ph type="body" sz="quarter" idx="20" hasCustomPrompt="true"/>
          </p:nvPr>
        </p:nvSpPr>
        <p:spPr>
          <a:xfrm>
            <a:off x="8023625" y="4070662"/>
            <a:ext cx="3027680" cy="480396"/>
          </a:xfrm>
        </p:spPr>
        <p:txBody>
          <a:bodyPr>
            <a:noAutofit/>
          </a:bodyPr>
          <a:lstStyle>
            <a:lvl1pPr marL="0" indent="0" algn="ctr">
              <a:buNone/>
              <a:defRPr lang="en-US" sz="1500" b="false" kern="1200" noProof="false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+mn-cs"/>
              </a:defRPr>
            </a:lvl1pPr>
          </a:lstStyle>
          <a:p>
            <a:pPr lvl="0"/>
            <a:r>
              <a:rPr lang="en-US" altLang="zh-CN" noProof="false" err="true"/>
              <a:t>请输入职称</a:t>
            </a:r>
            <a:endParaRPr lang="en-US" altLang="zh-CN" noProof="false"/>
          </a:p>
        </p:txBody>
      </p:sp>
      <p:sp>
        <p:nvSpPr>
          <p:cNvPr id="2604" name="Text Placeholder 11"/>
          <p:cNvSpPr>
            <a:spLocks noGrp="true"/>
          </p:cNvSpPr>
          <p:nvPr>
            <p:ph type="body" sz="quarter" idx="14" hasCustomPrompt="true"/>
          </p:nvPr>
        </p:nvSpPr>
        <p:spPr>
          <a:xfrm>
            <a:off x="3316287" y="506423"/>
            <a:ext cx="5588000" cy="226209"/>
          </a:xfrm>
        </p:spPr>
        <p:txBody>
          <a:bodyPr>
            <a:noAutofit/>
          </a:bodyPr>
          <a:lstStyle>
            <a:lvl1pPr marL="0" indent="0" algn="ctr">
              <a:buNone/>
              <a:defRPr sz="1000" b="false" i="false" cap="all" spc="150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altLang="zh-CN" noProof="false" err="true"/>
              <a:t>请输入说明文字</a:t>
            </a:r>
            <a:endParaRPr lang="en-US" altLang="zh-CN" noProof="false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p="http://schemas.openxmlformats.org/presentationml/2006/main">
  <p:cSld name="4 text profiles">
    <p:spTree>
      <p:nvGrpSpPr>
        <p:cNvPr id="260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6" name="Slide Number Placeholder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2607" name="Text Placeholder 13"/>
          <p:cNvSpPr>
            <a:spLocks noGrp="true"/>
          </p:cNvSpPr>
          <p:nvPr>
            <p:ph type="body" sz="quarter" idx="15" hasCustomPrompt="true"/>
          </p:nvPr>
        </p:nvSpPr>
        <p:spPr>
          <a:xfrm>
            <a:off x="1174117" y="2895600"/>
            <a:ext cx="2331084" cy="1028286"/>
          </a:xfr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3900" b="true" i="false" cap="all" spc="-50" baseline="0">
                <a:latin typeface="Noto Sans S Chinese Bold" panose="020B0500000000000000" pitchFamily="34" charset="-128"/>
                <a:ea typeface="Noto Sans S Chinese Bold" panose="020B0500000000000000" pitchFamily="34" charset="-128"/>
              </a:defRPr>
            </a:lvl1pPr>
          </a:lstStyle>
          <a:p>
            <a:pPr lvl="0"/>
            <a:r>
              <a:rPr lang="en-US" noProof="false" err="true"/>
              <a:t>请输入</a:t>
            </a:r>
            <a:endParaRPr lang="en-US" noProof="false"/>
          </a:p>
          <a:p>
            <a:pPr lvl="0"/>
            <a:r>
              <a:rPr lang="en-US" noProof="false" err="true"/>
              <a:t>姓名</a:t>
            </a:r>
            <a:endParaRPr lang="en-US" noProof="false"/>
          </a:p>
        </p:txBody>
      </p:sp>
      <p:sp>
        <p:nvSpPr>
          <p:cNvPr id="2608" name="Text Placeholder 15"/>
          <p:cNvSpPr>
            <a:spLocks noGrp="true"/>
          </p:cNvSpPr>
          <p:nvPr>
            <p:ph type="body" sz="quarter" idx="16" hasCustomPrompt="true"/>
          </p:nvPr>
        </p:nvSpPr>
        <p:spPr>
          <a:xfrm>
            <a:off x="1174117" y="4104386"/>
            <a:ext cx="2331084" cy="480396"/>
          </a:xfrm>
        </p:spPr>
        <p:txBody>
          <a:bodyPr>
            <a:noAutofit/>
          </a:bodyPr>
          <a:lstStyle>
            <a:lvl1pPr marL="0" indent="0" algn="ctr">
              <a:buNone/>
              <a:defRPr sz="1500" b="false">
                <a:latin typeface="Noto Sans S Chinese Regular" panose="020B0500000000000000" pitchFamily="34" charset="-128"/>
                <a:ea typeface="Noto Sans S Chinese Regular" panose="020B0500000000000000" pitchFamily="34" charset="-128"/>
              </a:defRPr>
            </a:lvl1pPr>
          </a:lstStyle>
          <a:p>
            <a:pPr lvl="0"/>
            <a:r>
              <a:rPr lang="en-US" noProof="false" err="true"/>
              <a:t>请输入职称</a:t>
            </a:r>
            <a:endParaRPr lang="en-US" noProof="false"/>
          </a:p>
        </p:txBody>
      </p:sp>
      <p:sp>
        <p:nvSpPr>
          <p:cNvPr id="2609" name="Text Placeholder 13"/>
          <p:cNvSpPr>
            <a:spLocks noGrp="true"/>
          </p:cNvSpPr>
          <p:nvPr>
            <p:ph type="body" sz="quarter" idx="17" hasCustomPrompt="true"/>
          </p:nvPr>
        </p:nvSpPr>
        <p:spPr>
          <a:xfrm>
            <a:off x="3683637" y="2895600"/>
            <a:ext cx="2331084" cy="1028286"/>
          </a:xfrm>
        </p:spPr>
        <p:txBody>
          <a:bodyPr>
            <a:no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lang="en-US" altLang="zh-CN" sz="3900" b="true" i="false" kern="1200" cap="all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</a:t>
            </a:r>
            <a:endParaRPr lang="en-US" altLang="zh-CN" noProof="false"/>
          </a:p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姓名</a:t>
            </a:r>
            <a:endParaRPr lang="en-US" altLang="zh-CN" noProof="false"/>
          </a:p>
        </p:txBody>
      </p:sp>
      <p:sp>
        <p:nvSpPr>
          <p:cNvPr id="2610" name="Text Placeholder 15"/>
          <p:cNvSpPr>
            <a:spLocks noGrp="true"/>
          </p:cNvSpPr>
          <p:nvPr>
            <p:ph type="body" sz="quarter" idx="18" hasCustomPrompt="true"/>
          </p:nvPr>
        </p:nvSpPr>
        <p:spPr>
          <a:xfrm>
            <a:off x="3683637" y="4104386"/>
            <a:ext cx="2331084" cy="480396"/>
          </a:xfrm>
        </p:spPr>
        <p:txBody>
          <a:bodyPr>
            <a:noAutofit/>
          </a:bodyPr>
          <a:lstStyle>
            <a:lvl1pPr marL="0" indent="0" algn="ctr">
              <a:buNone/>
              <a:defRPr lang="en-US" sz="1500" b="false" kern="1200" noProof="false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+mn-cs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TW" noProof="false" err="true"/>
              <a:t>请输入职称</a:t>
            </a:r>
            <a:endParaRPr lang="en-US" altLang="zh-TW" noProof="false"/>
          </a:p>
        </p:txBody>
      </p:sp>
      <p:sp>
        <p:nvSpPr>
          <p:cNvPr id="2611" name="Text Placeholder 13"/>
          <p:cNvSpPr>
            <a:spLocks noGrp="true"/>
          </p:cNvSpPr>
          <p:nvPr>
            <p:ph type="body" sz="quarter" idx="19" hasCustomPrompt="true"/>
          </p:nvPr>
        </p:nvSpPr>
        <p:spPr>
          <a:xfrm>
            <a:off x="6177281" y="2895600"/>
            <a:ext cx="2331084" cy="1028286"/>
          </a:xfrm>
        </p:spPr>
        <p:txBody>
          <a:bodyPr>
            <a:no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lang="en-US" altLang="zh-CN" sz="3900" b="true" i="false" kern="1200" cap="all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</a:t>
            </a:r>
            <a:endParaRPr lang="en-US" altLang="zh-CN" noProof="false"/>
          </a:p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姓名</a:t>
            </a:r>
            <a:endParaRPr lang="en-US" altLang="zh-CN" noProof="false"/>
          </a:p>
        </p:txBody>
      </p:sp>
      <p:sp>
        <p:nvSpPr>
          <p:cNvPr id="2612" name="Text Placeholder 15"/>
          <p:cNvSpPr>
            <a:spLocks noGrp="true"/>
          </p:cNvSpPr>
          <p:nvPr>
            <p:ph type="body" sz="quarter" idx="20" hasCustomPrompt="true"/>
          </p:nvPr>
        </p:nvSpPr>
        <p:spPr>
          <a:xfrm>
            <a:off x="6177281" y="4104386"/>
            <a:ext cx="2331084" cy="480396"/>
          </a:xfrm>
        </p:spPr>
        <p:txBody>
          <a:bodyPr>
            <a:noAutofit/>
          </a:bodyPr>
          <a:lstStyle>
            <a:lvl1pPr marL="0" indent="0" algn="ctr">
              <a:buNone/>
              <a:defRPr lang="en-US" sz="1500" b="false" kern="1200" noProof="false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+mn-cs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TW" noProof="false" err="true"/>
              <a:t>请输入职称</a:t>
            </a:r>
            <a:endParaRPr lang="en-US" altLang="zh-TW" noProof="false"/>
          </a:p>
        </p:txBody>
      </p:sp>
      <p:sp>
        <p:nvSpPr>
          <p:cNvPr id="2613" name="Text Placeholder 13"/>
          <p:cNvSpPr>
            <a:spLocks noGrp="true"/>
          </p:cNvSpPr>
          <p:nvPr>
            <p:ph type="body" sz="quarter" idx="21" hasCustomPrompt="true"/>
          </p:nvPr>
        </p:nvSpPr>
        <p:spPr>
          <a:xfrm>
            <a:off x="8686801" y="2895600"/>
            <a:ext cx="2331084" cy="1028286"/>
          </a:xfrm>
        </p:spPr>
        <p:txBody>
          <a:bodyPr>
            <a:no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lang="en-US" altLang="zh-CN" sz="3900" b="true" i="false" kern="1200" cap="all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</a:t>
            </a:r>
            <a:endParaRPr lang="en-US" altLang="zh-CN" noProof="false"/>
          </a:p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姓名</a:t>
            </a:r>
            <a:endParaRPr lang="en-US" altLang="zh-CN" noProof="false"/>
          </a:p>
        </p:txBody>
      </p:sp>
      <p:sp>
        <p:nvSpPr>
          <p:cNvPr id="2614" name="Text Placeholder 15"/>
          <p:cNvSpPr>
            <a:spLocks noGrp="true"/>
          </p:cNvSpPr>
          <p:nvPr>
            <p:ph type="body" sz="quarter" idx="22" hasCustomPrompt="true"/>
          </p:nvPr>
        </p:nvSpPr>
        <p:spPr>
          <a:xfrm>
            <a:off x="8686801" y="4104386"/>
            <a:ext cx="2331084" cy="480396"/>
          </a:xfrm>
        </p:spPr>
        <p:txBody>
          <a:bodyPr>
            <a:noAutofit/>
          </a:bodyPr>
          <a:lstStyle>
            <a:lvl1pPr marL="0" indent="0" algn="ctr">
              <a:buNone/>
              <a:defRPr lang="en-US" sz="1500" b="false" kern="1200" noProof="false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+mn-cs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TW" noProof="false" err="true"/>
              <a:t>请输入职称</a:t>
            </a:r>
            <a:endParaRPr lang="en-US" altLang="zh-TW" noProof="false"/>
          </a:p>
        </p:txBody>
      </p:sp>
      <p:sp>
        <p:nvSpPr>
          <p:cNvPr id="2615" name="Text Placeholder 11"/>
          <p:cNvSpPr>
            <a:spLocks noGrp="true"/>
          </p:cNvSpPr>
          <p:nvPr>
            <p:ph type="body" sz="quarter" idx="14" hasCustomPrompt="true"/>
          </p:nvPr>
        </p:nvSpPr>
        <p:spPr>
          <a:xfrm>
            <a:off x="3316287" y="506423"/>
            <a:ext cx="5588000" cy="226209"/>
          </a:xfrm>
        </p:spPr>
        <p:txBody>
          <a:bodyPr>
            <a:noAutofit/>
          </a:bodyPr>
          <a:lstStyle>
            <a:lvl1pPr marL="0" indent="0" algn="ctr">
              <a:buNone/>
              <a:defRPr sz="1000" b="false" i="false" cap="all" spc="150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altLang="zh-CN" noProof="false" err="true"/>
              <a:t>请输入说明文字</a:t>
            </a:r>
            <a:endParaRPr lang="en-US" altLang="zh-CN" noProof="false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p="http://schemas.openxmlformats.org/presentationml/2006/main">
  <p:cSld name="2_4 text profiles">
    <p:bg>
      <p:bgPr>
        <a:solidFill>
          <a:schemeClr val="tx1"/>
        </a:solidFill>
        <a:effectLst/>
      </p:bgPr>
    </p:bg>
    <p:spTree>
      <p:nvGrpSpPr>
        <p:cNvPr id="261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7" name="Slide Number Placeholder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2618" name="Text Placeholder 13"/>
          <p:cNvSpPr>
            <a:spLocks noGrp="true"/>
          </p:cNvSpPr>
          <p:nvPr>
            <p:ph type="body" sz="quarter" idx="15" hasCustomPrompt="true"/>
          </p:nvPr>
        </p:nvSpPr>
        <p:spPr>
          <a:xfrm>
            <a:off x="1174117" y="2895600"/>
            <a:ext cx="2331084" cy="1028286"/>
          </a:xfrm>
        </p:spPr>
        <p:txBody>
          <a:bodyPr>
            <a:no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lang="en-US" sz="3900" b="true" i="false" kern="1200" cap="all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noProof="false" err="true"/>
              <a:t>请输入</a:t>
            </a:r>
            <a:endParaRPr lang="en-US" noProof="false"/>
          </a:p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noProof="false" err="true"/>
              <a:t>姓名</a:t>
            </a:r>
            <a:endParaRPr lang="en-US" noProof="false"/>
          </a:p>
        </p:txBody>
      </p:sp>
      <p:sp>
        <p:nvSpPr>
          <p:cNvPr id="2619" name="Text Placeholder 15"/>
          <p:cNvSpPr>
            <a:spLocks noGrp="true"/>
          </p:cNvSpPr>
          <p:nvPr>
            <p:ph type="body" sz="quarter" idx="16" hasCustomPrompt="true"/>
          </p:nvPr>
        </p:nvSpPr>
        <p:spPr>
          <a:xfrm>
            <a:off x="1174117" y="4104386"/>
            <a:ext cx="2331084" cy="480396"/>
          </a:xfrm>
        </p:spPr>
        <p:txBody>
          <a:bodyPr>
            <a:noAutofit/>
          </a:bodyPr>
          <a:lstStyle>
            <a:lvl1pPr marL="0" indent="0" algn="ctr">
              <a:buNone/>
              <a:defRPr sz="1500" b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</a:defRPr>
            </a:lvl1pPr>
          </a:lstStyle>
          <a:p>
            <a:pPr lvl="0"/>
            <a:r>
              <a:rPr lang="en-US" noProof="false" err="true"/>
              <a:t>请输入职称</a:t>
            </a:r>
            <a:endParaRPr lang="en-US" noProof="false"/>
          </a:p>
        </p:txBody>
      </p:sp>
      <p:sp>
        <p:nvSpPr>
          <p:cNvPr id="2620" name="Text Placeholder 13"/>
          <p:cNvSpPr>
            <a:spLocks noGrp="true"/>
          </p:cNvSpPr>
          <p:nvPr>
            <p:ph type="body" sz="quarter" idx="17" hasCustomPrompt="true"/>
          </p:nvPr>
        </p:nvSpPr>
        <p:spPr>
          <a:xfrm>
            <a:off x="3683637" y="2895600"/>
            <a:ext cx="2331084" cy="1028286"/>
          </a:xfrm>
        </p:spPr>
        <p:txBody>
          <a:bodyPr>
            <a:no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lang="en-US" sz="3900" b="true" i="false" kern="1200" cap="all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</a:t>
            </a:r>
            <a:endParaRPr lang="en-US" altLang="zh-CN" noProof="false"/>
          </a:p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姓名</a:t>
            </a:r>
            <a:endParaRPr lang="en-US" noProof="false"/>
          </a:p>
        </p:txBody>
      </p:sp>
      <p:sp>
        <p:nvSpPr>
          <p:cNvPr id="2621" name="Text Placeholder 15"/>
          <p:cNvSpPr>
            <a:spLocks noGrp="true"/>
          </p:cNvSpPr>
          <p:nvPr>
            <p:ph type="body" sz="quarter" idx="18" hasCustomPrompt="true"/>
          </p:nvPr>
        </p:nvSpPr>
        <p:spPr>
          <a:xfrm>
            <a:off x="3683637" y="4104386"/>
            <a:ext cx="2331084" cy="480396"/>
          </a:xfrm>
        </p:spPr>
        <p:txBody>
          <a:bodyPr>
            <a:noAutofit/>
          </a:bodyPr>
          <a:lstStyle>
            <a:lvl1pPr marL="0" indent="0" algn="ctr">
              <a:buNone/>
              <a:defRPr lang="en-US" sz="1500" b="false" kern="1200" noProof="false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+mn-cs"/>
              </a:defRPr>
            </a:lvl1pPr>
          </a:lstStyle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noProof="false" err="true"/>
              <a:t>请输入职称</a:t>
            </a:r>
            <a:endParaRPr lang="en-US" noProof="false"/>
          </a:p>
        </p:txBody>
      </p:sp>
      <p:sp>
        <p:nvSpPr>
          <p:cNvPr id="2622" name="Text Placeholder 13"/>
          <p:cNvSpPr>
            <a:spLocks noGrp="true"/>
          </p:cNvSpPr>
          <p:nvPr>
            <p:ph type="body" sz="quarter" idx="19" hasCustomPrompt="true"/>
          </p:nvPr>
        </p:nvSpPr>
        <p:spPr>
          <a:xfrm>
            <a:off x="6177281" y="2895600"/>
            <a:ext cx="2331084" cy="1028286"/>
          </a:xfrm>
        </p:spPr>
        <p:txBody>
          <a:bodyPr>
            <a:no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lang="en-US" sz="3900" b="true" i="false" kern="1200" cap="all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</a:t>
            </a:r>
            <a:endParaRPr lang="en-US" altLang="zh-CN" noProof="false"/>
          </a:p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姓名</a:t>
            </a:r>
            <a:endParaRPr lang="en-US" noProof="false"/>
          </a:p>
        </p:txBody>
      </p:sp>
      <p:sp>
        <p:nvSpPr>
          <p:cNvPr id="2623" name="Text Placeholder 15"/>
          <p:cNvSpPr>
            <a:spLocks noGrp="true"/>
          </p:cNvSpPr>
          <p:nvPr>
            <p:ph type="body" sz="quarter" idx="20" hasCustomPrompt="true"/>
          </p:nvPr>
        </p:nvSpPr>
        <p:spPr>
          <a:xfrm>
            <a:off x="6177281" y="4104386"/>
            <a:ext cx="2331084" cy="480396"/>
          </a:xfrm>
        </p:spPr>
        <p:txBody>
          <a:bodyPr>
            <a:noAutofit/>
          </a:bodyPr>
          <a:lstStyle>
            <a:lvl1pPr marL="0" indent="0" algn="ctr">
              <a:buNone/>
              <a:defRPr lang="en-US" sz="1500" b="false" kern="1200" noProof="false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+mn-cs"/>
              </a:defRPr>
            </a:lvl1pPr>
          </a:lstStyle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noProof="false" err="true"/>
              <a:t>请输入职称</a:t>
            </a:r>
            <a:endParaRPr lang="en-US" noProof="false"/>
          </a:p>
        </p:txBody>
      </p:sp>
      <p:sp>
        <p:nvSpPr>
          <p:cNvPr id="2624" name="Text Placeholder 13"/>
          <p:cNvSpPr>
            <a:spLocks noGrp="true"/>
          </p:cNvSpPr>
          <p:nvPr>
            <p:ph type="body" sz="quarter" idx="21" hasCustomPrompt="true"/>
          </p:nvPr>
        </p:nvSpPr>
        <p:spPr>
          <a:xfrm>
            <a:off x="8686801" y="2895600"/>
            <a:ext cx="2331084" cy="1028286"/>
          </a:xfrm>
        </p:spPr>
        <p:txBody>
          <a:bodyPr>
            <a:no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lang="en-US" sz="3900" b="true" i="false" kern="1200" cap="all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</a:t>
            </a:r>
            <a:endParaRPr lang="en-US" altLang="zh-CN" noProof="false"/>
          </a:p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姓名</a:t>
            </a:r>
            <a:endParaRPr lang="en-US" noProof="false"/>
          </a:p>
        </p:txBody>
      </p:sp>
      <p:sp>
        <p:nvSpPr>
          <p:cNvPr id="2625" name="Text Placeholder 15"/>
          <p:cNvSpPr>
            <a:spLocks noGrp="true"/>
          </p:cNvSpPr>
          <p:nvPr>
            <p:ph type="body" sz="quarter" idx="22" hasCustomPrompt="true"/>
          </p:nvPr>
        </p:nvSpPr>
        <p:spPr>
          <a:xfrm>
            <a:off x="8686801" y="4104386"/>
            <a:ext cx="2331084" cy="480396"/>
          </a:xfrm>
        </p:spPr>
        <p:txBody>
          <a:bodyPr>
            <a:noAutofit/>
          </a:bodyPr>
          <a:lstStyle>
            <a:lvl1pPr marL="0" indent="0" algn="ctr">
              <a:buNone/>
              <a:defRPr lang="en-US" sz="1500" b="false" kern="1200" noProof="false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+mn-cs"/>
              </a:defRPr>
            </a:lvl1pPr>
          </a:lstStyle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noProof="false" err="true"/>
              <a:t>请输入职称</a:t>
            </a:r>
            <a:endParaRPr lang="en-US" noProof="false"/>
          </a:p>
        </p:txBody>
      </p:sp>
      <p:sp>
        <p:nvSpPr>
          <p:cNvPr id="2626" name="Text Placeholder 11"/>
          <p:cNvSpPr>
            <a:spLocks noGrp="true"/>
          </p:cNvSpPr>
          <p:nvPr>
            <p:ph type="body" sz="quarter" idx="14"/>
          </p:nvPr>
        </p:nvSpPr>
        <p:spPr>
          <a:xfrm>
            <a:off x="3316287" y="506423"/>
            <a:ext cx="5588000" cy="226209"/>
          </a:xfrm>
        </p:spPr>
        <p:txBody>
          <a:bodyPr>
            <a:noAutofit/>
          </a:bodyPr>
          <a:lstStyle>
            <a:lvl1pPr marL="0" indent="0" algn="ctr">
              <a:buNone/>
              <a:defRPr sz="1000" b="false" i="false" cap="all" spc="150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noProof="false"/>
              <a:t>Click to edit Master text styles</a:t>
            </a:r>
            <a:endParaRPr lang="en-US" noProof="false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p="http://schemas.openxmlformats.org/presentationml/2006/main">
  <p:cSld name="5 text profiles">
    <p:spTree>
      <p:nvGrpSpPr>
        <p:cNvPr id="26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8" name="Slide Number Placeholder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2629" name="Text Placeholder 13"/>
          <p:cNvSpPr>
            <a:spLocks noGrp="true"/>
          </p:cNvSpPr>
          <p:nvPr>
            <p:ph type="body" sz="quarter" idx="15" hasCustomPrompt="true"/>
          </p:nvPr>
        </p:nvSpPr>
        <p:spPr>
          <a:xfrm>
            <a:off x="479425" y="2906175"/>
            <a:ext cx="2019935" cy="1028286"/>
          </a:xfr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sz="3900" b="true" i="false" kern="1200" cap="all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noProof="false" err="true"/>
              <a:t>请输入</a:t>
            </a:r>
            <a:endParaRPr lang="en-US" noProof="false"/>
          </a:p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noProof="false" err="true"/>
              <a:t>姓名</a:t>
            </a:r>
            <a:endParaRPr lang="en-US" noProof="false"/>
          </a:p>
        </p:txBody>
      </p:sp>
      <p:sp>
        <p:nvSpPr>
          <p:cNvPr id="2630" name="Text Placeholder 15"/>
          <p:cNvSpPr>
            <a:spLocks noGrp="true"/>
          </p:cNvSpPr>
          <p:nvPr>
            <p:ph type="body" sz="quarter" idx="16" hasCustomPrompt="true"/>
          </p:nvPr>
        </p:nvSpPr>
        <p:spPr>
          <a:xfrm>
            <a:off x="479425" y="4114961"/>
            <a:ext cx="2019935" cy="480396"/>
          </a:xfrm>
        </p:spPr>
        <p:txBody>
          <a:bodyPr>
            <a:noAutofit/>
          </a:bodyPr>
          <a:lstStyle>
            <a:lvl1pPr marL="0" indent="0" algn="ctr">
              <a:buNone/>
              <a:defRPr sz="1500" b="false" i="false">
                <a:latin typeface="Noto Sans S Chinese Regular" panose="020B0500000000000000" pitchFamily="34" charset="-128"/>
                <a:ea typeface="Noto Sans S Chinese Regular" panose="020B0500000000000000" pitchFamily="34" charset="-128"/>
              </a:defRPr>
            </a:lvl1pPr>
          </a:lstStyle>
          <a:p>
            <a:pPr lvl="0"/>
            <a:r>
              <a:rPr lang="en-US" noProof="false" err="true"/>
              <a:t>请输入职位</a:t>
            </a:r>
            <a:endParaRPr lang="en-US" noProof="false"/>
          </a:p>
        </p:txBody>
      </p:sp>
      <p:sp>
        <p:nvSpPr>
          <p:cNvPr id="2631" name="Text Placeholder 13"/>
          <p:cNvSpPr>
            <a:spLocks noGrp="true"/>
          </p:cNvSpPr>
          <p:nvPr>
            <p:ph type="body" sz="quarter" idx="17" hasCustomPrompt="true"/>
          </p:nvPr>
        </p:nvSpPr>
        <p:spPr>
          <a:xfrm>
            <a:off x="2775585" y="2906175"/>
            <a:ext cx="2019935" cy="1028286"/>
          </a:xfrm>
        </p:spPr>
        <p:txBody>
          <a:bodyPr>
            <a:no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lang="en-US" sz="3900" b="true" i="false" kern="1200" cap="all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</a:t>
            </a:r>
            <a:endParaRPr lang="en-US" altLang="zh-CN" noProof="false"/>
          </a:p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姓名</a:t>
            </a:r>
            <a:endParaRPr lang="en-US" altLang="zh-CN" noProof="false"/>
          </a:p>
        </p:txBody>
      </p:sp>
      <p:sp>
        <p:nvSpPr>
          <p:cNvPr id="2632" name="Text Placeholder 15"/>
          <p:cNvSpPr>
            <a:spLocks noGrp="true"/>
          </p:cNvSpPr>
          <p:nvPr>
            <p:ph type="body" sz="quarter" idx="18" hasCustomPrompt="true"/>
          </p:nvPr>
        </p:nvSpPr>
        <p:spPr>
          <a:xfrm>
            <a:off x="2775585" y="4114961"/>
            <a:ext cx="2019935" cy="480396"/>
          </a:xfrm>
        </p:spPr>
        <p:txBody>
          <a:bodyPr>
            <a:noAutofit/>
          </a:bodyPr>
          <a:lstStyle>
            <a:lvl1pPr marL="0" indent="0" algn="ctr">
              <a:buNone/>
              <a:defRPr lang="en-US" sz="1500" b="false" i="false" kern="1200" noProof="false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+mn-cs"/>
              </a:defRPr>
            </a:lvl1pPr>
          </a:lstStyle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请输入职位</a:t>
            </a:r>
            <a:endParaRPr lang="en-US" noProof="false"/>
          </a:p>
        </p:txBody>
      </p:sp>
      <p:sp>
        <p:nvSpPr>
          <p:cNvPr id="2633" name="Text Placeholder 13"/>
          <p:cNvSpPr>
            <a:spLocks noGrp="true"/>
          </p:cNvSpPr>
          <p:nvPr>
            <p:ph type="body" sz="quarter" idx="19" hasCustomPrompt="true"/>
          </p:nvPr>
        </p:nvSpPr>
        <p:spPr>
          <a:xfrm>
            <a:off x="5086032" y="2906175"/>
            <a:ext cx="2019935" cy="1028286"/>
          </a:xfrm>
        </p:spPr>
        <p:txBody>
          <a:bodyPr>
            <a:no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lang="en-US" sz="3900" b="true" i="false" kern="1200" cap="all" spc="-50" baseline="0" noProof="false" dirty="false" err="tru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</a:t>
            </a:r>
            <a:endParaRPr lang="en-US" altLang="zh-CN" noProof="false"/>
          </a:p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姓名</a:t>
            </a:r>
            <a:endParaRPr lang="en-US" altLang="zh-CN" noProof="false"/>
          </a:p>
        </p:txBody>
      </p:sp>
      <p:sp>
        <p:nvSpPr>
          <p:cNvPr id="2634" name="Text Placeholder 15"/>
          <p:cNvSpPr>
            <a:spLocks noGrp="true"/>
          </p:cNvSpPr>
          <p:nvPr>
            <p:ph type="body" sz="quarter" idx="20" hasCustomPrompt="true"/>
          </p:nvPr>
        </p:nvSpPr>
        <p:spPr>
          <a:xfrm>
            <a:off x="5086032" y="4114961"/>
            <a:ext cx="2019935" cy="480396"/>
          </a:xfrm>
        </p:spPr>
        <p:txBody>
          <a:bodyPr>
            <a:noAutofit/>
          </a:bodyPr>
          <a:lstStyle>
            <a:lvl1pPr marL="0" indent="0" algn="ctr">
              <a:buNone/>
              <a:defRPr lang="en-US" sz="1500" b="false" i="false" kern="1200" noProof="false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+mn-cs"/>
              </a:defRPr>
            </a:lvl1pPr>
          </a:lstStyle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请输入职位</a:t>
            </a:r>
            <a:endParaRPr lang="en-US" noProof="false"/>
          </a:p>
        </p:txBody>
      </p:sp>
      <p:sp>
        <p:nvSpPr>
          <p:cNvPr id="2635" name="Text Placeholder 13"/>
          <p:cNvSpPr>
            <a:spLocks noGrp="true"/>
          </p:cNvSpPr>
          <p:nvPr>
            <p:ph type="body" sz="quarter" idx="21" hasCustomPrompt="true"/>
          </p:nvPr>
        </p:nvSpPr>
        <p:spPr>
          <a:xfrm>
            <a:off x="7396479" y="2906175"/>
            <a:ext cx="2019935" cy="1028286"/>
          </a:xfrm>
        </p:spPr>
        <p:txBody>
          <a:bodyPr>
            <a:no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lang="en-US" sz="3900" b="true" i="false" kern="1200" cap="all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</a:t>
            </a:r>
            <a:endParaRPr lang="en-US" altLang="zh-CN" noProof="false"/>
          </a:p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姓名</a:t>
            </a:r>
            <a:endParaRPr lang="en-US" altLang="zh-CN" noProof="false"/>
          </a:p>
        </p:txBody>
      </p:sp>
      <p:sp>
        <p:nvSpPr>
          <p:cNvPr id="2636" name="Text Placeholder 15"/>
          <p:cNvSpPr>
            <a:spLocks noGrp="true"/>
          </p:cNvSpPr>
          <p:nvPr>
            <p:ph type="body" sz="quarter" idx="22" hasCustomPrompt="true"/>
          </p:nvPr>
        </p:nvSpPr>
        <p:spPr>
          <a:xfrm>
            <a:off x="7396479" y="4114961"/>
            <a:ext cx="2019935" cy="480396"/>
          </a:xfrm>
        </p:spPr>
        <p:txBody>
          <a:bodyPr>
            <a:noAutofit/>
          </a:bodyPr>
          <a:lstStyle>
            <a:lvl1pPr marL="0" indent="0" algn="ctr">
              <a:buNone/>
              <a:defRPr lang="en-US" sz="1500" b="false" i="false" kern="1200" noProof="false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+mn-cs"/>
              </a:defRPr>
            </a:lvl1pPr>
          </a:lstStyle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请输入职位</a:t>
            </a:r>
            <a:endParaRPr lang="en-US" noProof="false"/>
          </a:p>
        </p:txBody>
      </p:sp>
      <p:sp>
        <p:nvSpPr>
          <p:cNvPr id="2637" name="Text Placeholder 13"/>
          <p:cNvSpPr>
            <a:spLocks noGrp="true"/>
          </p:cNvSpPr>
          <p:nvPr>
            <p:ph type="body" sz="quarter" idx="23" hasCustomPrompt="true"/>
          </p:nvPr>
        </p:nvSpPr>
        <p:spPr>
          <a:xfrm>
            <a:off x="9706926" y="2906175"/>
            <a:ext cx="2019935" cy="1028286"/>
          </a:xfrm>
        </p:spPr>
        <p:txBody>
          <a:bodyPr>
            <a:no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lang="en-US" sz="3900" b="true" i="false" kern="1200" cap="all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</a:t>
            </a:r>
            <a:endParaRPr lang="en-US" altLang="zh-CN" noProof="false"/>
          </a:p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/>
              <a:t>姓名</a:t>
            </a:r>
            <a:endParaRPr lang="en-US" altLang="zh-CN" noProof="false"/>
          </a:p>
        </p:txBody>
      </p:sp>
      <p:sp>
        <p:nvSpPr>
          <p:cNvPr id="2638" name="Text Placeholder 15"/>
          <p:cNvSpPr>
            <a:spLocks noGrp="true"/>
          </p:cNvSpPr>
          <p:nvPr>
            <p:ph type="body" sz="quarter" idx="24" hasCustomPrompt="true"/>
          </p:nvPr>
        </p:nvSpPr>
        <p:spPr>
          <a:xfrm>
            <a:off x="9706926" y="4114961"/>
            <a:ext cx="2019935" cy="480396"/>
          </a:xfrm>
        </p:spPr>
        <p:txBody>
          <a:bodyPr>
            <a:noAutofit/>
          </a:bodyPr>
          <a:lstStyle>
            <a:lvl1pPr marL="0" indent="0" algn="ctr">
              <a:buNone/>
              <a:defRPr lang="en-US" sz="1500" b="false" i="false" kern="1200" noProof="false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+mn-cs"/>
              </a:defRPr>
            </a:lvl1pPr>
          </a:lstStyle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请输入职位</a:t>
            </a:r>
            <a:endParaRPr lang="en-US" noProof="false"/>
          </a:p>
        </p:txBody>
      </p:sp>
      <p:sp>
        <p:nvSpPr>
          <p:cNvPr id="2639" name="Text Placeholder 11"/>
          <p:cNvSpPr>
            <a:spLocks noGrp="true"/>
          </p:cNvSpPr>
          <p:nvPr>
            <p:ph type="body" sz="quarter" idx="14"/>
          </p:nvPr>
        </p:nvSpPr>
        <p:spPr>
          <a:xfrm>
            <a:off x="3316287" y="506423"/>
            <a:ext cx="5588000" cy="226209"/>
          </a:xfrm>
        </p:spPr>
        <p:txBody>
          <a:bodyPr>
            <a:noAutofit/>
          </a:bodyPr>
          <a:lstStyle>
            <a:lvl1pPr marL="0" indent="0" algn="ctr">
              <a:buNone/>
              <a:defRPr sz="1000" b="false" i="false" cap="all" spc="150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noProof="false"/>
              <a:t>Click to edit Master text styles</a:t>
            </a:r>
            <a:endParaRPr lang="en-US" noProof="false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p="http://schemas.openxmlformats.org/presentationml/2006/main">
  <p:cSld name="2_5 text profiles">
    <p:bg>
      <p:bgPr>
        <a:solidFill>
          <a:schemeClr val="tx1"/>
        </a:solidFill>
        <a:effectLst/>
      </p:bgPr>
    </p:bg>
    <p:spTree>
      <p:nvGrpSpPr>
        <p:cNvPr id="26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1" name="Slide Number Placeholder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2642" name="Text Placeholder 13"/>
          <p:cNvSpPr>
            <a:spLocks noGrp="true"/>
          </p:cNvSpPr>
          <p:nvPr>
            <p:ph type="body" sz="quarter" idx="15" hasCustomPrompt="true"/>
          </p:nvPr>
        </p:nvSpPr>
        <p:spPr>
          <a:xfrm>
            <a:off x="479425" y="2906175"/>
            <a:ext cx="2019935" cy="1028286"/>
          </a:xfrm>
        </p:spPr>
        <p:txBody>
          <a:bodyPr>
            <a:no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lang="en-US" sz="3900" b="true" i="false" kern="1200" cap="all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</a:t>
            </a:r>
            <a:endParaRPr lang="en-US" altLang="zh-CN" noProof="false"/>
          </a:p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姓名</a:t>
            </a:r>
            <a:endParaRPr lang="en-US" noProof="false"/>
          </a:p>
        </p:txBody>
      </p:sp>
      <p:sp>
        <p:nvSpPr>
          <p:cNvPr id="2643" name="Text Placeholder 15"/>
          <p:cNvSpPr>
            <a:spLocks noGrp="true"/>
          </p:cNvSpPr>
          <p:nvPr>
            <p:ph type="body" sz="quarter" idx="16" hasCustomPrompt="true"/>
          </p:nvPr>
        </p:nvSpPr>
        <p:spPr>
          <a:xfrm>
            <a:off x="479425" y="4114961"/>
            <a:ext cx="2019935" cy="480396"/>
          </a:xfrm>
        </p:spPr>
        <p:txBody>
          <a:bodyPr>
            <a:noAutofit/>
          </a:bodyPr>
          <a:lstStyle>
            <a:lvl1pPr marL="0" indent="0" algn="ctr">
              <a:buNone/>
              <a:defRPr sz="1500" b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</a:defRPr>
            </a:lvl1pPr>
          </a:lstStyle>
          <a:p>
            <a:pPr lvl="0"/>
            <a:r>
              <a:rPr lang="en-US" altLang="zh-CN" noProof="false" err="true"/>
              <a:t>请输入职称</a:t>
            </a:r>
            <a:endParaRPr lang="en-US" altLang="zh-CN" noProof="false"/>
          </a:p>
        </p:txBody>
      </p:sp>
      <p:sp>
        <p:nvSpPr>
          <p:cNvPr id="2644" name="Text Placeholder 13"/>
          <p:cNvSpPr>
            <a:spLocks noGrp="true"/>
          </p:cNvSpPr>
          <p:nvPr>
            <p:ph type="body" sz="quarter" idx="17" hasCustomPrompt="true"/>
          </p:nvPr>
        </p:nvSpPr>
        <p:spPr>
          <a:xfrm>
            <a:off x="2775585" y="2906175"/>
            <a:ext cx="2019935" cy="1028286"/>
          </a:xfrm>
        </p:spPr>
        <p:txBody>
          <a:bodyPr>
            <a:no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lang="en-US" sz="3900" b="true" i="false" kern="1200" cap="all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</a:t>
            </a:r>
            <a:endParaRPr lang="en-US" altLang="zh-CN" noProof="false"/>
          </a:p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姓名</a:t>
            </a:r>
            <a:endParaRPr lang="en-US" noProof="false"/>
          </a:p>
        </p:txBody>
      </p:sp>
      <p:sp>
        <p:nvSpPr>
          <p:cNvPr id="2645" name="Text Placeholder 15"/>
          <p:cNvSpPr>
            <a:spLocks noGrp="true"/>
          </p:cNvSpPr>
          <p:nvPr>
            <p:ph type="body" sz="quarter" idx="18" hasCustomPrompt="true"/>
          </p:nvPr>
        </p:nvSpPr>
        <p:spPr>
          <a:xfrm>
            <a:off x="2775585" y="4114961"/>
            <a:ext cx="2019935" cy="480396"/>
          </a:xfrm>
        </p:spPr>
        <p:txBody>
          <a:bodyPr>
            <a:noAutofit/>
          </a:bodyPr>
          <a:lstStyle>
            <a:lvl1pPr marL="0" indent="0" algn="ctr">
              <a:buNone/>
              <a:defRPr lang="en-US" sz="1500" b="false" kern="1200" noProof="false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+mn-cs"/>
              </a:defRPr>
            </a:lvl1pPr>
          </a:lstStyle>
          <a:p>
            <a:pPr lvl="0"/>
            <a:r>
              <a:rPr lang="en-US" altLang="zh-CN" noProof="false" err="true"/>
              <a:t>请输入职称</a:t>
            </a:r>
            <a:endParaRPr lang="en-US" altLang="zh-CN" noProof="false"/>
          </a:p>
        </p:txBody>
      </p:sp>
      <p:sp>
        <p:nvSpPr>
          <p:cNvPr id="2646" name="Text Placeholder 13"/>
          <p:cNvSpPr>
            <a:spLocks noGrp="true"/>
          </p:cNvSpPr>
          <p:nvPr>
            <p:ph type="body" sz="quarter" idx="19" hasCustomPrompt="true"/>
          </p:nvPr>
        </p:nvSpPr>
        <p:spPr>
          <a:xfrm>
            <a:off x="5086032" y="2906175"/>
            <a:ext cx="2019935" cy="1028286"/>
          </a:xfrm>
        </p:spPr>
        <p:txBody>
          <a:bodyPr>
            <a:no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lang="en-US" sz="3900" b="true" i="false" kern="1200" cap="all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</a:t>
            </a:r>
            <a:endParaRPr lang="en-US" altLang="zh-CN" noProof="false"/>
          </a:p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姓名</a:t>
            </a:r>
            <a:endParaRPr lang="en-US" noProof="false"/>
          </a:p>
        </p:txBody>
      </p:sp>
      <p:sp>
        <p:nvSpPr>
          <p:cNvPr id="2647" name="Text Placeholder 15"/>
          <p:cNvSpPr>
            <a:spLocks noGrp="true"/>
          </p:cNvSpPr>
          <p:nvPr>
            <p:ph type="body" sz="quarter" idx="20" hasCustomPrompt="true"/>
          </p:nvPr>
        </p:nvSpPr>
        <p:spPr>
          <a:xfrm>
            <a:off x="5086032" y="4114961"/>
            <a:ext cx="2019935" cy="480396"/>
          </a:xfrm>
        </p:spPr>
        <p:txBody>
          <a:bodyPr>
            <a:noAutofit/>
          </a:bodyPr>
          <a:lstStyle>
            <a:lvl1pPr marL="0" indent="0" algn="ctr">
              <a:buNone/>
              <a:defRPr lang="en-US" sz="1500" b="false" kern="1200" noProof="false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+mn-cs"/>
              </a:defRPr>
            </a:lvl1pPr>
          </a:lstStyle>
          <a:p>
            <a:pPr lvl="0"/>
            <a:r>
              <a:rPr lang="en-US" altLang="zh-CN" noProof="false" err="true"/>
              <a:t>请输入职称</a:t>
            </a:r>
            <a:endParaRPr lang="en-US" altLang="zh-CN" noProof="false"/>
          </a:p>
        </p:txBody>
      </p:sp>
      <p:sp>
        <p:nvSpPr>
          <p:cNvPr id="2648" name="Text Placeholder 13"/>
          <p:cNvSpPr>
            <a:spLocks noGrp="true"/>
          </p:cNvSpPr>
          <p:nvPr>
            <p:ph type="body" sz="quarter" idx="21" hasCustomPrompt="true"/>
          </p:nvPr>
        </p:nvSpPr>
        <p:spPr>
          <a:xfrm>
            <a:off x="7396479" y="2906175"/>
            <a:ext cx="2019935" cy="1028286"/>
          </a:xfrm>
        </p:spPr>
        <p:txBody>
          <a:bodyPr>
            <a:no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lang="en-US" sz="3900" b="true" i="false" kern="1200" cap="all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</a:t>
            </a:r>
            <a:endParaRPr lang="en-US" altLang="zh-CN" noProof="false"/>
          </a:p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姓名</a:t>
            </a:r>
            <a:endParaRPr lang="en-US" noProof="false"/>
          </a:p>
        </p:txBody>
      </p:sp>
      <p:sp>
        <p:nvSpPr>
          <p:cNvPr id="2649" name="Text Placeholder 15"/>
          <p:cNvSpPr>
            <a:spLocks noGrp="true"/>
          </p:cNvSpPr>
          <p:nvPr>
            <p:ph type="body" sz="quarter" idx="22" hasCustomPrompt="true"/>
          </p:nvPr>
        </p:nvSpPr>
        <p:spPr>
          <a:xfrm>
            <a:off x="7396479" y="4114961"/>
            <a:ext cx="2019935" cy="480396"/>
          </a:xfrm>
        </p:spPr>
        <p:txBody>
          <a:bodyPr>
            <a:noAutofit/>
          </a:bodyPr>
          <a:lstStyle>
            <a:lvl1pPr marL="0" indent="0" algn="ctr">
              <a:buNone/>
              <a:defRPr lang="en-US" sz="1500" b="false" kern="1200" noProof="false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+mn-cs"/>
              </a:defRPr>
            </a:lvl1pPr>
          </a:lstStyle>
          <a:p>
            <a:pPr lvl="0"/>
            <a:r>
              <a:rPr lang="en-US" altLang="zh-CN" noProof="false" err="true"/>
              <a:t>请输入职称</a:t>
            </a:r>
            <a:endParaRPr lang="en-US" altLang="zh-CN" noProof="false"/>
          </a:p>
        </p:txBody>
      </p:sp>
      <p:sp>
        <p:nvSpPr>
          <p:cNvPr id="2650" name="Text Placeholder 13"/>
          <p:cNvSpPr>
            <a:spLocks noGrp="true"/>
          </p:cNvSpPr>
          <p:nvPr>
            <p:ph type="body" sz="quarter" idx="23" hasCustomPrompt="true"/>
          </p:nvPr>
        </p:nvSpPr>
        <p:spPr>
          <a:xfrm>
            <a:off x="9706926" y="2906175"/>
            <a:ext cx="2019935" cy="1028286"/>
          </a:xfrm>
        </p:spPr>
        <p:txBody>
          <a:bodyPr>
            <a:no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lang="en-US" sz="3900" b="true" i="false" kern="1200" cap="all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</a:t>
            </a:r>
            <a:endParaRPr lang="en-US" altLang="zh-CN" noProof="false"/>
          </a:p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姓名</a:t>
            </a:r>
            <a:endParaRPr lang="en-US" noProof="false"/>
          </a:p>
        </p:txBody>
      </p:sp>
      <p:sp>
        <p:nvSpPr>
          <p:cNvPr id="2651" name="Text Placeholder 15"/>
          <p:cNvSpPr>
            <a:spLocks noGrp="true"/>
          </p:cNvSpPr>
          <p:nvPr>
            <p:ph type="body" sz="quarter" idx="24" hasCustomPrompt="true"/>
          </p:nvPr>
        </p:nvSpPr>
        <p:spPr>
          <a:xfrm>
            <a:off x="9706926" y="4114961"/>
            <a:ext cx="2019935" cy="480396"/>
          </a:xfrm>
        </p:spPr>
        <p:txBody>
          <a:bodyPr>
            <a:noAutofit/>
          </a:bodyPr>
          <a:lstStyle>
            <a:lvl1pPr marL="0" indent="0" algn="ctr">
              <a:buNone/>
              <a:defRPr lang="en-US" sz="1500" b="false" kern="1200" noProof="false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+mn-cs"/>
              </a:defRPr>
            </a:lvl1pPr>
          </a:lstStyle>
          <a:p>
            <a:pPr lvl="0"/>
            <a:r>
              <a:rPr lang="en-US" altLang="zh-CN" noProof="false" err="true"/>
              <a:t>请输入职称</a:t>
            </a:r>
            <a:endParaRPr lang="en-US" altLang="zh-CN" noProof="false"/>
          </a:p>
        </p:txBody>
      </p:sp>
      <p:sp>
        <p:nvSpPr>
          <p:cNvPr id="2652" name="Text Placeholder 11"/>
          <p:cNvSpPr>
            <a:spLocks noGrp="true"/>
          </p:cNvSpPr>
          <p:nvPr>
            <p:ph type="body" sz="quarter" idx="14"/>
          </p:nvPr>
        </p:nvSpPr>
        <p:spPr>
          <a:xfrm>
            <a:off x="3316287" y="506423"/>
            <a:ext cx="5588000" cy="226209"/>
          </a:xfrm>
        </p:spPr>
        <p:txBody>
          <a:bodyPr>
            <a:noAutofit/>
          </a:bodyPr>
          <a:lstStyle>
            <a:lvl1pPr marL="0" indent="0" algn="ctr">
              <a:buNone/>
              <a:defRPr sz="1000" b="false" i="false" cap="all" spc="150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noProof="false"/>
              <a:t>Click to edit Master text styles</a:t>
            </a:r>
            <a:endParaRPr lang="en-US" noProof="false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p="http://schemas.openxmlformats.org/presentationml/2006/main">
  <p:cSld name="6 text profiles">
    <p:spTree>
      <p:nvGrpSpPr>
        <p:cNvPr id="265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9" name="Slide Number Placeholder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2660" name="Text Placeholder 13"/>
          <p:cNvSpPr>
            <a:spLocks noGrp="true"/>
          </p:cNvSpPr>
          <p:nvPr>
            <p:ph type="body" sz="quarter" idx="15" hasCustomPrompt="true"/>
          </p:nvPr>
        </p:nvSpPr>
        <p:spPr>
          <a:xfrm>
            <a:off x="1444625" y="1798089"/>
            <a:ext cx="2019935" cy="1028286"/>
          </a:xfrm>
        </p:spPr>
        <p:txBody>
          <a:bodyPr>
            <a:no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lang="en-US" sz="3900" b="true" i="false" kern="1200" cap="all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</a:t>
            </a:r>
            <a:endParaRPr lang="en-US" altLang="zh-CN" noProof="false"/>
          </a:p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姓名</a:t>
            </a:r>
            <a:endParaRPr lang="en-US" noProof="false"/>
          </a:p>
        </p:txBody>
      </p:sp>
      <p:sp>
        <p:nvSpPr>
          <p:cNvPr id="2661" name="Text Placeholder 15"/>
          <p:cNvSpPr>
            <a:spLocks noGrp="true"/>
          </p:cNvSpPr>
          <p:nvPr>
            <p:ph type="body" sz="quarter" idx="16" hasCustomPrompt="true"/>
          </p:nvPr>
        </p:nvSpPr>
        <p:spPr>
          <a:xfrm>
            <a:off x="1444625" y="3006875"/>
            <a:ext cx="2019935" cy="480396"/>
          </a:xfrm>
        </p:spPr>
        <p:txBody>
          <a:bodyPr>
            <a:noAutofit/>
          </a:bodyPr>
          <a:lstStyle>
            <a:lvl1pPr marL="0" indent="0" algn="ctr">
              <a:buNone/>
              <a:defRPr lang="en-US" altLang="zh-CN" sz="1500" b="false" i="false" kern="1200" noProof="false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+mn-cs"/>
              </a:defRPr>
            </a:lvl1pPr>
          </a:lstStyle>
          <a:p>
            <a:pPr lvl="0"/>
            <a:r>
              <a:rPr lang="en-US" altLang="zh-CN" noProof="false" err="true"/>
              <a:t>请输入职位</a:t>
            </a:r>
            <a:endParaRPr lang="en-US" altLang="zh-CN" noProof="false"/>
          </a:p>
        </p:txBody>
      </p:sp>
      <p:sp>
        <p:nvSpPr>
          <p:cNvPr id="2662" name="Text Placeholder 13"/>
          <p:cNvSpPr>
            <a:spLocks noGrp="true"/>
          </p:cNvSpPr>
          <p:nvPr>
            <p:ph type="body" sz="quarter" idx="17" hasCustomPrompt="true"/>
          </p:nvPr>
        </p:nvSpPr>
        <p:spPr>
          <a:xfrm>
            <a:off x="5085079" y="1798089"/>
            <a:ext cx="2019935" cy="1028286"/>
          </a:xfrm>
        </p:spPr>
        <p:txBody>
          <a:bodyPr>
            <a:no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lang="en-US" sz="3900" b="true" i="false" kern="1200" cap="all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</a:t>
            </a:r>
            <a:endParaRPr lang="en-US" altLang="zh-CN" noProof="false"/>
          </a:p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姓名</a:t>
            </a:r>
            <a:endParaRPr lang="en-US" altLang="zh-CN" noProof="false"/>
          </a:p>
        </p:txBody>
      </p:sp>
      <p:sp>
        <p:nvSpPr>
          <p:cNvPr id="2663" name="Text Placeholder 15"/>
          <p:cNvSpPr>
            <a:spLocks noGrp="true"/>
          </p:cNvSpPr>
          <p:nvPr>
            <p:ph type="body" sz="quarter" idx="18" hasCustomPrompt="true"/>
          </p:nvPr>
        </p:nvSpPr>
        <p:spPr>
          <a:xfrm>
            <a:off x="5085079" y="3006875"/>
            <a:ext cx="2019935" cy="480396"/>
          </a:xfrm>
        </p:spPr>
        <p:txBody>
          <a:bodyPr>
            <a:noAutofit/>
          </a:bodyPr>
          <a:lstStyle>
            <a:lvl1pPr marL="0" indent="0" algn="ctr">
              <a:buNone/>
              <a:defRPr lang="en-US" altLang="zh-CN" sz="1500" b="false" i="false" kern="1200" noProof="false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+mn-cs"/>
              </a:defRPr>
            </a:lvl1pPr>
          </a:lstStyle>
          <a:p>
            <a:pPr lvl="0"/>
            <a:r>
              <a:rPr lang="en-US" altLang="zh-CN" noProof="false" err="true"/>
              <a:t>请输入职位</a:t>
            </a:r>
            <a:endParaRPr lang="en-US" altLang="zh-CN" noProof="false"/>
          </a:p>
        </p:txBody>
      </p:sp>
      <p:sp>
        <p:nvSpPr>
          <p:cNvPr id="2664" name="Text Placeholder 13"/>
          <p:cNvSpPr>
            <a:spLocks noGrp="true"/>
          </p:cNvSpPr>
          <p:nvPr>
            <p:ph type="body" sz="quarter" idx="19" hasCustomPrompt="true"/>
          </p:nvPr>
        </p:nvSpPr>
        <p:spPr>
          <a:xfrm>
            <a:off x="8727440" y="1798089"/>
            <a:ext cx="2019935" cy="1028286"/>
          </a:xfrm>
        </p:spPr>
        <p:txBody>
          <a:bodyPr>
            <a:no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lang="en-US" sz="3900" b="true" i="false" kern="1200" cap="all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</a:t>
            </a:r>
            <a:endParaRPr lang="en-US" altLang="zh-CN" noProof="false"/>
          </a:p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姓名</a:t>
            </a:r>
            <a:endParaRPr lang="en-US" altLang="zh-CN" noProof="false"/>
          </a:p>
        </p:txBody>
      </p:sp>
      <p:sp>
        <p:nvSpPr>
          <p:cNvPr id="2665" name="Text Placeholder 15"/>
          <p:cNvSpPr>
            <a:spLocks noGrp="true"/>
          </p:cNvSpPr>
          <p:nvPr>
            <p:ph type="body" sz="quarter" idx="20" hasCustomPrompt="true"/>
          </p:nvPr>
        </p:nvSpPr>
        <p:spPr>
          <a:xfrm>
            <a:off x="8727440" y="3006875"/>
            <a:ext cx="2019935" cy="480396"/>
          </a:xfrm>
        </p:spPr>
        <p:txBody>
          <a:bodyPr>
            <a:noAutofit/>
          </a:bodyPr>
          <a:lstStyle>
            <a:lvl1pPr marL="0" indent="0" algn="ctr">
              <a:buNone/>
              <a:defRPr lang="en-US" altLang="zh-CN" sz="1500" b="false" i="false" kern="1200" noProof="false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+mn-cs"/>
              </a:defRPr>
            </a:lvl1pPr>
          </a:lstStyle>
          <a:p>
            <a:pPr lvl="0"/>
            <a:r>
              <a:rPr lang="en-US" altLang="zh-CN" noProof="false" err="true"/>
              <a:t>请输入职位</a:t>
            </a:r>
            <a:endParaRPr lang="en-US" altLang="zh-CN" noProof="false"/>
          </a:p>
        </p:txBody>
      </p:sp>
      <p:sp>
        <p:nvSpPr>
          <p:cNvPr id="2666" name="Text Placeholder 13"/>
          <p:cNvSpPr>
            <a:spLocks noGrp="true"/>
          </p:cNvSpPr>
          <p:nvPr>
            <p:ph type="body" sz="quarter" idx="21" hasCustomPrompt="true"/>
          </p:nvPr>
        </p:nvSpPr>
        <p:spPr>
          <a:xfrm>
            <a:off x="1444625" y="3921645"/>
            <a:ext cx="2019935" cy="1028286"/>
          </a:xfrm>
        </p:spPr>
        <p:txBody>
          <a:bodyPr>
            <a:no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lang="en-US" sz="3900" b="true" i="false" kern="1200" cap="all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</a:t>
            </a:r>
            <a:endParaRPr lang="en-US" altLang="zh-CN" noProof="false"/>
          </a:p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姓名</a:t>
            </a:r>
            <a:endParaRPr lang="en-US" altLang="zh-CN" noProof="false"/>
          </a:p>
        </p:txBody>
      </p:sp>
      <p:sp>
        <p:nvSpPr>
          <p:cNvPr id="2667" name="Text Placeholder 15"/>
          <p:cNvSpPr>
            <a:spLocks noGrp="true"/>
          </p:cNvSpPr>
          <p:nvPr>
            <p:ph type="body" sz="quarter" idx="22" hasCustomPrompt="true"/>
          </p:nvPr>
        </p:nvSpPr>
        <p:spPr>
          <a:xfrm>
            <a:off x="1444625" y="5130431"/>
            <a:ext cx="2019935" cy="480396"/>
          </a:xfrm>
        </p:spPr>
        <p:txBody>
          <a:bodyPr>
            <a:noAutofit/>
          </a:bodyPr>
          <a:lstStyle>
            <a:lvl1pPr marL="0" indent="0" algn="ctr">
              <a:buNone/>
              <a:defRPr lang="en-US" altLang="zh-CN" sz="1500" b="false" i="false" kern="1200" noProof="false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+mn-cs"/>
              </a:defRPr>
            </a:lvl1pPr>
          </a:lstStyle>
          <a:p>
            <a:pPr lvl="0"/>
            <a:r>
              <a:rPr lang="en-US" altLang="zh-CN" noProof="false" err="true"/>
              <a:t>请输入职位</a:t>
            </a:r>
            <a:endParaRPr lang="en-US" altLang="zh-CN" noProof="false"/>
          </a:p>
        </p:txBody>
      </p:sp>
      <p:sp>
        <p:nvSpPr>
          <p:cNvPr id="2668" name="Text Placeholder 13"/>
          <p:cNvSpPr>
            <a:spLocks noGrp="true"/>
          </p:cNvSpPr>
          <p:nvPr>
            <p:ph type="body" sz="quarter" idx="23" hasCustomPrompt="true"/>
          </p:nvPr>
        </p:nvSpPr>
        <p:spPr>
          <a:xfrm>
            <a:off x="5085079" y="3921645"/>
            <a:ext cx="2019935" cy="1028286"/>
          </a:xfrm>
        </p:spPr>
        <p:txBody>
          <a:bodyPr>
            <a:no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lang="en-US" sz="3900" b="true" i="false" kern="1200" cap="all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</a:t>
            </a:r>
            <a:endParaRPr lang="en-US" altLang="zh-CN" noProof="false"/>
          </a:p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姓名</a:t>
            </a:r>
            <a:endParaRPr lang="en-US" altLang="zh-CN" noProof="false"/>
          </a:p>
        </p:txBody>
      </p:sp>
      <p:sp>
        <p:nvSpPr>
          <p:cNvPr id="2669" name="Text Placeholder 15"/>
          <p:cNvSpPr>
            <a:spLocks noGrp="true"/>
          </p:cNvSpPr>
          <p:nvPr>
            <p:ph type="body" sz="quarter" idx="24" hasCustomPrompt="true"/>
          </p:nvPr>
        </p:nvSpPr>
        <p:spPr>
          <a:xfrm>
            <a:off x="5085079" y="5130431"/>
            <a:ext cx="2019935" cy="480396"/>
          </a:xfrm>
        </p:spPr>
        <p:txBody>
          <a:bodyPr>
            <a:noAutofit/>
          </a:bodyPr>
          <a:lstStyle>
            <a:lvl1pPr marL="0" indent="0" algn="ctr">
              <a:buNone/>
              <a:defRPr lang="en-US" altLang="zh-CN" sz="1500" b="false" i="false" kern="1200" noProof="false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+mn-cs"/>
              </a:defRPr>
            </a:lvl1pPr>
          </a:lstStyle>
          <a:p>
            <a:pPr lvl="0"/>
            <a:r>
              <a:rPr lang="en-US" altLang="zh-CN" noProof="false" err="true"/>
              <a:t>请输入职位</a:t>
            </a:r>
            <a:endParaRPr lang="en-US" altLang="zh-CN" noProof="false"/>
          </a:p>
        </p:txBody>
      </p:sp>
      <p:sp>
        <p:nvSpPr>
          <p:cNvPr id="2670" name="Text Placeholder 13"/>
          <p:cNvSpPr>
            <a:spLocks noGrp="true"/>
          </p:cNvSpPr>
          <p:nvPr>
            <p:ph type="body" sz="quarter" idx="25" hasCustomPrompt="true"/>
          </p:nvPr>
        </p:nvSpPr>
        <p:spPr>
          <a:xfrm>
            <a:off x="8727440" y="3921645"/>
            <a:ext cx="2019935" cy="1028286"/>
          </a:xfrm>
        </p:spPr>
        <p:txBody>
          <a:bodyPr>
            <a:no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lang="en-US" sz="3900" b="true" i="false" kern="1200" cap="all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</a:t>
            </a:r>
            <a:endParaRPr lang="en-US" altLang="zh-CN" noProof="false"/>
          </a:p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姓名</a:t>
            </a:r>
            <a:endParaRPr lang="en-US" altLang="zh-CN" noProof="false"/>
          </a:p>
        </p:txBody>
      </p:sp>
      <p:sp>
        <p:nvSpPr>
          <p:cNvPr id="2671" name="Text Placeholder 15"/>
          <p:cNvSpPr>
            <a:spLocks noGrp="true"/>
          </p:cNvSpPr>
          <p:nvPr>
            <p:ph type="body" sz="quarter" idx="26" hasCustomPrompt="true"/>
          </p:nvPr>
        </p:nvSpPr>
        <p:spPr>
          <a:xfrm>
            <a:off x="8727440" y="5130431"/>
            <a:ext cx="2019935" cy="480396"/>
          </a:xfrm>
        </p:spPr>
        <p:txBody>
          <a:bodyPr>
            <a:noAutofit/>
          </a:bodyPr>
          <a:lstStyle>
            <a:lvl1pPr marL="0" indent="0" algn="ctr">
              <a:buNone/>
              <a:defRPr lang="en-US" altLang="zh-CN" sz="1500" b="false" i="false" kern="1200" noProof="false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+mn-cs"/>
              </a:defRPr>
            </a:lvl1pPr>
          </a:lstStyle>
          <a:p>
            <a:pPr lvl="0"/>
            <a:r>
              <a:rPr lang="en-US" altLang="zh-CN" noProof="false" err="true"/>
              <a:t>请输入职位</a:t>
            </a:r>
            <a:endParaRPr lang="en-US" altLang="zh-CN" noProof="false"/>
          </a:p>
        </p:txBody>
      </p:sp>
      <p:sp>
        <p:nvSpPr>
          <p:cNvPr id="2672" name="Text Placeholder 11"/>
          <p:cNvSpPr>
            <a:spLocks noGrp="true"/>
          </p:cNvSpPr>
          <p:nvPr>
            <p:ph type="body" sz="quarter" idx="14"/>
          </p:nvPr>
        </p:nvSpPr>
        <p:spPr>
          <a:xfrm>
            <a:off x="3316287" y="506423"/>
            <a:ext cx="5588000" cy="226209"/>
          </a:xfrm>
        </p:spPr>
        <p:txBody>
          <a:bodyPr>
            <a:noAutofit/>
          </a:bodyPr>
          <a:lstStyle>
            <a:lvl1pPr marL="0" indent="0" algn="ctr">
              <a:buNone/>
              <a:defRPr sz="1000" b="false" i="false" cap="all" spc="150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noProof="false"/>
              <a:t>Click to edit Master text styles</a:t>
            </a:r>
            <a:endParaRPr lang="en-US" noProof="false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p="http://schemas.openxmlformats.org/presentationml/2006/main">
  <p:cSld name="2_6 text profiles">
    <p:bg>
      <p:bgPr>
        <a:solidFill>
          <a:schemeClr val="tx1"/>
        </a:solidFill>
        <a:effectLst/>
      </p:bgPr>
    </p:bg>
    <p:spTree>
      <p:nvGrpSpPr>
        <p:cNvPr id="267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4" name="Slide Number Placeholder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2675" name="Text Placeholder 13"/>
          <p:cNvSpPr>
            <a:spLocks noGrp="true"/>
          </p:cNvSpPr>
          <p:nvPr>
            <p:ph type="body" sz="quarter" idx="15" hasCustomPrompt="true"/>
          </p:nvPr>
        </p:nvSpPr>
        <p:spPr>
          <a:xfrm>
            <a:off x="1444625" y="1798089"/>
            <a:ext cx="2019935" cy="1028286"/>
          </a:xfrm>
        </p:spPr>
        <p:txBody>
          <a:bodyPr>
            <a:no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lang="en-US" sz="3900" b="true" i="false" kern="1200" cap="all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</a:t>
            </a:r>
            <a:endParaRPr lang="en-US" altLang="zh-CN" noProof="false"/>
          </a:p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姓名</a:t>
            </a:r>
            <a:endParaRPr lang="en-US" noProof="false"/>
          </a:p>
        </p:txBody>
      </p:sp>
      <p:sp>
        <p:nvSpPr>
          <p:cNvPr id="2676" name="Text Placeholder 15"/>
          <p:cNvSpPr>
            <a:spLocks noGrp="true"/>
          </p:cNvSpPr>
          <p:nvPr>
            <p:ph type="body" sz="quarter" idx="16" hasCustomPrompt="true"/>
          </p:nvPr>
        </p:nvSpPr>
        <p:spPr>
          <a:xfrm>
            <a:off x="1444625" y="3006875"/>
            <a:ext cx="2019935" cy="480396"/>
          </a:xfrm>
        </p:spPr>
        <p:txBody>
          <a:bodyPr>
            <a:noAutofit/>
          </a:bodyPr>
          <a:lstStyle>
            <a:lvl1pPr marL="0" indent="0" algn="ctr">
              <a:buNone/>
              <a:defRPr lang="en-US" sz="1500" b="false" kern="1200" noProof="false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+mn-cs"/>
              </a:defRPr>
            </a:lvl1pPr>
          </a:lstStyle>
          <a:p>
            <a:pPr lvl="0"/>
            <a:r>
              <a:rPr lang="en-US" altLang="zh-CN" noProof="false" err="true"/>
              <a:t>请输入职称</a:t>
            </a:r>
            <a:endParaRPr lang="en-US" altLang="zh-CN" noProof="false"/>
          </a:p>
        </p:txBody>
      </p:sp>
      <p:sp>
        <p:nvSpPr>
          <p:cNvPr id="2677" name="Text Placeholder 13"/>
          <p:cNvSpPr>
            <a:spLocks noGrp="true"/>
          </p:cNvSpPr>
          <p:nvPr>
            <p:ph type="body" sz="quarter" idx="17" hasCustomPrompt="true"/>
          </p:nvPr>
        </p:nvSpPr>
        <p:spPr>
          <a:xfrm>
            <a:off x="5085079" y="1798089"/>
            <a:ext cx="2019935" cy="1028286"/>
          </a:xfrm>
        </p:spPr>
        <p:txBody>
          <a:bodyPr>
            <a:no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lang="en-US" sz="3900" b="true" i="false" kern="1200" cap="all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</a:t>
            </a:r>
            <a:endParaRPr lang="en-US" altLang="zh-CN" noProof="false"/>
          </a:p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姓名</a:t>
            </a:r>
            <a:endParaRPr lang="en-US" noProof="false"/>
          </a:p>
        </p:txBody>
      </p:sp>
      <p:sp>
        <p:nvSpPr>
          <p:cNvPr id="2678" name="Text Placeholder 15"/>
          <p:cNvSpPr>
            <a:spLocks noGrp="true"/>
          </p:cNvSpPr>
          <p:nvPr>
            <p:ph type="body" sz="quarter" idx="18" hasCustomPrompt="true"/>
          </p:nvPr>
        </p:nvSpPr>
        <p:spPr>
          <a:xfrm>
            <a:off x="5085079" y="3006875"/>
            <a:ext cx="2019935" cy="480396"/>
          </a:xfrm>
        </p:spPr>
        <p:txBody>
          <a:bodyPr>
            <a:noAutofit/>
          </a:bodyPr>
          <a:lstStyle>
            <a:lvl1pPr marL="0" indent="0" algn="ctr">
              <a:buNone/>
              <a:defRPr lang="en-US" sz="1500" b="false" kern="1200" noProof="false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+mn-cs"/>
              </a:defRPr>
            </a:lvl1pPr>
          </a:lstStyle>
          <a:p>
            <a:pPr lvl="0"/>
            <a:r>
              <a:rPr lang="en-US" altLang="zh-CN" noProof="false" err="true"/>
              <a:t>请输入职称</a:t>
            </a:r>
            <a:endParaRPr lang="en-US" altLang="zh-CN" noProof="false"/>
          </a:p>
        </p:txBody>
      </p:sp>
      <p:sp>
        <p:nvSpPr>
          <p:cNvPr id="2679" name="Text Placeholder 13"/>
          <p:cNvSpPr>
            <a:spLocks noGrp="true"/>
          </p:cNvSpPr>
          <p:nvPr>
            <p:ph type="body" sz="quarter" idx="19" hasCustomPrompt="true"/>
          </p:nvPr>
        </p:nvSpPr>
        <p:spPr>
          <a:xfrm>
            <a:off x="8727440" y="1798089"/>
            <a:ext cx="2019935" cy="1028286"/>
          </a:xfrm>
        </p:spPr>
        <p:txBody>
          <a:bodyPr>
            <a:no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lang="en-US" sz="3900" b="true" i="false" kern="1200" cap="all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</a:t>
            </a:r>
            <a:endParaRPr lang="en-US" altLang="zh-CN" noProof="false"/>
          </a:p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姓名</a:t>
            </a:r>
            <a:endParaRPr lang="en-US" noProof="false"/>
          </a:p>
        </p:txBody>
      </p:sp>
      <p:sp>
        <p:nvSpPr>
          <p:cNvPr id="2680" name="Text Placeholder 15"/>
          <p:cNvSpPr>
            <a:spLocks noGrp="true"/>
          </p:cNvSpPr>
          <p:nvPr>
            <p:ph type="body" sz="quarter" idx="20" hasCustomPrompt="true"/>
          </p:nvPr>
        </p:nvSpPr>
        <p:spPr>
          <a:xfrm>
            <a:off x="8727440" y="3006875"/>
            <a:ext cx="2019935" cy="480396"/>
          </a:xfrm>
        </p:spPr>
        <p:txBody>
          <a:bodyPr>
            <a:noAutofit/>
          </a:bodyPr>
          <a:lstStyle>
            <a:lvl1pPr marL="0" indent="0" algn="ctr">
              <a:buNone/>
              <a:defRPr lang="en-US" sz="1500" b="false" kern="1200" noProof="false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+mn-cs"/>
              </a:defRPr>
            </a:lvl1pPr>
          </a:lstStyle>
          <a:p>
            <a:pPr lvl="0"/>
            <a:r>
              <a:rPr lang="en-US" altLang="zh-CN" noProof="false" err="true"/>
              <a:t>请输入职称</a:t>
            </a:r>
            <a:endParaRPr lang="en-US" altLang="zh-CN" noProof="false"/>
          </a:p>
        </p:txBody>
      </p:sp>
      <p:sp>
        <p:nvSpPr>
          <p:cNvPr id="2681" name="Text Placeholder 13"/>
          <p:cNvSpPr>
            <a:spLocks noGrp="true"/>
          </p:cNvSpPr>
          <p:nvPr>
            <p:ph type="body" sz="quarter" idx="21" hasCustomPrompt="true"/>
          </p:nvPr>
        </p:nvSpPr>
        <p:spPr>
          <a:xfrm>
            <a:off x="1444625" y="3921645"/>
            <a:ext cx="2019935" cy="1028286"/>
          </a:xfrm>
        </p:spPr>
        <p:txBody>
          <a:bodyPr>
            <a:no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lang="en-US" sz="3900" b="true" i="false" kern="1200" cap="all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</a:t>
            </a:r>
            <a:endParaRPr lang="en-US" altLang="zh-CN" noProof="false"/>
          </a:p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姓名</a:t>
            </a:r>
            <a:endParaRPr lang="en-US" noProof="false"/>
          </a:p>
        </p:txBody>
      </p:sp>
      <p:sp>
        <p:nvSpPr>
          <p:cNvPr id="2682" name="Text Placeholder 15"/>
          <p:cNvSpPr>
            <a:spLocks noGrp="true"/>
          </p:cNvSpPr>
          <p:nvPr>
            <p:ph type="body" sz="quarter" idx="22" hasCustomPrompt="true"/>
          </p:nvPr>
        </p:nvSpPr>
        <p:spPr>
          <a:xfrm>
            <a:off x="1444625" y="5130431"/>
            <a:ext cx="2019935" cy="480396"/>
          </a:xfrm>
        </p:spPr>
        <p:txBody>
          <a:bodyPr>
            <a:noAutofit/>
          </a:bodyPr>
          <a:lstStyle>
            <a:lvl1pPr marL="0" indent="0" algn="ctr">
              <a:buNone/>
              <a:defRPr lang="en-US" sz="1500" b="false" kern="1200" noProof="false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+mn-cs"/>
              </a:defRPr>
            </a:lvl1pPr>
          </a:lstStyle>
          <a:p>
            <a:pPr lvl="0"/>
            <a:r>
              <a:rPr lang="en-US" altLang="zh-CN" noProof="false" err="true"/>
              <a:t>请输入职称</a:t>
            </a:r>
            <a:endParaRPr lang="en-US" altLang="zh-CN" noProof="false"/>
          </a:p>
        </p:txBody>
      </p:sp>
      <p:sp>
        <p:nvSpPr>
          <p:cNvPr id="2683" name="Text Placeholder 13"/>
          <p:cNvSpPr>
            <a:spLocks noGrp="true"/>
          </p:cNvSpPr>
          <p:nvPr>
            <p:ph type="body" sz="quarter" idx="23" hasCustomPrompt="true"/>
          </p:nvPr>
        </p:nvSpPr>
        <p:spPr>
          <a:xfrm>
            <a:off x="5085079" y="3921645"/>
            <a:ext cx="2019935" cy="1028286"/>
          </a:xfrm>
        </p:spPr>
        <p:txBody>
          <a:bodyPr>
            <a:no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lang="en-US" sz="3900" b="true" i="false" kern="1200" cap="all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</a:t>
            </a:r>
            <a:endParaRPr lang="en-US" altLang="zh-CN" noProof="false"/>
          </a:p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姓名</a:t>
            </a:r>
            <a:endParaRPr lang="en-US" noProof="false"/>
          </a:p>
        </p:txBody>
      </p:sp>
      <p:sp>
        <p:nvSpPr>
          <p:cNvPr id="2684" name="Text Placeholder 15"/>
          <p:cNvSpPr>
            <a:spLocks noGrp="true"/>
          </p:cNvSpPr>
          <p:nvPr>
            <p:ph type="body" sz="quarter" idx="24" hasCustomPrompt="true"/>
          </p:nvPr>
        </p:nvSpPr>
        <p:spPr>
          <a:xfrm>
            <a:off x="5085079" y="5130431"/>
            <a:ext cx="2019935" cy="480396"/>
          </a:xfrm>
        </p:spPr>
        <p:txBody>
          <a:bodyPr>
            <a:noAutofit/>
          </a:bodyPr>
          <a:lstStyle>
            <a:lvl1pPr marL="0" indent="0" algn="ctr">
              <a:buNone/>
              <a:defRPr lang="en-US" sz="1500" b="false" kern="1200" noProof="false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+mn-cs"/>
              </a:defRPr>
            </a:lvl1pPr>
          </a:lstStyle>
          <a:p>
            <a:pPr lvl="0"/>
            <a:r>
              <a:rPr lang="en-US" altLang="zh-CN" noProof="false" err="true"/>
              <a:t>请输入职称</a:t>
            </a:r>
            <a:endParaRPr lang="en-US" altLang="zh-CN" noProof="false"/>
          </a:p>
        </p:txBody>
      </p:sp>
      <p:sp>
        <p:nvSpPr>
          <p:cNvPr id="2685" name="Text Placeholder 13"/>
          <p:cNvSpPr>
            <a:spLocks noGrp="true"/>
          </p:cNvSpPr>
          <p:nvPr>
            <p:ph type="body" sz="quarter" idx="25" hasCustomPrompt="true"/>
          </p:nvPr>
        </p:nvSpPr>
        <p:spPr>
          <a:xfrm>
            <a:off x="8727440" y="3921645"/>
            <a:ext cx="2019935" cy="1028286"/>
          </a:xfrm>
        </p:spPr>
        <p:txBody>
          <a:bodyPr>
            <a:no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lang="en-US" sz="3900" b="true" i="false" kern="1200" cap="all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</a:t>
            </a:r>
            <a:endParaRPr lang="en-US" altLang="zh-CN" noProof="false"/>
          </a:p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姓名</a:t>
            </a:r>
            <a:endParaRPr lang="en-US" noProof="false"/>
          </a:p>
        </p:txBody>
      </p:sp>
      <p:sp>
        <p:nvSpPr>
          <p:cNvPr id="2686" name="Text Placeholder 15"/>
          <p:cNvSpPr>
            <a:spLocks noGrp="true"/>
          </p:cNvSpPr>
          <p:nvPr>
            <p:ph type="body" sz="quarter" idx="26" hasCustomPrompt="true"/>
          </p:nvPr>
        </p:nvSpPr>
        <p:spPr>
          <a:xfrm>
            <a:off x="8727440" y="5130431"/>
            <a:ext cx="2019935" cy="480396"/>
          </a:xfrm>
        </p:spPr>
        <p:txBody>
          <a:bodyPr>
            <a:noAutofit/>
          </a:bodyPr>
          <a:lstStyle>
            <a:lvl1pPr marL="0" indent="0" algn="ctr">
              <a:buNone/>
              <a:defRPr lang="en-US" sz="1500" b="false" kern="1200" noProof="false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+mn-cs"/>
              </a:defRPr>
            </a:lvl1pPr>
          </a:lstStyle>
          <a:p>
            <a:pPr lvl="0"/>
            <a:r>
              <a:rPr lang="en-US" altLang="zh-CN" noProof="false" err="true"/>
              <a:t>请输入职称</a:t>
            </a:r>
            <a:endParaRPr lang="en-US" altLang="zh-CN" noProof="false"/>
          </a:p>
        </p:txBody>
      </p:sp>
      <p:sp>
        <p:nvSpPr>
          <p:cNvPr id="2687" name="Text Placeholder 11"/>
          <p:cNvSpPr>
            <a:spLocks noGrp="true"/>
          </p:cNvSpPr>
          <p:nvPr>
            <p:ph type="body" sz="quarter" idx="14"/>
          </p:nvPr>
        </p:nvSpPr>
        <p:spPr>
          <a:xfrm>
            <a:off x="3316287" y="506423"/>
            <a:ext cx="5588000" cy="226209"/>
          </a:xfrm>
        </p:spPr>
        <p:txBody>
          <a:bodyPr>
            <a:noAutofit/>
          </a:bodyPr>
          <a:lstStyle>
            <a:lvl1pPr marL="0" indent="0" algn="ctr">
              <a:buNone/>
              <a:defRPr sz="1000" b="false" i="false" cap="all" spc="150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noProof="false"/>
              <a:t>Click to edit Master text styles</a:t>
            </a:r>
            <a:endParaRPr lang="en-US" noProof="false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p="http://schemas.openxmlformats.org/presentationml/2006/main">
  <p:cSld name="Property slide 1">
    <p:spTree>
      <p:nvGrpSpPr>
        <p:cNvPr id="268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9" name="Slide Number Placeholder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2690" name="Picture Placeholder 9"/>
          <p:cNvSpPr>
            <a:spLocks noGrp="true"/>
          </p:cNvSpPr>
          <p:nvPr>
            <p:ph type="pic" sz="quarter" idx="13" hasCustomPrompt="true"/>
          </p:nvPr>
        </p:nvSpPr>
        <p:spPr>
          <a:xfrm>
            <a:off x="8046579" y="772671"/>
            <a:ext cx="1040396" cy="510469"/>
          </a:xfrm>
          <a:prstGeom prst="roundRect">
            <a:avLst>
              <a:gd name="adj" fmla="val 50000"/>
            </a:avLst>
          </a:prstGeom>
          <a:noFill/>
        </p:spPr>
        <p:txBody>
          <a:bodyPr anchor="ctr" anchorCtr="false">
            <a:noAutofit/>
          </a:bodyPr>
          <a:lstStyle>
            <a:lvl1pPr marL="0" indent="0" algn="ctr">
              <a:buNone/>
              <a:defRPr lang="en-US" sz="700" b="false" i="false" kern="1200" cap="all" baseline="0" noProof="false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单击插入图标</a:t>
            </a:r>
            <a:endParaRPr lang="zh-TW" altLang="en-US" noProof="false"/>
          </a:p>
        </p:txBody>
      </p:sp>
      <p:sp>
        <p:nvSpPr>
          <p:cNvPr id="2691" name="Text Placeholder 11"/>
          <p:cNvSpPr>
            <a:spLocks noGrp="true"/>
          </p:cNvSpPr>
          <p:nvPr>
            <p:ph type="body" sz="quarter" idx="14" hasCustomPrompt="true"/>
          </p:nvPr>
        </p:nvSpPr>
        <p:spPr>
          <a:xfrm>
            <a:off x="479425" y="2716847"/>
            <a:ext cx="4367213" cy="1214256"/>
          </a:xfrm>
        </p:spPr>
        <p:txBody>
          <a:bodyPr wrap="square">
            <a:noAutofit/>
          </a:bodyPr>
          <a:lstStyle>
            <a:lvl1pPr marL="0" indent="0" algn="l" fontAlgn="auto">
              <a:lnSpc>
                <a:spcPct val="90000"/>
              </a:lnSpc>
              <a:spcBef>
                <a:spcPts val="0"/>
              </a:spcBef>
              <a:buNone/>
              <a:defRPr lang="en-US" altLang="zh-TW" sz="32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  <a:lvl2pPr marL="0" indent="0">
              <a:spcBef>
                <a:spcPts val="1000"/>
              </a:spcBef>
              <a:buNone/>
              <a:defRPr sz="12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noProof="false" err="true"/>
              <a:t>请输入标题</a:t>
            </a:r>
            <a:endParaRPr lang="en-US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TW" noProof="false" err="true"/>
              <a:t>请输入标题</a:t>
            </a:r>
            <a:endParaRPr lang="en-US" altLang="zh-TW" noProof="false"/>
          </a:p>
        </p:txBody>
      </p:sp>
      <p:sp>
        <p:nvSpPr>
          <p:cNvPr id="2692" name="Picture Placeholder 9"/>
          <p:cNvSpPr>
            <a:spLocks noGrp="true"/>
          </p:cNvSpPr>
          <p:nvPr>
            <p:ph type="pic" sz="quarter" idx="15" hasCustomPrompt="true"/>
          </p:nvPr>
        </p:nvSpPr>
        <p:spPr>
          <a:xfrm>
            <a:off x="9981219" y="1303232"/>
            <a:ext cx="1040396" cy="510469"/>
          </a:xfrm>
          <a:prstGeom prst="roundRect">
            <a:avLst>
              <a:gd name="adj" fmla="val 50000"/>
            </a:avLst>
          </a:prstGeom>
          <a:noFill/>
        </p:spPr>
        <p:txBody>
          <a:bodyPr anchor="ctr" anchorCtr="false">
            <a:noAutofit/>
          </a:bodyPr>
          <a:lstStyle>
            <a:lvl1pPr marL="0" indent="0" algn="ctr">
              <a:buNone/>
              <a:defRPr lang="en-US" sz="700" b="false" i="false" kern="1200" cap="all" baseline="0" noProof="false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单击插入图标</a:t>
            </a:r>
            <a:endParaRPr lang="zh-TW" altLang="en-US" noProof="false"/>
          </a:p>
        </p:txBody>
      </p:sp>
      <p:sp>
        <p:nvSpPr>
          <p:cNvPr id="2693" name="Picture Placeholder 9"/>
          <p:cNvSpPr>
            <a:spLocks noGrp="true"/>
          </p:cNvSpPr>
          <p:nvPr>
            <p:ph type="pic" sz="quarter" idx="16" hasCustomPrompt="true"/>
          </p:nvPr>
        </p:nvSpPr>
        <p:spPr>
          <a:xfrm>
            <a:off x="10672179" y="2884507"/>
            <a:ext cx="1040396" cy="510469"/>
          </a:xfrm>
          <a:prstGeom prst="roundRect">
            <a:avLst>
              <a:gd name="adj" fmla="val 50000"/>
            </a:avLst>
          </a:prstGeom>
          <a:noFill/>
        </p:spPr>
        <p:txBody>
          <a:bodyPr anchor="ctr" anchorCtr="false">
            <a:noAutofit/>
          </a:bodyPr>
          <a:lstStyle>
            <a:lvl1pPr marL="0" indent="0" algn="ctr">
              <a:buNone/>
              <a:defRPr lang="en-US" sz="700" b="false" i="false" kern="1200" cap="all" baseline="0" noProof="false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单击插入图标</a:t>
            </a:r>
            <a:endParaRPr lang="zh-TW" altLang="en-US" noProof="false"/>
          </a:p>
        </p:txBody>
      </p:sp>
      <p:sp>
        <p:nvSpPr>
          <p:cNvPr id="2694" name="Picture Placeholder 9"/>
          <p:cNvSpPr>
            <a:spLocks noGrp="true"/>
          </p:cNvSpPr>
          <p:nvPr>
            <p:ph type="pic" sz="quarter" idx="17" hasCustomPrompt="true"/>
          </p:nvPr>
        </p:nvSpPr>
        <p:spPr>
          <a:xfrm>
            <a:off x="10452707" y="4319960"/>
            <a:ext cx="1040396" cy="510469"/>
          </a:xfrm>
          <a:prstGeom prst="roundRect">
            <a:avLst>
              <a:gd name="adj" fmla="val 50000"/>
            </a:avLst>
          </a:prstGeom>
          <a:noFill/>
        </p:spPr>
        <p:txBody>
          <a:bodyPr anchor="ctr" anchorCtr="false">
            <a:noAutofit/>
          </a:bodyPr>
          <a:lstStyle>
            <a:lvl1pPr marL="0" indent="0" algn="ctr">
              <a:buNone/>
              <a:defRPr lang="en-US" sz="700" b="false" i="false" kern="1200" cap="all" baseline="0" noProof="false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单击插入图标</a:t>
            </a:r>
            <a:endParaRPr lang="zh-TW" altLang="en-US" noProof="false"/>
          </a:p>
        </p:txBody>
      </p:sp>
      <p:sp>
        <p:nvSpPr>
          <p:cNvPr id="2695" name="Picture Placeholder 9"/>
          <p:cNvSpPr>
            <a:spLocks noGrp="true"/>
          </p:cNvSpPr>
          <p:nvPr>
            <p:ph type="pic" sz="quarter" idx="18" hasCustomPrompt="true"/>
          </p:nvPr>
        </p:nvSpPr>
        <p:spPr>
          <a:xfrm>
            <a:off x="9187046" y="5445422"/>
            <a:ext cx="1040396" cy="510469"/>
          </a:xfrm>
          <a:prstGeom prst="roundRect">
            <a:avLst>
              <a:gd name="adj" fmla="val 50000"/>
            </a:avLst>
          </a:prstGeom>
          <a:noFill/>
        </p:spPr>
        <p:txBody>
          <a:bodyPr anchor="ctr" anchorCtr="false">
            <a:noAutofit/>
          </a:bodyPr>
          <a:lstStyle>
            <a:lvl1pPr marL="0" indent="0" algn="ctr">
              <a:buNone/>
              <a:defRPr lang="en-US" sz="700" b="false" i="false" kern="1200" cap="all" baseline="0" noProof="false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单击插入图标</a:t>
            </a:r>
            <a:endParaRPr lang="zh-TW" altLang="en-US" noProof="false"/>
          </a:p>
        </p:txBody>
      </p:sp>
      <p:sp>
        <p:nvSpPr>
          <p:cNvPr id="2696" name="Picture Placeholder 9"/>
          <p:cNvSpPr>
            <a:spLocks noGrp="true"/>
          </p:cNvSpPr>
          <p:nvPr>
            <p:ph type="pic" sz="quarter" idx="19" hasCustomPrompt="true"/>
          </p:nvPr>
        </p:nvSpPr>
        <p:spPr>
          <a:xfrm>
            <a:off x="6900051" y="5445421"/>
            <a:ext cx="1040396" cy="510469"/>
          </a:xfrm>
          <a:prstGeom prst="roundRect">
            <a:avLst>
              <a:gd name="adj" fmla="val 50000"/>
            </a:avLst>
          </a:prstGeom>
          <a:noFill/>
        </p:spPr>
        <p:txBody>
          <a:bodyPr anchor="ctr" anchorCtr="false">
            <a:noAutofit/>
          </a:bodyPr>
          <a:lstStyle>
            <a:lvl1pPr marL="0" indent="0" algn="ctr">
              <a:buNone/>
              <a:defRPr lang="en-US" sz="700" b="false" i="false" kern="1200" cap="all" baseline="0" noProof="false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单击插入图标</a:t>
            </a:r>
            <a:endParaRPr lang="zh-TW" altLang="en-US" noProof="false"/>
          </a:p>
        </p:txBody>
      </p:sp>
      <p:sp>
        <p:nvSpPr>
          <p:cNvPr id="2697" name="Picture Placeholder 9"/>
          <p:cNvSpPr>
            <a:spLocks noGrp="true"/>
          </p:cNvSpPr>
          <p:nvPr>
            <p:ph type="pic" sz="quarter" idx="20" hasCustomPrompt="true"/>
          </p:nvPr>
        </p:nvSpPr>
        <p:spPr>
          <a:xfrm>
            <a:off x="5640451" y="4319959"/>
            <a:ext cx="1040396" cy="510469"/>
          </a:xfrm>
          <a:prstGeom prst="roundRect">
            <a:avLst>
              <a:gd name="adj" fmla="val 50000"/>
            </a:avLst>
          </a:prstGeom>
          <a:noFill/>
        </p:spPr>
        <p:txBody>
          <a:bodyPr anchor="ctr" anchorCtr="false">
            <a:noAutofit/>
          </a:bodyPr>
          <a:lstStyle>
            <a:lvl1pPr marL="0" indent="0" algn="ctr">
              <a:buNone/>
              <a:defRPr lang="en-US" sz="700" b="false" i="false" kern="1200" cap="all" baseline="0" noProof="false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单击插入图标</a:t>
            </a:r>
            <a:endParaRPr lang="zh-TW" altLang="en-US" noProof="false"/>
          </a:p>
        </p:txBody>
      </p:sp>
      <p:sp>
        <p:nvSpPr>
          <p:cNvPr id="2698" name="Picture Placeholder 9"/>
          <p:cNvSpPr>
            <a:spLocks noGrp="true"/>
          </p:cNvSpPr>
          <p:nvPr>
            <p:ph type="pic" sz="quarter" idx="21" hasCustomPrompt="true"/>
          </p:nvPr>
        </p:nvSpPr>
        <p:spPr>
          <a:xfrm>
            <a:off x="5386291" y="2922959"/>
            <a:ext cx="1040396" cy="510469"/>
          </a:xfrm>
          <a:prstGeom prst="roundRect">
            <a:avLst>
              <a:gd name="adj" fmla="val 50000"/>
            </a:avLst>
          </a:prstGeom>
          <a:noFill/>
        </p:spPr>
        <p:txBody>
          <a:bodyPr anchor="ctr" anchorCtr="false">
            <a:noAutofit/>
          </a:bodyPr>
          <a:lstStyle>
            <a:lvl1pPr marL="0" indent="0" algn="ctr">
              <a:buNone/>
              <a:defRPr lang="en-US" sz="700" b="false" i="false" kern="1200" cap="all" baseline="0" noProof="false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单击插入图标</a:t>
            </a:r>
            <a:endParaRPr lang="zh-TW" altLang="en-US" noProof="false"/>
          </a:p>
        </p:txBody>
      </p:sp>
      <p:sp>
        <p:nvSpPr>
          <p:cNvPr id="2699" name="Picture Placeholder 9"/>
          <p:cNvSpPr>
            <a:spLocks noGrp="true"/>
          </p:cNvSpPr>
          <p:nvPr>
            <p:ph type="pic" sz="quarter" idx="22" hasCustomPrompt="true"/>
          </p:nvPr>
        </p:nvSpPr>
        <p:spPr>
          <a:xfrm>
            <a:off x="6111939" y="1290443"/>
            <a:ext cx="1040396" cy="510469"/>
          </a:xfrm>
          <a:prstGeom prst="roundRect">
            <a:avLst>
              <a:gd name="adj" fmla="val 50000"/>
            </a:avLst>
          </a:prstGeom>
          <a:noFill/>
        </p:spPr>
        <p:txBody>
          <a:bodyPr anchor="ctr" anchorCtr="false">
            <a:noAutofit/>
          </a:bodyPr>
          <a:lstStyle>
            <a:lvl1pPr marL="0" indent="0" algn="ctr">
              <a:buNone/>
              <a:defRPr sz="7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单击插入图标</a:t>
            </a:r>
            <a:endParaRPr lang="zh-TW" altLang="en-US" noProof="false"/>
          </a:p>
        </p:txBody>
      </p:sp>
      <p:sp>
        <p:nvSpPr>
          <p:cNvPr id="2700" name="Text Placeholder 8"/>
          <p:cNvSpPr>
            <a:spLocks noGrp="true"/>
          </p:cNvSpPr>
          <p:nvPr>
            <p:ph type="body" sz="quarter" idx="23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noProof="false" err="true"/>
              <a:t>来源</a:t>
            </a:r>
            <a:r>
              <a:rPr lang="zh-CN" altLang="en-US" noProof="false"/>
              <a:t>：</a:t>
            </a:r>
            <a:endParaRPr lang="en-US" noProof="false"/>
          </a:p>
        </p:txBody>
      </p:sp>
      <p:sp>
        <p:nvSpPr>
          <p:cNvPr id="2701" name="Text Placeholder 6"/>
          <p:cNvSpPr>
            <a:spLocks noGrp="true"/>
          </p:cNvSpPr>
          <p:nvPr>
            <p:ph type="body" sz="quarter" idx="24" hasCustomPrompt="true"/>
          </p:nvPr>
        </p:nvSpPr>
        <p:spPr>
          <a:xfrm>
            <a:off x="479425" y="4093153"/>
            <a:ext cx="4367213" cy="1288180"/>
          </a:xfrm>
        </p:spPr>
        <p:txBody>
          <a:bodyPr/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 noProof="false" err="true"/>
              <a:t>请输入正文内容</a:t>
            </a:r>
            <a:endParaRPr lang="en-US" noProof="false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p="http://schemas.openxmlformats.org/presentationml/2006/main">
  <p:cSld name="2_Property slide 1">
    <p:bg>
      <p:bgPr>
        <a:solidFill>
          <a:schemeClr val="tx1"/>
        </a:solidFill>
        <a:effectLst/>
      </p:bgPr>
    </p:bg>
    <p:spTree>
      <p:nvGrpSpPr>
        <p:cNvPr id="270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3" name="Slide Number Placeholder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2704" name="Picture Placeholder 9"/>
          <p:cNvSpPr>
            <a:spLocks noGrp="true"/>
          </p:cNvSpPr>
          <p:nvPr>
            <p:ph type="pic" sz="quarter" idx="13" hasCustomPrompt="true"/>
          </p:nvPr>
        </p:nvSpPr>
        <p:spPr>
          <a:xfrm>
            <a:off x="8046579" y="772671"/>
            <a:ext cx="1040396" cy="510469"/>
          </a:xfrm>
          <a:prstGeom prst="roundRect">
            <a:avLst>
              <a:gd name="adj" fmla="val 50000"/>
            </a:avLst>
          </a:prstGeom>
          <a:noFill/>
        </p:spPr>
        <p:txBody>
          <a:bodyPr anchor="ctr" anchorCtr="false">
            <a:noAutofit/>
          </a:bodyPr>
          <a:lstStyle>
            <a:lvl1pPr marL="0" indent="0" algn="ctr">
              <a:buNone/>
              <a:defRPr lang="en-US" sz="700" b="false" i="false" kern="1200" cap="all" baseline="0" noProof="false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单击插入图标</a:t>
            </a:r>
            <a:endParaRPr lang="zh-TW" altLang="en-US" noProof="false"/>
          </a:p>
        </p:txBody>
      </p:sp>
      <p:sp>
        <p:nvSpPr>
          <p:cNvPr id="2705" name="Picture Placeholder 9"/>
          <p:cNvSpPr>
            <a:spLocks noGrp="true"/>
          </p:cNvSpPr>
          <p:nvPr>
            <p:ph type="pic" sz="quarter" idx="15" hasCustomPrompt="true"/>
          </p:nvPr>
        </p:nvSpPr>
        <p:spPr>
          <a:xfrm>
            <a:off x="9981219" y="1303232"/>
            <a:ext cx="1040396" cy="510469"/>
          </a:xfrm>
          <a:prstGeom prst="roundRect">
            <a:avLst>
              <a:gd name="adj" fmla="val 50000"/>
            </a:avLst>
          </a:prstGeom>
          <a:noFill/>
        </p:spPr>
        <p:txBody>
          <a:bodyPr anchor="ctr" anchorCtr="false">
            <a:noAutofit/>
          </a:bodyPr>
          <a:lstStyle>
            <a:lvl1pPr marL="0" indent="0" algn="ctr">
              <a:buNone/>
              <a:defRPr lang="en-US" sz="700" b="false" i="false" kern="1200" cap="all" baseline="0" noProof="false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单击插入图标</a:t>
            </a:r>
            <a:endParaRPr lang="zh-TW" altLang="en-US" noProof="false"/>
          </a:p>
        </p:txBody>
      </p:sp>
      <p:sp>
        <p:nvSpPr>
          <p:cNvPr id="2706" name="Picture Placeholder 9"/>
          <p:cNvSpPr>
            <a:spLocks noGrp="true"/>
          </p:cNvSpPr>
          <p:nvPr>
            <p:ph type="pic" sz="quarter" idx="16" hasCustomPrompt="true"/>
          </p:nvPr>
        </p:nvSpPr>
        <p:spPr>
          <a:xfrm>
            <a:off x="10672179" y="2884507"/>
            <a:ext cx="1040396" cy="510469"/>
          </a:xfrm>
          <a:prstGeom prst="roundRect">
            <a:avLst>
              <a:gd name="adj" fmla="val 50000"/>
            </a:avLst>
          </a:prstGeom>
          <a:noFill/>
        </p:spPr>
        <p:txBody>
          <a:bodyPr anchor="ctr" anchorCtr="false">
            <a:noAutofit/>
          </a:bodyPr>
          <a:lstStyle>
            <a:lvl1pPr marL="0" indent="0" algn="ctr">
              <a:buNone/>
              <a:defRPr lang="en-US" sz="700" b="false" i="false" kern="1200" cap="all" baseline="0" noProof="false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单击插入图标</a:t>
            </a:r>
            <a:endParaRPr lang="zh-TW" altLang="en-US" noProof="false"/>
          </a:p>
        </p:txBody>
      </p:sp>
      <p:sp>
        <p:nvSpPr>
          <p:cNvPr id="2707" name="Picture Placeholder 9"/>
          <p:cNvSpPr>
            <a:spLocks noGrp="true"/>
          </p:cNvSpPr>
          <p:nvPr>
            <p:ph type="pic" sz="quarter" idx="17" hasCustomPrompt="true"/>
          </p:nvPr>
        </p:nvSpPr>
        <p:spPr>
          <a:xfrm>
            <a:off x="10452707" y="4319960"/>
            <a:ext cx="1040396" cy="510469"/>
          </a:xfrm>
          <a:prstGeom prst="roundRect">
            <a:avLst>
              <a:gd name="adj" fmla="val 50000"/>
            </a:avLst>
          </a:prstGeom>
          <a:noFill/>
        </p:spPr>
        <p:txBody>
          <a:bodyPr anchor="ctr" anchorCtr="false">
            <a:noAutofit/>
          </a:bodyPr>
          <a:lstStyle>
            <a:lvl1pPr marL="0" indent="0" algn="ctr">
              <a:buNone/>
              <a:defRPr lang="en-US" sz="700" b="false" i="false" kern="1200" cap="all" baseline="0" noProof="false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单击插入图标</a:t>
            </a:r>
            <a:endParaRPr lang="zh-TW" altLang="en-US" noProof="false"/>
          </a:p>
        </p:txBody>
      </p:sp>
      <p:sp>
        <p:nvSpPr>
          <p:cNvPr id="2708" name="Picture Placeholder 9"/>
          <p:cNvSpPr>
            <a:spLocks noGrp="true"/>
          </p:cNvSpPr>
          <p:nvPr>
            <p:ph type="pic" sz="quarter" idx="18" hasCustomPrompt="true"/>
          </p:nvPr>
        </p:nvSpPr>
        <p:spPr>
          <a:xfrm>
            <a:off x="9187046" y="5445422"/>
            <a:ext cx="1040396" cy="510469"/>
          </a:xfrm>
          <a:prstGeom prst="roundRect">
            <a:avLst>
              <a:gd name="adj" fmla="val 50000"/>
            </a:avLst>
          </a:prstGeom>
          <a:noFill/>
        </p:spPr>
        <p:txBody>
          <a:bodyPr anchor="ctr" anchorCtr="false">
            <a:noAutofit/>
          </a:bodyPr>
          <a:lstStyle>
            <a:lvl1pPr marL="0" indent="0" algn="ctr">
              <a:buNone/>
              <a:defRPr lang="en-US" sz="700" b="false" i="false" kern="1200" cap="all" baseline="0" noProof="false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单击插入图标</a:t>
            </a:r>
            <a:endParaRPr lang="zh-TW" altLang="en-US" noProof="false"/>
          </a:p>
        </p:txBody>
      </p:sp>
      <p:sp>
        <p:nvSpPr>
          <p:cNvPr id="2709" name="Picture Placeholder 9"/>
          <p:cNvSpPr>
            <a:spLocks noGrp="true"/>
          </p:cNvSpPr>
          <p:nvPr>
            <p:ph type="pic" sz="quarter" idx="19" hasCustomPrompt="true"/>
          </p:nvPr>
        </p:nvSpPr>
        <p:spPr>
          <a:xfrm>
            <a:off x="6900051" y="5445421"/>
            <a:ext cx="1040396" cy="510469"/>
          </a:xfrm>
          <a:prstGeom prst="roundRect">
            <a:avLst>
              <a:gd name="adj" fmla="val 50000"/>
            </a:avLst>
          </a:prstGeom>
          <a:noFill/>
        </p:spPr>
        <p:txBody>
          <a:bodyPr anchor="ctr" anchorCtr="false">
            <a:noAutofit/>
          </a:bodyPr>
          <a:lstStyle>
            <a:lvl1pPr marL="0" indent="0" algn="ctr">
              <a:buNone/>
              <a:defRPr lang="en-US" sz="700" b="false" i="false" kern="1200" cap="all" baseline="0" noProof="false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单击插入图标</a:t>
            </a:r>
            <a:endParaRPr lang="zh-TW" altLang="en-US" noProof="false"/>
          </a:p>
        </p:txBody>
      </p:sp>
      <p:sp>
        <p:nvSpPr>
          <p:cNvPr id="2710" name="Picture Placeholder 9"/>
          <p:cNvSpPr>
            <a:spLocks noGrp="true"/>
          </p:cNvSpPr>
          <p:nvPr>
            <p:ph type="pic" sz="quarter" idx="20" hasCustomPrompt="true"/>
          </p:nvPr>
        </p:nvSpPr>
        <p:spPr>
          <a:xfrm>
            <a:off x="5640451" y="4319959"/>
            <a:ext cx="1040396" cy="510469"/>
          </a:xfrm>
          <a:prstGeom prst="roundRect">
            <a:avLst>
              <a:gd name="adj" fmla="val 50000"/>
            </a:avLst>
          </a:prstGeom>
          <a:noFill/>
        </p:spPr>
        <p:txBody>
          <a:bodyPr anchor="ctr" anchorCtr="false">
            <a:noAutofit/>
          </a:bodyPr>
          <a:lstStyle>
            <a:lvl1pPr marL="0" indent="0" algn="ctr">
              <a:buNone/>
              <a:defRPr lang="en-US" sz="700" b="false" i="false" kern="1200" cap="all" baseline="0" noProof="false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单击插入图标</a:t>
            </a:r>
            <a:endParaRPr lang="zh-TW" altLang="en-US" noProof="false"/>
          </a:p>
        </p:txBody>
      </p:sp>
      <p:sp>
        <p:nvSpPr>
          <p:cNvPr id="2711" name="Picture Placeholder 9"/>
          <p:cNvSpPr>
            <a:spLocks noGrp="true"/>
          </p:cNvSpPr>
          <p:nvPr>
            <p:ph type="pic" sz="quarter" idx="21" hasCustomPrompt="true"/>
          </p:nvPr>
        </p:nvSpPr>
        <p:spPr>
          <a:xfrm>
            <a:off x="5386291" y="2922959"/>
            <a:ext cx="1040396" cy="510469"/>
          </a:xfrm>
          <a:prstGeom prst="roundRect">
            <a:avLst>
              <a:gd name="adj" fmla="val 50000"/>
            </a:avLst>
          </a:prstGeom>
          <a:noFill/>
        </p:spPr>
        <p:txBody>
          <a:bodyPr anchor="ctr" anchorCtr="false">
            <a:noAutofit/>
          </a:bodyPr>
          <a:lstStyle>
            <a:lvl1pPr marL="0" indent="0" algn="ctr">
              <a:buNone/>
              <a:defRPr lang="en-US" sz="700" b="false" i="false" kern="1200" cap="all" baseline="0" noProof="false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单击插入图标</a:t>
            </a:r>
            <a:endParaRPr lang="zh-TW" altLang="en-US" noProof="false"/>
          </a:p>
        </p:txBody>
      </p:sp>
      <p:sp>
        <p:nvSpPr>
          <p:cNvPr id="2712" name="Picture Placeholder 9"/>
          <p:cNvSpPr>
            <a:spLocks noGrp="true"/>
          </p:cNvSpPr>
          <p:nvPr>
            <p:ph type="pic" sz="quarter" idx="22" hasCustomPrompt="true"/>
          </p:nvPr>
        </p:nvSpPr>
        <p:spPr>
          <a:xfrm>
            <a:off x="6111939" y="1290443"/>
            <a:ext cx="1040396" cy="510469"/>
          </a:xfrm>
          <a:prstGeom prst="roundRect">
            <a:avLst>
              <a:gd name="adj" fmla="val 50000"/>
            </a:avLst>
          </a:prstGeom>
          <a:noFill/>
        </p:spPr>
        <p:txBody>
          <a:bodyPr anchor="ctr" anchorCtr="false">
            <a:noAutofit/>
          </a:bodyPr>
          <a:lstStyle>
            <a:lvl1pPr marL="0" indent="0" algn="ctr">
              <a:buNone/>
              <a:defRPr sz="7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单击插入图标</a:t>
            </a:r>
            <a:endParaRPr lang="zh-TW" altLang="en-US" noProof="false"/>
          </a:p>
        </p:txBody>
      </p:sp>
      <p:sp>
        <p:nvSpPr>
          <p:cNvPr id="2713" name="Text Placeholder 8"/>
          <p:cNvSpPr>
            <a:spLocks noGrp="true"/>
          </p:cNvSpPr>
          <p:nvPr>
            <p:ph type="body" sz="quarter" idx="23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altLang="zh-CN" noProof="false" err="true"/>
              <a:t>来源</a:t>
            </a:r>
            <a:r>
              <a:rPr lang="zh-CN" altLang="en-US" noProof="false"/>
              <a:t>：</a:t>
            </a:r>
            <a:endParaRPr lang="en-US" altLang="zh-CN" noProof="false"/>
          </a:p>
        </p:txBody>
      </p:sp>
      <p:sp>
        <p:nvSpPr>
          <p:cNvPr id="2714" name="Text Placeholder 11"/>
          <p:cNvSpPr>
            <a:spLocks noGrp="true"/>
          </p:cNvSpPr>
          <p:nvPr>
            <p:ph type="body" sz="quarter" idx="14" hasCustomPrompt="true"/>
          </p:nvPr>
        </p:nvSpPr>
        <p:spPr>
          <a:xfrm>
            <a:off x="479425" y="2716847"/>
            <a:ext cx="4367213" cy="1214256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lang="en-US" altLang="zh-TW" sz="3200" b="true" i="false" kern="1200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  <a:lvl2pPr marL="0" indent="0">
              <a:spcBef>
                <a:spcPts val="1000"/>
              </a:spcBef>
              <a:buNone/>
              <a:defRPr sz="12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marL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noProof="false" err="true"/>
              <a:t>请输入标题</a:t>
            </a:r>
            <a:endParaRPr lang="en-US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TW" noProof="false" err="true"/>
              <a:t>请输入标题</a:t>
            </a:r>
            <a:endParaRPr lang="en-US" altLang="zh-TW" noProof="false"/>
          </a:p>
        </p:txBody>
      </p:sp>
      <p:sp>
        <p:nvSpPr>
          <p:cNvPr id="2715" name="Text Placeholder 6"/>
          <p:cNvSpPr>
            <a:spLocks noGrp="true"/>
          </p:cNvSpPr>
          <p:nvPr>
            <p:ph type="body" sz="quarter" idx="24" hasCustomPrompt="true"/>
          </p:nvPr>
        </p:nvSpPr>
        <p:spPr>
          <a:xfrm>
            <a:off x="479425" y="4093153"/>
            <a:ext cx="4367213" cy="1288180"/>
          </a:xfr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 noProof="false" err="true"/>
              <a:t>请输入正文内容</a:t>
            </a:r>
            <a:endParaRPr lang="en-US" noProof="false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p="http://schemas.openxmlformats.org/presentationml/2006/main">
  <p:cSld name="Property slide 2">
    <p:spTree>
      <p:nvGrpSpPr>
        <p:cNvPr id="271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7" name="Slide Number Placeholder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2718" name="Picture Placeholder 9"/>
          <p:cNvSpPr>
            <a:spLocks noGrp="true"/>
          </p:cNvSpPr>
          <p:nvPr>
            <p:ph type="pic" sz="quarter" idx="13" hasCustomPrompt="true"/>
          </p:nvPr>
        </p:nvSpPr>
        <p:spPr>
          <a:xfrm>
            <a:off x="4496293" y="660911"/>
            <a:ext cx="1437781" cy="832609"/>
          </a:xfrm>
          <a:prstGeom prst="roundRect">
            <a:avLst>
              <a:gd name="adj" fmla="val 50000"/>
            </a:avLst>
          </a:prstGeom>
          <a:noFill/>
        </p:spPr>
        <p:txBody>
          <a:bodyPr anchor="ctr" anchorCtr="false">
            <a:noAutofit/>
          </a:bodyPr>
          <a:lstStyle>
            <a:lvl1pPr marL="0" indent="0" algn="ctr">
              <a:buNone/>
              <a:defRPr sz="900" b="false" i="false" cap="all" baseline="0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单击插入图标</a:t>
            </a:r>
            <a:endParaRPr lang="zh-TW" altLang="en-US" noProof="false"/>
          </a:p>
        </p:txBody>
      </p:sp>
      <p:sp>
        <p:nvSpPr>
          <p:cNvPr id="2719" name="Picture Placeholder 9"/>
          <p:cNvSpPr>
            <a:spLocks noGrp="true"/>
          </p:cNvSpPr>
          <p:nvPr>
            <p:ph type="pic" sz="quarter" idx="15" hasCustomPrompt="true"/>
          </p:nvPr>
        </p:nvSpPr>
        <p:spPr>
          <a:xfrm>
            <a:off x="6351509" y="660911"/>
            <a:ext cx="1437781" cy="832609"/>
          </a:xfrm>
          <a:prstGeom prst="roundRect">
            <a:avLst>
              <a:gd name="adj" fmla="val 50000"/>
            </a:avLst>
          </a:prstGeom>
          <a:noFill/>
        </p:spPr>
        <p:txBody>
          <a:bodyPr anchor="ctr" anchorCtr="false">
            <a:noAutofit/>
          </a:bodyPr>
          <a:lstStyle>
            <a:lvl1pPr marL="0" indent="0" algn="ctr">
              <a:buNone/>
              <a:defRPr sz="900" b="false" i="false" cap="all" baseline="0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单击插入图标</a:t>
            </a:r>
            <a:endParaRPr lang="zh-TW" altLang="en-US" noProof="false"/>
          </a:p>
        </p:txBody>
      </p:sp>
      <p:sp>
        <p:nvSpPr>
          <p:cNvPr id="2720" name="Picture Placeholder 9"/>
          <p:cNvSpPr>
            <a:spLocks noGrp="true"/>
          </p:cNvSpPr>
          <p:nvPr>
            <p:ph type="pic" sz="quarter" idx="16" hasCustomPrompt="true"/>
          </p:nvPr>
        </p:nvSpPr>
        <p:spPr>
          <a:xfrm>
            <a:off x="8206725" y="660911"/>
            <a:ext cx="1437781" cy="832609"/>
          </a:xfrm>
          <a:prstGeom prst="roundRect">
            <a:avLst>
              <a:gd name="adj" fmla="val 50000"/>
            </a:avLst>
          </a:prstGeom>
          <a:noFill/>
        </p:spPr>
        <p:txBody>
          <a:bodyPr anchor="ctr" anchorCtr="false">
            <a:noAutofit/>
          </a:bodyPr>
          <a:lstStyle>
            <a:lvl1pPr marL="0" indent="0" algn="ctr">
              <a:buNone/>
              <a:defRPr sz="900" b="false" i="false" cap="all" baseline="0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单击插入图标</a:t>
            </a:r>
            <a:endParaRPr lang="zh-TW" altLang="en-US" noProof="false"/>
          </a:p>
        </p:txBody>
      </p:sp>
      <p:sp>
        <p:nvSpPr>
          <p:cNvPr id="2721" name="Picture Placeholder 9"/>
          <p:cNvSpPr>
            <a:spLocks noGrp="true"/>
          </p:cNvSpPr>
          <p:nvPr>
            <p:ph type="pic" sz="quarter" idx="17" hasCustomPrompt="true"/>
          </p:nvPr>
        </p:nvSpPr>
        <p:spPr>
          <a:xfrm>
            <a:off x="10061941" y="660911"/>
            <a:ext cx="1437781" cy="832609"/>
          </a:xfrm>
          <a:prstGeom prst="roundRect">
            <a:avLst>
              <a:gd name="adj" fmla="val 50000"/>
            </a:avLst>
          </a:prstGeom>
          <a:noFill/>
        </p:spPr>
        <p:txBody>
          <a:bodyPr anchor="ctr" anchorCtr="false">
            <a:noAutofit/>
          </a:bodyPr>
          <a:lstStyle>
            <a:lvl1pPr marL="0" indent="0" algn="ctr">
              <a:buNone/>
              <a:defRPr sz="900" b="false" i="false" cap="all" baseline="0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单击插入图标</a:t>
            </a:r>
            <a:endParaRPr lang="zh-TW" altLang="en-US" noProof="false"/>
          </a:p>
        </p:txBody>
      </p:sp>
      <p:sp>
        <p:nvSpPr>
          <p:cNvPr id="2722" name="Picture Placeholder 9"/>
          <p:cNvSpPr>
            <a:spLocks noGrp="true"/>
          </p:cNvSpPr>
          <p:nvPr>
            <p:ph type="pic" sz="quarter" idx="18" hasCustomPrompt="true"/>
          </p:nvPr>
        </p:nvSpPr>
        <p:spPr>
          <a:xfrm>
            <a:off x="4496293" y="2115696"/>
            <a:ext cx="1437781" cy="832609"/>
          </a:xfrm>
          <a:prstGeom prst="roundRect">
            <a:avLst>
              <a:gd name="adj" fmla="val 50000"/>
            </a:avLst>
          </a:prstGeom>
          <a:noFill/>
        </p:spPr>
        <p:txBody>
          <a:bodyPr anchor="ctr" anchorCtr="false">
            <a:noAutofit/>
          </a:bodyPr>
          <a:lstStyle>
            <a:lvl1pPr marL="0" indent="0" algn="ctr">
              <a:buNone/>
              <a:defRPr sz="900" b="false" i="false" cap="all" baseline="0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单击插入图标</a:t>
            </a:r>
            <a:endParaRPr lang="zh-TW" altLang="en-US" noProof="false"/>
          </a:p>
        </p:txBody>
      </p:sp>
      <p:sp>
        <p:nvSpPr>
          <p:cNvPr id="2723" name="Picture Placeholder 9"/>
          <p:cNvSpPr>
            <a:spLocks noGrp="true"/>
          </p:cNvSpPr>
          <p:nvPr>
            <p:ph type="pic" sz="quarter" idx="19" hasCustomPrompt="true"/>
          </p:nvPr>
        </p:nvSpPr>
        <p:spPr>
          <a:xfrm>
            <a:off x="6351509" y="2115696"/>
            <a:ext cx="1437781" cy="832609"/>
          </a:xfrm>
          <a:prstGeom prst="roundRect">
            <a:avLst>
              <a:gd name="adj" fmla="val 50000"/>
            </a:avLst>
          </a:prstGeom>
          <a:noFill/>
        </p:spPr>
        <p:txBody>
          <a:bodyPr anchor="ctr" anchorCtr="false">
            <a:noAutofit/>
          </a:bodyPr>
          <a:lstStyle>
            <a:lvl1pPr marL="0" indent="0" algn="ctr">
              <a:buNone/>
              <a:defRPr sz="900" b="false" i="false" cap="all" baseline="0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单击插入图标</a:t>
            </a:r>
            <a:endParaRPr lang="zh-TW" altLang="en-US" noProof="false"/>
          </a:p>
        </p:txBody>
      </p:sp>
      <p:sp>
        <p:nvSpPr>
          <p:cNvPr id="2724" name="Picture Placeholder 9"/>
          <p:cNvSpPr>
            <a:spLocks noGrp="true"/>
          </p:cNvSpPr>
          <p:nvPr>
            <p:ph type="pic" sz="quarter" idx="20" hasCustomPrompt="true"/>
          </p:nvPr>
        </p:nvSpPr>
        <p:spPr>
          <a:xfrm>
            <a:off x="8206725" y="2115696"/>
            <a:ext cx="1437781" cy="832609"/>
          </a:xfrm>
          <a:prstGeom prst="roundRect">
            <a:avLst>
              <a:gd name="adj" fmla="val 50000"/>
            </a:avLst>
          </a:prstGeom>
          <a:noFill/>
        </p:spPr>
        <p:txBody>
          <a:bodyPr anchor="ctr" anchorCtr="false">
            <a:noAutofit/>
          </a:bodyPr>
          <a:lstStyle>
            <a:lvl1pPr marL="0" indent="0" algn="ctr">
              <a:buNone/>
              <a:defRPr sz="900" b="false" i="false" cap="all" baseline="0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单击插入图标</a:t>
            </a:r>
            <a:endParaRPr lang="zh-TW" altLang="en-US" noProof="false"/>
          </a:p>
        </p:txBody>
      </p:sp>
      <p:sp>
        <p:nvSpPr>
          <p:cNvPr id="2725" name="Picture Placeholder 9"/>
          <p:cNvSpPr>
            <a:spLocks noGrp="true"/>
          </p:cNvSpPr>
          <p:nvPr>
            <p:ph type="pic" sz="quarter" idx="21" hasCustomPrompt="true"/>
          </p:nvPr>
        </p:nvSpPr>
        <p:spPr>
          <a:xfrm>
            <a:off x="10061941" y="2115696"/>
            <a:ext cx="1437781" cy="832609"/>
          </a:xfrm>
          <a:prstGeom prst="roundRect">
            <a:avLst>
              <a:gd name="adj" fmla="val 50000"/>
            </a:avLst>
          </a:prstGeom>
          <a:noFill/>
        </p:spPr>
        <p:txBody>
          <a:bodyPr anchor="ctr" anchorCtr="false">
            <a:noAutofit/>
          </a:bodyPr>
          <a:lstStyle>
            <a:lvl1pPr marL="0" indent="0" algn="ctr">
              <a:buNone/>
              <a:defRPr sz="900" b="false" i="false" cap="all" baseline="0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单击插入图标</a:t>
            </a:r>
            <a:endParaRPr lang="zh-TW" altLang="en-US" noProof="false"/>
          </a:p>
        </p:txBody>
      </p:sp>
      <p:sp>
        <p:nvSpPr>
          <p:cNvPr id="2726" name="Picture Placeholder 9"/>
          <p:cNvSpPr>
            <a:spLocks noGrp="true"/>
          </p:cNvSpPr>
          <p:nvPr>
            <p:ph type="pic" sz="quarter" idx="22" hasCustomPrompt="true"/>
          </p:nvPr>
        </p:nvSpPr>
        <p:spPr>
          <a:xfrm>
            <a:off x="4496293" y="3570481"/>
            <a:ext cx="1437781" cy="832609"/>
          </a:xfrm>
          <a:prstGeom prst="roundRect">
            <a:avLst>
              <a:gd name="adj" fmla="val 50000"/>
            </a:avLst>
          </a:prstGeom>
          <a:noFill/>
        </p:spPr>
        <p:txBody>
          <a:bodyPr anchor="ctr" anchorCtr="false">
            <a:noAutofit/>
          </a:bodyPr>
          <a:lstStyle>
            <a:lvl1pPr marL="0" indent="0" algn="ctr">
              <a:buNone/>
              <a:defRPr sz="900" b="false" i="false" cap="all" baseline="0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单击插入图标</a:t>
            </a:r>
            <a:endParaRPr lang="zh-TW" altLang="en-US" noProof="false"/>
          </a:p>
        </p:txBody>
      </p:sp>
      <p:sp>
        <p:nvSpPr>
          <p:cNvPr id="2727" name="Picture Placeholder 9"/>
          <p:cNvSpPr>
            <a:spLocks noGrp="true"/>
          </p:cNvSpPr>
          <p:nvPr>
            <p:ph type="pic" sz="quarter" idx="23" hasCustomPrompt="true"/>
          </p:nvPr>
        </p:nvSpPr>
        <p:spPr>
          <a:xfrm>
            <a:off x="6351509" y="3570481"/>
            <a:ext cx="1437781" cy="832609"/>
          </a:xfrm>
          <a:prstGeom prst="roundRect">
            <a:avLst>
              <a:gd name="adj" fmla="val 50000"/>
            </a:avLst>
          </a:prstGeom>
          <a:noFill/>
        </p:spPr>
        <p:txBody>
          <a:bodyPr anchor="ctr" anchorCtr="false">
            <a:noAutofit/>
          </a:bodyPr>
          <a:lstStyle>
            <a:lvl1pPr marL="0" indent="0" algn="ctr">
              <a:buNone/>
              <a:defRPr sz="900" b="false" i="false" cap="all" baseline="0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单击插入图标</a:t>
            </a:r>
            <a:endParaRPr lang="zh-TW" altLang="en-US" noProof="false"/>
          </a:p>
        </p:txBody>
      </p:sp>
      <p:sp>
        <p:nvSpPr>
          <p:cNvPr id="2728" name="Picture Placeholder 9"/>
          <p:cNvSpPr>
            <a:spLocks noGrp="true"/>
          </p:cNvSpPr>
          <p:nvPr>
            <p:ph type="pic" sz="quarter" idx="24" hasCustomPrompt="true"/>
          </p:nvPr>
        </p:nvSpPr>
        <p:spPr>
          <a:xfrm>
            <a:off x="8206725" y="3570481"/>
            <a:ext cx="1437781" cy="832609"/>
          </a:xfrm>
          <a:prstGeom prst="roundRect">
            <a:avLst>
              <a:gd name="adj" fmla="val 50000"/>
            </a:avLst>
          </a:prstGeom>
          <a:noFill/>
        </p:spPr>
        <p:txBody>
          <a:bodyPr anchor="ctr" anchorCtr="false">
            <a:noAutofit/>
          </a:bodyPr>
          <a:lstStyle>
            <a:lvl1pPr marL="0" indent="0" algn="ctr">
              <a:buNone/>
              <a:defRPr sz="900" b="false" i="false" cap="all" baseline="0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单击插入图标</a:t>
            </a:r>
            <a:endParaRPr lang="zh-TW" altLang="en-US" noProof="false"/>
          </a:p>
        </p:txBody>
      </p:sp>
      <p:sp>
        <p:nvSpPr>
          <p:cNvPr id="2729" name="Picture Placeholder 9"/>
          <p:cNvSpPr>
            <a:spLocks noGrp="true"/>
          </p:cNvSpPr>
          <p:nvPr>
            <p:ph type="pic" sz="quarter" idx="25" hasCustomPrompt="true"/>
          </p:nvPr>
        </p:nvSpPr>
        <p:spPr>
          <a:xfrm>
            <a:off x="10061941" y="3570481"/>
            <a:ext cx="1437781" cy="832609"/>
          </a:xfrm>
          <a:prstGeom prst="roundRect">
            <a:avLst>
              <a:gd name="adj" fmla="val 50000"/>
            </a:avLst>
          </a:prstGeom>
          <a:noFill/>
        </p:spPr>
        <p:txBody>
          <a:bodyPr anchor="ctr" anchorCtr="false">
            <a:noAutofit/>
          </a:bodyPr>
          <a:lstStyle>
            <a:lvl1pPr marL="0" indent="0" algn="ctr">
              <a:buNone/>
              <a:defRPr sz="900" b="false" i="false" cap="all" baseline="0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单击插入图标</a:t>
            </a:r>
            <a:endParaRPr lang="zh-TW" altLang="en-US" noProof="false"/>
          </a:p>
        </p:txBody>
      </p:sp>
      <p:sp>
        <p:nvSpPr>
          <p:cNvPr id="2730" name="Picture Placeholder 9"/>
          <p:cNvSpPr>
            <a:spLocks noGrp="true"/>
          </p:cNvSpPr>
          <p:nvPr>
            <p:ph type="pic" sz="quarter" idx="26" hasCustomPrompt="true"/>
          </p:nvPr>
        </p:nvSpPr>
        <p:spPr>
          <a:xfrm>
            <a:off x="4496293" y="5025266"/>
            <a:ext cx="1437781" cy="832609"/>
          </a:xfrm>
          <a:prstGeom prst="roundRect">
            <a:avLst>
              <a:gd name="adj" fmla="val 50000"/>
            </a:avLst>
          </a:prstGeom>
          <a:noFill/>
        </p:spPr>
        <p:txBody>
          <a:bodyPr anchor="ctr" anchorCtr="false">
            <a:noAutofit/>
          </a:bodyPr>
          <a:lstStyle>
            <a:lvl1pPr marL="0" indent="0" algn="ctr">
              <a:buNone/>
              <a:defRPr sz="900" b="false" i="false" cap="all" baseline="0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单击插入图标</a:t>
            </a:r>
            <a:endParaRPr lang="zh-TW" altLang="en-US" noProof="false"/>
          </a:p>
        </p:txBody>
      </p:sp>
      <p:sp>
        <p:nvSpPr>
          <p:cNvPr id="2731" name="Picture Placeholder 9"/>
          <p:cNvSpPr>
            <a:spLocks noGrp="true"/>
          </p:cNvSpPr>
          <p:nvPr>
            <p:ph type="pic" sz="quarter" idx="27" hasCustomPrompt="true"/>
          </p:nvPr>
        </p:nvSpPr>
        <p:spPr>
          <a:xfrm>
            <a:off x="6351509" y="5025266"/>
            <a:ext cx="1437781" cy="832609"/>
          </a:xfrm>
          <a:prstGeom prst="roundRect">
            <a:avLst>
              <a:gd name="adj" fmla="val 50000"/>
            </a:avLst>
          </a:prstGeom>
          <a:noFill/>
        </p:spPr>
        <p:txBody>
          <a:bodyPr anchor="ctr" anchorCtr="false">
            <a:noAutofit/>
          </a:bodyPr>
          <a:lstStyle>
            <a:lvl1pPr marL="0" indent="0" algn="ctr">
              <a:buNone/>
              <a:defRPr sz="900" b="false" i="false" cap="all" baseline="0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单击插入图标</a:t>
            </a:r>
            <a:endParaRPr lang="zh-TW" altLang="en-US" noProof="false"/>
          </a:p>
        </p:txBody>
      </p:sp>
      <p:sp>
        <p:nvSpPr>
          <p:cNvPr id="2732" name="Picture Placeholder 9"/>
          <p:cNvSpPr>
            <a:spLocks noGrp="true"/>
          </p:cNvSpPr>
          <p:nvPr>
            <p:ph type="pic" sz="quarter" idx="28" hasCustomPrompt="true"/>
          </p:nvPr>
        </p:nvSpPr>
        <p:spPr>
          <a:xfrm>
            <a:off x="8206725" y="5025266"/>
            <a:ext cx="1437781" cy="832609"/>
          </a:xfrm>
          <a:prstGeom prst="roundRect">
            <a:avLst>
              <a:gd name="adj" fmla="val 50000"/>
            </a:avLst>
          </a:prstGeom>
          <a:noFill/>
        </p:spPr>
        <p:txBody>
          <a:bodyPr anchor="ctr" anchorCtr="false">
            <a:noAutofit/>
          </a:bodyPr>
          <a:lstStyle>
            <a:lvl1pPr marL="0" indent="0" algn="ctr">
              <a:buNone/>
              <a:defRPr sz="900" b="false" i="false" cap="all" baseline="0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单击插入图标</a:t>
            </a:r>
            <a:endParaRPr lang="zh-TW" altLang="en-US" noProof="false"/>
          </a:p>
        </p:txBody>
      </p:sp>
      <p:sp>
        <p:nvSpPr>
          <p:cNvPr id="2733" name="Picture Placeholder 9"/>
          <p:cNvSpPr>
            <a:spLocks noGrp="true"/>
          </p:cNvSpPr>
          <p:nvPr>
            <p:ph type="pic" sz="quarter" idx="29" hasCustomPrompt="true"/>
          </p:nvPr>
        </p:nvSpPr>
        <p:spPr>
          <a:xfrm>
            <a:off x="10061941" y="5025266"/>
            <a:ext cx="1437781" cy="832609"/>
          </a:xfrm>
          <a:prstGeom prst="roundRect">
            <a:avLst>
              <a:gd name="adj" fmla="val 50000"/>
            </a:avLst>
          </a:prstGeom>
          <a:noFill/>
        </p:spPr>
        <p:txBody>
          <a:bodyPr anchor="ctr" anchorCtr="false">
            <a:noAutofit/>
          </a:bodyPr>
          <a:lstStyle>
            <a:lvl1pPr marL="0" indent="0" algn="ctr">
              <a:buNone/>
              <a:defRPr sz="900" b="false" i="false" cap="all" baseline="0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单击插入图标</a:t>
            </a:r>
            <a:endParaRPr lang="zh-TW" altLang="en-US" noProof="false"/>
          </a:p>
        </p:txBody>
      </p:sp>
      <p:sp>
        <p:nvSpPr>
          <p:cNvPr id="2734" name="Text Placeholder 8"/>
          <p:cNvSpPr>
            <a:spLocks noGrp="true"/>
          </p:cNvSpPr>
          <p:nvPr>
            <p:ph type="body" sz="quarter" idx="30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altLang="zh-CN" noProof="false" err="true"/>
              <a:t>来源</a:t>
            </a:r>
            <a:r>
              <a:rPr lang="zh-CN" altLang="en-US" noProof="false"/>
              <a:t>：</a:t>
            </a:r>
            <a:endParaRPr lang="en-US" altLang="zh-CN" noProof="false"/>
          </a:p>
        </p:txBody>
      </p:sp>
      <p:sp>
        <p:nvSpPr>
          <p:cNvPr id="2735" name="Text Placeholder 11"/>
          <p:cNvSpPr>
            <a:spLocks noGrp="true"/>
          </p:cNvSpPr>
          <p:nvPr>
            <p:ph type="body" sz="quarter" idx="14" hasCustomPrompt="true"/>
          </p:nvPr>
        </p:nvSpPr>
        <p:spPr>
          <a:xfrm>
            <a:off x="479425" y="2716847"/>
            <a:ext cx="3599433" cy="1214256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lang="en-US" altLang="zh-TW" sz="32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  <a:lvl2pPr marL="0" indent="0">
              <a:spcBef>
                <a:spcPts val="1000"/>
              </a:spcBef>
              <a:buNone/>
              <a:defRPr sz="12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marL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请输入标题</a:t>
            </a:r>
            <a:endParaRPr lang="en-US" altLang="zh-CN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TW" noProof="false" err="true"/>
              <a:t>请输入标题</a:t>
            </a:r>
            <a:endParaRPr lang="en-US" altLang="zh-TW" noProof="false"/>
          </a:p>
        </p:txBody>
      </p:sp>
      <p:sp>
        <p:nvSpPr>
          <p:cNvPr id="2736" name="Text Placeholder 6"/>
          <p:cNvSpPr>
            <a:spLocks noGrp="true"/>
          </p:cNvSpPr>
          <p:nvPr>
            <p:ph type="body" sz="quarter" idx="31" hasCustomPrompt="true"/>
          </p:nvPr>
        </p:nvSpPr>
        <p:spPr>
          <a:xfrm>
            <a:off x="479425" y="4093153"/>
            <a:ext cx="3599433" cy="1288180"/>
          </a:xfrm>
        </p:spPr>
        <p:txBody>
          <a:bodyPr/>
          <a:lstStyle>
            <a:lvl1pPr marL="0" indent="0">
              <a:buNone/>
              <a:defRPr lang="en-US" sz="1200" kern="1200" noProof="false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+mn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 altLang="zh-CN" noProof="false" err="true"/>
              <a:t>请输入正文内容</a:t>
            </a:r>
            <a:endParaRPr lang="en-US" altLang="zh-CN" noProof="false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p="http://schemas.openxmlformats.org/presentationml/2006/main">
  <p:cSld name="2_Property slide 2">
    <p:bg>
      <p:bgPr>
        <a:solidFill>
          <a:schemeClr val="tx1"/>
        </a:solidFill>
        <a:effectLst/>
      </p:bgPr>
    </p:bg>
    <p:spTree>
      <p:nvGrpSpPr>
        <p:cNvPr id="27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8" name="Slide Number Placeholder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2739" name="Picture Placeholder 9"/>
          <p:cNvSpPr>
            <a:spLocks noGrp="true"/>
          </p:cNvSpPr>
          <p:nvPr>
            <p:ph type="pic" sz="quarter" idx="13" hasCustomPrompt="true"/>
          </p:nvPr>
        </p:nvSpPr>
        <p:spPr>
          <a:xfrm>
            <a:off x="4496293" y="660911"/>
            <a:ext cx="1437781" cy="832609"/>
          </a:xfrm>
          <a:prstGeom prst="roundRect">
            <a:avLst>
              <a:gd name="adj" fmla="val 50000"/>
            </a:avLst>
          </a:prstGeom>
          <a:noFill/>
        </p:spPr>
        <p:txBody>
          <a:bodyPr anchor="ctr" anchorCtr="false">
            <a:noAutofit/>
          </a:bodyPr>
          <a:lstStyle>
            <a:lvl1pPr marL="0" indent="0" algn="ctr">
              <a:buNone/>
              <a:defRPr sz="9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单击插入图标</a:t>
            </a:r>
            <a:endParaRPr lang="zh-TW" altLang="en-US" noProof="false"/>
          </a:p>
        </p:txBody>
      </p:sp>
      <p:sp>
        <p:nvSpPr>
          <p:cNvPr id="2740" name="Picture Placeholder 9"/>
          <p:cNvSpPr>
            <a:spLocks noGrp="true"/>
          </p:cNvSpPr>
          <p:nvPr>
            <p:ph type="pic" sz="quarter" idx="15" hasCustomPrompt="true"/>
          </p:nvPr>
        </p:nvSpPr>
        <p:spPr>
          <a:xfrm>
            <a:off x="6351509" y="660911"/>
            <a:ext cx="1437781" cy="832609"/>
          </a:xfrm>
          <a:prstGeom prst="roundRect">
            <a:avLst>
              <a:gd name="adj" fmla="val 50000"/>
            </a:avLst>
          </a:prstGeom>
          <a:noFill/>
        </p:spPr>
        <p:txBody>
          <a:bodyPr anchor="ctr" anchorCtr="false">
            <a:noAutofit/>
          </a:bodyPr>
          <a:lstStyle>
            <a:lvl1pPr marL="0" indent="0" algn="ctr">
              <a:buNone/>
              <a:defRPr sz="9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单击插入图标</a:t>
            </a:r>
            <a:endParaRPr lang="zh-TW" altLang="en-US" noProof="false"/>
          </a:p>
        </p:txBody>
      </p:sp>
      <p:sp>
        <p:nvSpPr>
          <p:cNvPr id="2741" name="Picture Placeholder 9"/>
          <p:cNvSpPr>
            <a:spLocks noGrp="true"/>
          </p:cNvSpPr>
          <p:nvPr>
            <p:ph type="pic" sz="quarter" idx="16" hasCustomPrompt="true"/>
          </p:nvPr>
        </p:nvSpPr>
        <p:spPr>
          <a:xfrm>
            <a:off x="8206725" y="660911"/>
            <a:ext cx="1437781" cy="832609"/>
          </a:xfrm>
          <a:prstGeom prst="roundRect">
            <a:avLst>
              <a:gd name="adj" fmla="val 50000"/>
            </a:avLst>
          </a:prstGeom>
          <a:noFill/>
        </p:spPr>
        <p:txBody>
          <a:bodyPr anchor="ctr" anchorCtr="false">
            <a:noAutofit/>
          </a:bodyPr>
          <a:lstStyle>
            <a:lvl1pPr marL="0" indent="0" algn="ctr">
              <a:buNone/>
              <a:defRPr sz="9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单击插入图标</a:t>
            </a:r>
            <a:endParaRPr lang="zh-TW" altLang="en-US" noProof="false"/>
          </a:p>
        </p:txBody>
      </p:sp>
      <p:sp>
        <p:nvSpPr>
          <p:cNvPr id="2742" name="Picture Placeholder 9"/>
          <p:cNvSpPr>
            <a:spLocks noGrp="true"/>
          </p:cNvSpPr>
          <p:nvPr>
            <p:ph type="pic" sz="quarter" idx="17" hasCustomPrompt="true"/>
          </p:nvPr>
        </p:nvSpPr>
        <p:spPr>
          <a:xfrm>
            <a:off x="10061941" y="660911"/>
            <a:ext cx="1437781" cy="832609"/>
          </a:xfrm>
          <a:prstGeom prst="roundRect">
            <a:avLst>
              <a:gd name="adj" fmla="val 50000"/>
            </a:avLst>
          </a:prstGeom>
          <a:noFill/>
        </p:spPr>
        <p:txBody>
          <a:bodyPr anchor="ctr" anchorCtr="false">
            <a:noAutofit/>
          </a:bodyPr>
          <a:lstStyle>
            <a:lvl1pPr marL="0" indent="0" algn="ctr">
              <a:buNone/>
              <a:defRPr sz="9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单击插入图标</a:t>
            </a:r>
            <a:endParaRPr lang="zh-TW" altLang="en-US" noProof="false"/>
          </a:p>
        </p:txBody>
      </p:sp>
      <p:sp>
        <p:nvSpPr>
          <p:cNvPr id="2743" name="Picture Placeholder 9"/>
          <p:cNvSpPr>
            <a:spLocks noGrp="true"/>
          </p:cNvSpPr>
          <p:nvPr>
            <p:ph type="pic" sz="quarter" idx="18" hasCustomPrompt="true"/>
          </p:nvPr>
        </p:nvSpPr>
        <p:spPr>
          <a:xfrm>
            <a:off x="4496293" y="2115696"/>
            <a:ext cx="1437781" cy="832609"/>
          </a:xfrm>
          <a:prstGeom prst="roundRect">
            <a:avLst>
              <a:gd name="adj" fmla="val 50000"/>
            </a:avLst>
          </a:prstGeom>
          <a:noFill/>
        </p:spPr>
        <p:txBody>
          <a:bodyPr anchor="ctr" anchorCtr="false">
            <a:noAutofit/>
          </a:bodyPr>
          <a:lstStyle>
            <a:lvl1pPr marL="0" indent="0" algn="ctr">
              <a:buNone/>
              <a:defRPr sz="9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单击插入图标</a:t>
            </a:r>
            <a:endParaRPr lang="zh-TW" altLang="en-US" noProof="false"/>
          </a:p>
        </p:txBody>
      </p:sp>
      <p:sp>
        <p:nvSpPr>
          <p:cNvPr id="2744" name="Picture Placeholder 9"/>
          <p:cNvSpPr>
            <a:spLocks noGrp="true"/>
          </p:cNvSpPr>
          <p:nvPr>
            <p:ph type="pic" sz="quarter" idx="19" hasCustomPrompt="true"/>
          </p:nvPr>
        </p:nvSpPr>
        <p:spPr>
          <a:xfrm>
            <a:off x="6351509" y="2115696"/>
            <a:ext cx="1437781" cy="832609"/>
          </a:xfrm>
          <a:prstGeom prst="roundRect">
            <a:avLst>
              <a:gd name="adj" fmla="val 50000"/>
            </a:avLst>
          </a:prstGeom>
          <a:noFill/>
        </p:spPr>
        <p:txBody>
          <a:bodyPr anchor="ctr" anchorCtr="false">
            <a:noAutofit/>
          </a:bodyPr>
          <a:lstStyle>
            <a:lvl1pPr marL="0" indent="0" algn="ctr">
              <a:buNone/>
              <a:defRPr sz="9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单击插入图标</a:t>
            </a:r>
            <a:endParaRPr lang="zh-TW" altLang="en-US" noProof="false"/>
          </a:p>
        </p:txBody>
      </p:sp>
      <p:sp>
        <p:nvSpPr>
          <p:cNvPr id="2745" name="Picture Placeholder 9"/>
          <p:cNvSpPr>
            <a:spLocks noGrp="true"/>
          </p:cNvSpPr>
          <p:nvPr>
            <p:ph type="pic" sz="quarter" idx="20" hasCustomPrompt="true"/>
          </p:nvPr>
        </p:nvSpPr>
        <p:spPr>
          <a:xfrm>
            <a:off x="8206725" y="2115696"/>
            <a:ext cx="1437781" cy="832609"/>
          </a:xfrm>
          <a:prstGeom prst="roundRect">
            <a:avLst>
              <a:gd name="adj" fmla="val 50000"/>
            </a:avLst>
          </a:prstGeom>
          <a:noFill/>
        </p:spPr>
        <p:txBody>
          <a:bodyPr anchor="ctr" anchorCtr="false">
            <a:noAutofit/>
          </a:bodyPr>
          <a:lstStyle>
            <a:lvl1pPr marL="0" indent="0" algn="ctr">
              <a:buNone/>
              <a:defRPr sz="9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单击插入图标</a:t>
            </a:r>
            <a:endParaRPr lang="zh-TW" altLang="en-US" noProof="false"/>
          </a:p>
        </p:txBody>
      </p:sp>
      <p:sp>
        <p:nvSpPr>
          <p:cNvPr id="2746" name="Picture Placeholder 9"/>
          <p:cNvSpPr>
            <a:spLocks noGrp="true"/>
          </p:cNvSpPr>
          <p:nvPr>
            <p:ph type="pic" sz="quarter" idx="21" hasCustomPrompt="true"/>
          </p:nvPr>
        </p:nvSpPr>
        <p:spPr>
          <a:xfrm>
            <a:off x="10061941" y="2115696"/>
            <a:ext cx="1437781" cy="832609"/>
          </a:xfrm>
          <a:prstGeom prst="roundRect">
            <a:avLst>
              <a:gd name="adj" fmla="val 50000"/>
            </a:avLst>
          </a:prstGeom>
          <a:noFill/>
        </p:spPr>
        <p:txBody>
          <a:bodyPr anchor="ctr" anchorCtr="false">
            <a:noAutofit/>
          </a:bodyPr>
          <a:lstStyle>
            <a:lvl1pPr marL="0" indent="0" algn="ctr">
              <a:buNone/>
              <a:defRPr sz="9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单击插入图标</a:t>
            </a:r>
            <a:endParaRPr lang="zh-TW" altLang="en-US" noProof="false"/>
          </a:p>
        </p:txBody>
      </p:sp>
      <p:sp>
        <p:nvSpPr>
          <p:cNvPr id="2747" name="Picture Placeholder 9"/>
          <p:cNvSpPr>
            <a:spLocks noGrp="true"/>
          </p:cNvSpPr>
          <p:nvPr>
            <p:ph type="pic" sz="quarter" idx="22" hasCustomPrompt="true"/>
          </p:nvPr>
        </p:nvSpPr>
        <p:spPr>
          <a:xfrm>
            <a:off x="4496293" y="3570481"/>
            <a:ext cx="1437781" cy="832609"/>
          </a:xfrm>
          <a:prstGeom prst="roundRect">
            <a:avLst>
              <a:gd name="adj" fmla="val 50000"/>
            </a:avLst>
          </a:prstGeom>
          <a:noFill/>
        </p:spPr>
        <p:txBody>
          <a:bodyPr anchor="ctr" anchorCtr="false">
            <a:noAutofit/>
          </a:bodyPr>
          <a:lstStyle>
            <a:lvl1pPr marL="0" indent="0" algn="ctr">
              <a:buNone/>
              <a:defRPr sz="9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单击插入图标</a:t>
            </a:r>
            <a:endParaRPr lang="zh-TW" altLang="en-US" noProof="false"/>
          </a:p>
        </p:txBody>
      </p:sp>
      <p:sp>
        <p:nvSpPr>
          <p:cNvPr id="2748" name="Picture Placeholder 9"/>
          <p:cNvSpPr>
            <a:spLocks noGrp="true"/>
          </p:cNvSpPr>
          <p:nvPr>
            <p:ph type="pic" sz="quarter" idx="23" hasCustomPrompt="true"/>
          </p:nvPr>
        </p:nvSpPr>
        <p:spPr>
          <a:xfrm>
            <a:off x="6351509" y="3570481"/>
            <a:ext cx="1437781" cy="832609"/>
          </a:xfrm>
          <a:prstGeom prst="roundRect">
            <a:avLst>
              <a:gd name="adj" fmla="val 50000"/>
            </a:avLst>
          </a:prstGeom>
          <a:noFill/>
        </p:spPr>
        <p:txBody>
          <a:bodyPr anchor="ctr" anchorCtr="false">
            <a:noAutofit/>
          </a:bodyPr>
          <a:lstStyle>
            <a:lvl1pPr marL="0" indent="0" algn="ctr">
              <a:buNone/>
              <a:defRPr sz="9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单击插入图标</a:t>
            </a:r>
            <a:endParaRPr lang="zh-TW" altLang="en-US" noProof="false"/>
          </a:p>
        </p:txBody>
      </p:sp>
      <p:sp>
        <p:nvSpPr>
          <p:cNvPr id="2749" name="Picture Placeholder 9"/>
          <p:cNvSpPr>
            <a:spLocks noGrp="true"/>
          </p:cNvSpPr>
          <p:nvPr>
            <p:ph type="pic" sz="quarter" idx="24" hasCustomPrompt="true"/>
          </p:nvPr>
        </p:nvSpPr>
        <p:spPr>
          <a:xfrm>
            <a:off x="8206725" y="3570481"/>
            <a:ext cx="1437781" cy="832609"/>
          </a:xfrm>
          <a:prstGeom prst="roundRect">
            <a:avLst>
              <a:gd name="adj" fmla="val 50000"/>
            </a:avLst>
          </a:prstGeom>
          <a:noFill/>
        </p:spPr>
        <p:txBody>
          <a:bodyPr anchor="ctr" anchorCtr="false">
            <a:noAutofit/>
          </a:bodyPr>
          <a:lstStyle>
            <a:lvl1pPr marL="0" indent="0" algn="ctr">
              <a:buNone/>
              <a:defRPr sz="9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单击插入图标</a:t>
            </a:r>
            <a:endParaRPr lang="zh-TW" altLang="en-US" noProof="false"/>
          </a:p>
        </p:txBody>
      </p:sp>
      <p:sp>
        <p:nvSpPr>
          <p:cNvPr id="2750" name="Picture Placeholder 9"/>
          <p:cNvSpPr>
            <a:spLocks noGrp="true"/>
          </p:cNvSpPr>
          <p:nvPr>
            <p:ph type="pic" sz="quarter" idx="25" hasCustomPrompt="true"/>
          </p:nvPr>
        </p:nvSpPr>
        <p:spPr>
          <a:xfrm>
            <a:off x="10061941" y="3570481"/>
            <a:ext cx="1437781" cy="832609"/>
          </a:xfrm>
          <a:prstGeom prst="roundRect">
            <a:avLst>
              <a:gd name="adj" fmla="val 50000"/>
            </a:avLst>
          </a:prstGeom>
          <a:noFill/>
        </p:spPr>
        <p:txBody>
          <a:bodyPr anchor="ctr" anchorCtr="false">
            <a:noAutofit/>
          </a:bodyPr>
          <a:lstStyle>
            <a:lvl1pPr marL="0" indent="0" algn="ctr">
              <a:buNone/>
              <a:defRPr sz="9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单击插入图标</a:t>
            </a:r>
            <a:endParaRPr lang="zh-TW" altLang="en-US" noProof="false"/>
          </a:p>
        </p:txBody>
      </p:sp>
      <p:sp>
        <p:nvSpPr>
          <p:cNvPr id="2751" name="Picture Placeholder 9"/>
          <p:cNvSpPr>
            <a:spLocks noGrp="true"/>
          </p:cNvSpPr>
          <p:nvPr>
            <p:ph type="pic" sz="quarter" idx="26" hasCustomPrompt="true"/>
          </p:nvPr>
        </p:nvSpPr>
        <p:spPr>
          <a:xfrm>
            <a:off x="4496293" y="5025266"/>
            <a:ext cx="1437781" cy="832609"/>
          </a:xfrm>
          <a:prstGeom prst="roundRect">
            <a:avLst>
              <a:gd name="adj" fmla="val 50000"/>
            </a:avLst>
          </a:prstGeom>
          <a:noFill/>
        </p:spPr>
        <p:txBody>
          <a:bodyPr anchor="ctr" anchorCtr="false">
            <a:noAutofit/>
          </a:bodyPr>
          <a:lstStyle>
            <a:lvl1pPr marL="0" indent="0" algn="ctr">
              <a:buNone/>
              <a:defRPr sz="9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单击插入图标</a:t>
            </a:r>
            <a:endParaRPr lang="zh-TW" altLang="en-US" noProof="false"/>
          </a:p>
        </p:txBody>
      </p:sp>
      <p:sp>
        <p:nvSpPr>
          <p:cNvPr id="2752" name="Picture Placeholder 9"/>
          <p:cNvSpPr>
            <a:spLocks noGrp="true"/>
          </p:cNvSpPr>
          <p:nvPr>
            <p:ph type="pic" sz="quarter" idx="27" hasCustomPrompt="true"/>
          </p:nvPr>
        </p:nvSpPr>
        <p:spPr>
          <a:xfrm>
            <a:off x="6351509" y="5025266"/>
            <a:ext cx="1437781" cy="832609"/>
          </a:xfrm>
          <a:prstGeom prst="roundRect">
            <a:avLst>
              <a:gd name="adj" fmla="val 50000"/>
            </a:avLst>
          </a:prstGeom>
          <a:noFill/>
        </p:spPr>
        <p:txBody>
          <a:bodyPr anchor="ctr" anchorCtr="false">
            <a:noAutofit/>
          </a:bodyPr>
          <a:lstStyle>
            <a:lvl1pPr marL="0" indent="0" algn="ctr">
              <a:buNone/>
              <a:defRPr sz="9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单击插入图标</a:t>
            </a:r>
            <a:endParaRPr lang="zh-TW" altLang="en-US" noProof="false"/>
          </a:p>
        </p:txBody>
      </p:sp>
      <p:sp>
        <p:nvSpPr>
          <p:cNvPr id="2753" name="Picture Placeholder 9"/>
          <p:cNvSpPr>
            <a:spLocks noGrp="true"/>
          </p:cNvSpPr>
          <p:nvPr>
            <p:ph type="pic" sz="quarter" idx="28" hasCustomPrompt="true"/>
          </p:nvPr>
        </p:nvSpPr>
        <p:spPr>
          <a:xfrm>
            <a:off x="8206725" y="5025266"/>
            <a:ext cx="1437781" cy="832609"/>
          </a:xfrm>
          <a:prstGeom prst="roundRect">
            <a:avLst>
              <a:gd name="adj" fmla="val 50000"/>
            </a:avLst>
          </a:prstGeom>
          <a:noFill/>
        </p:spPr>
        <p:txBody>
          <a:bodyPr anchor="ctr" anchorCtr="false">
            <a:noAutofit/>
          </a:bodyPr>
          <a:lstStyle>
            <a:lvl1pPr marL="0" indent="0" algn="ctr">
              <a:buNone/>
              <a:defRPr sz="9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单击插入图标</a:t>
            </a:r>
            <a:endParaRPr lang="zh-TW" altLang="en-US" noProof="false"/>
          </a:p>
        </p:txBody>
      </p:sp>
      <p:sp>
        <p:nvSpPr>
          <p:cNvPr id="2754" name="Picture Placeholder 9"/>
          <p:cNvSpPr>
            <a:spLocks noGrp="true"/>
          </p:cNvSpPr>
          <p:nvPr>
            <p:ph type="pic" sz="quarter" idx="29" hasCustomPrompt="true"/>
          </p:nvPr>
        </p:nvSpPr>
        <p:spPr>
          <a:xfrm>
            <a:off x="10061941" y="5025266"/>
            <a:ext cx="1437781" cy="832609"/>
          </a:xfrm>
          <a:prstGeom prst="roundRect">
            <a:avLst>
              <a:gd name="adj" fmla="val 50000"/>
            </a:avLst>
          </a:prstGeom>
          <a:noFill/>
        </p:spPr>
        <p:txBody>
          <a:bodyPr anchor="ctr" anchorCtr="false">
            <a:noAutofit/>
          </a:bodyPr>
          <a:lstStyle>
            <a:lvl1pPr marL="0" indent="0" algn="ctr">
              <a:buNone/>
              <a:defRPr sz="9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单击插入图标</a:t>
            </a:r>
            <a:endParaRPr lang="zh-TW" altLang="en-US" noProof="false"/>
          </a:p>
        </p:txBody>
      </p:sp>
      <p:sp>
        <p:nvSpPr>
          <p:cNvPr id="2755" name="Text Placeholder 8"/>
          <p:cNvSpPr>
            <a:spLocks noGrp="true"/>
          </p:cNvSpPr>
          <p:nvPr>
            <p:ph type="body" sz="quarter" idx="30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altLang="zh-CN" noProof="false" err="true"/>
              <a:t>来源</a:t>
            </a:r>
            <a:r>
              <a:rPr lang="zh-CN" altLang="en-US" noProof="false"/>
              <a:t>：</a:t>
            </a:r>
            <a:endParaRPr lang="en-US" altLang="zh-CN" noProof="false"/>
          </a:p>
        </p:txBody>
      </p:sp>
      <p:sp>
        <p:nvSpPr>
          <p:cNvPr id="2756" name="Text Placeholder 6"/>
          <p:cNvSpPr>
            <a:spLocks noGrp="true"/>
          </p:cNvSpPr>
          <p:nvPr>
            <p:ph type="body" sz="quarter" idx="31" hasCustomPrompt="true"/>
          </p:nvPr>
        </p:nvSpPr>
        <p:spPr>
          <a:xfrm>
            <a:off x="479425" y="4093153"/>
            <a:ext cx="3599433" cy="1288180"/>
          </a:xfrm>
        </p:spPr>
        <p:txBody>
          <a:bodyPr/>
          <a:lstStyle>
            <a:lvl1pPr marL="0" indent="0">
              <a:buNone/>
              <a:defRPr lang="en-US" sz="1200" kern="1200" noProof="false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+mn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 altLang="zh-CN" noProof="false" err="true"/>
              <a:t>请输入正文内容</a:t>
            </a:r>
            <a:endParaRPr lang="en-US" altLang="zh-CN" noProof="false"/>
          </a:p>
        </p:txBody>
      </p:sp>
      <p:sp>
        <p:nvSpPr>
          <p:cNvPr id="2757" name="Text Placeholder 11"/>
          <p:cNvSpPr>
            <a:spLocks noGrp="true"/>
          </p:cNvSpPr>
          <p:nvPr>
            <p:ph type="body" sz="quarter" idx="14" hasCustomPrompt="true"/>
          </p:nvPr>
        </p:nvSpPr>
        <p:spPr>
          <a:xfrm>
            <a:off x="479425" y="2716847"/>
            <a:ext cx="3599433" cy="1214256"/>
          </a:xfrm>
        </p:spPr>
        <p:txBody>
          <a:bodyPr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lang="en-US" altLang="zh-TW" sz="3200" b="true" i="false" kern="1200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  <a:lvl2pPr marL="0" indent="0">
              <a:spcBef>
                <a:spcPts val="1000"/>
              </a:spcBef>
              <a:buNone/>
              <a:defRPr sz="12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marL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请输入标题</a:t>
            </a:r>
            <a:endParaRPr lang="en-US" altLang="zh-CN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TW" noProof="false" err="true"/>
              <a:t>请输入标题</a:t>
            </a:r>
            <a:endParaRPr lang="en-US" altLang="zh-TW" noProof="false"/>
          </a:p>
          <a:p>
            <a:pPr lvl="0"/>
            <a:endParaRPr lang="en-US" altLang="zh-CN" noProof="false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p="http://schemas.openxmlformats.org/presentationml/2006/main">
  <p:cSld name="Property slide 3">
    <p:spTree>
      <p:nvGrpSpPr>
        <p:cNvPr id="275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9" name="Slide Number Placeholder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2760" name="Picture Placeholder 9"/>
          <p:cNvSpPr>
            <a:spLocks noGrp="true"/>
          </p:cNvSpPr>
          <p:nvPr>
            <p:ph type="pic" sz="quarter" idx="13" hasCustomPrompt="true"/>
          </p:nvPr>
        </p:nvSpPr>
        <p:spPr>
          <a:xfrm>
            <a:off x="4760453" y="1087631"/>
            <a:ext cx="2745247" cy="1426969"/>
          </a:xfrm>
          <a:prstGeom prst="roundRect">
            <a:avLst>
              <a:gd name="adj" fmla="val 50000"/>
            </a:avLst>
          </a:prstGeom>
          <a:noFill/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单击插入图标</a:t>
            </a:r>
            <a:endParaRPr lang="zh-TW" altLang="en-US" noProof="false"/>
          </a:p>
        </p:txBody>
      </p:sp>
      <p:sp>
        <p:nvSpPr>
          <p:cNvPr id="2761" name="Picture Placeholder 9"/>
          <p:cNvSpPr>
            <a:spLocks noGrp="true"/>
          </p:cNvSpPr>
          <p:nvPr>
            <p:ph type="pic" sz="quarter" idx="15" hasCustomPrompt="true"/>
          </p:nvPr>
        </p:nvSpPr>
        <p:spPr>
          <a:xfrm>
            <a:off x="8517748" y="1087631"/>
            <a:ext cx="2745247" cy="1426969"/>
          </a:xfrm>
          <a:prstGeom prst="roundRect">
            <a:avLst>
              <a:gd name="adj" fmla="val 50000"/>
            </a:avLst>
          </a:prstGeom>
          <a:noFill/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单击插入图标</a:t>
            </a:r>
            <a:endParaRPr lang="zh-TW" altLang="en-US" noProof="false"/>
          </a:p>
        </p:txBody>
      </p:sp>
      <p:sp>
        <p:nvSpPr>
          <p:cNvPr id="2762" name="Picture Placeholder 9"/>
          <p:cNvSpPr>
            <a:spLocks noGrp="true"/>
          </p:cNvSpPr>
          <p:nvPr>
            <p:ph type="pic" sz="quarter" idx="16" hasCustomPrompt="true"/>
          </p:nvPr>
        </p:nvSpPr>
        <p:spPr>
          <a:xfrm>
            <a:off x="4760453" y="4018566"/>
            <a:ext cx="2745247" cy="1426969"/>
          </a:xfrm>
          <a:prstGeom prst="roundRect">
            <a:avLst>
              <a:gd name="adj" fmla="val 50000"/>
            </a:avLst>
          </a:prstGeom>
          <a:noFill/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单击插入图标</a:t>
            </a:r>
            <a:endParaRPr lang="zh-TW" altLang="en-US" noProof="false"/>
          </a:p>
        </p:txBody>
      </p:sp>
      <p:sp>
        <p:nvSpPr>
          <p:cNvPr id="2763" name="Picture Placeholder 9"/>
          <p:cNvSpPr>
            <a:spLocks noGrp="true"/>
          </p:cNvSpPr>
          <p:nvPr>
            <p:ph type="pic" sz="quarter" idx="17" hasCustomPrompt="true"/>
          </p:nvPr>
        </p:nvSpPr>
        <p:spPr>
          <a:xfrm>
            <a:off x="8517748" y="4018566"/>
            <a:ext cx="2745247" cy="1426969"/>
          </a:xfrm>
          <a:prstGeom prst="roundRect">
            <a:avLst>
              <a:gd name="adj" fmla="val 50000"/>
            </a:avLst>
          </a:prstGeom>
          <a:noFill/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单击插入图标</a:t>
            </a:r>
            <a:endParaRPr lang="zh-TW" altLang="en-US" noProof="false"/>
          </a:p>
        </p:txBody>
      </p:sp>
      <p:sp>
        <p:nvSpPr>
          <p:cNvPr id="2764" name="Text Placeholder 8"/>
          <p:cNvSpPr>
            <a:spLocks noGrp="true"/>
          </p:cNvSpPr>
          <p:nvPr>
            <p:ph type="body" sz="quarter" idx="23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altLang="zh-CN" noProof="false" err="true"/>
              <a:t>来源</a:t>
            </a:r>
            <a:r>
              <a:rPr lang="zh-CN" altLang="en-US" noProof="false"/>
              <a:t>：</a:t>
            </a:r>
            <a:endParaRPr lang="en-US" altLang="zh-CN" noProof="false"/>
          </a:p>
        </p:txBody>
      </p:sp>
      <p:sp>
        <p:nvSpPr>
          <p:cNvPr id="2765" name="Text Placeholder 11"/>
          <p:cNvSpPr>
            <a:spLocks noGrp="true"/>
          </p:cNvSpPr>
          <p:nvPr>
            <p:ph type="body" sz="quarter" idx="14" hasCustomPrompt="true"/>
          </p:nvPr>
        </p:nvSpPr>
        <p:spPr>
          <a:xfrm>
            <a:off x="479425" y="2716847"/>
            <a:ext cx="3599433" cy="1214256"/>
          </a:xfrm>
        </p:spPr>
        <p:txBody>
          <a:bodyPr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lang="en-US" altLang="zh-TW" sz="32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  <a:lvl2pPr marL="0" indent="0">
              <a:spcBef>
                <a:spcPts val="1000"/>
              </a:spcBef>
              <a:buNone/>
              <a:defRPr sz="12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marL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noProof="false" err="true"/>
              <a:t>请输入标题</a:t>
            </a:r>
            <a:endParaRPr lang="en-US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TW" noProof="false" err="true"/>
              <a:t>请输入标题</a:t>
            </a:r>
            <a:endParaRPr lang="en-US" altLang="zh-TW" noProof="false"/>
          </a:p>
          <a:p>
            <a:pPr marL="0" lvl="0" indent="0" algn="l" defTabSz="914400" rtl="false" eaLnBrk="true" latinLnBrk="false" hangingPunct="true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noProof="false"/>
          </a:p>
        </p:txBody>
      </p:sp>
      <p:sp>
        <p:nvSpPr>
          <p:cNvPr id="2766" name="Text Placeholder 6"/>
          <p:cNvSpPr>
            <a:spLocks noGrp="true"/>
          </p:cNvSpPr>
          <p:nvPr>
            <p:ph type="body" sz="quarter" idx="31" hasCustomPrompt="true"/>
          </p:nvPr>
        </p:nvSpPr>
        <p:spPr>
          <a:xfrm>
            <a:off x="479425" y="4093153"/>
            <a:ext cx="3599433" cy="1288180"/>
          </a:xfrm>
        </p:spPr>
        <p:txBody>
          <a:bodyPr/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 noProof="false" err="true"/>
              <a:t>请输入正文内容</a:t>
            </a:r>
            <a:endParaRPr lang="en-US" noProof="false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p="http://schemas.openxmlformats.org/presentationml/2006/main">
  <p:cSld name="2_Property slide 3">
    <p:bg>
      <p:bgPr>
        <a:solidFill>
          <a:schemeClr val="tx1"/>
        </a:solidFill>
        <a:effectLst/>
      </p:bgPr>
    </p:bg>
    <p:spTree>
      <p:nvGrpSpPr>
        <p:cNvPr id="276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8" name="Slide Number Placeholder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2769" name="Picture Placeholder 9"/>
          <p:cNvSpPr>
            <a:spLocks noGrp="true"/>
          </p:cNvSpPr>
          <p:nvPr>
            <p:ph type="pic" sz="quarter" idx="13" hasCustomPrompt="true"/>
          </p:nvPr>
        </p:nvSpPr>
        <p:spPr>
          <a:xfrm>
            <a:off x="4760453" y="1087631"/>
            <a:ext cx="2745247" cy="1426969"/>
          </a:xfrm>
          <a:prstGeom prst="roundRect">
            <a:avLst>
              <a:gd name="adj" fmla="val 50000"/>
            </a:avLst>
          </a:prstGeom>
          <a:noFill/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单击插入图标</a:t>
            </a:r>
            <a:endParaRPr lang="zh-TW" altLang="en-US" noProof="false"/>
          </a:p>
        </p:txBody>
      </p:sp>
      <p:sp>
        <p:nvSpPr>
          <p:cNvPr id="2770" name="Picture Placeholder 9"/>
          <p:cNvSpPr>
            <a:spLocks noGrp="true"/>
          </p:cNvSpPr>
          <p:nvPr>
            <p:ph type="pic" sz="quarter" idx="15" hasCustomPrompt="true"/>
          </p:nvPr>
        </p:nvSpPr>
        <p:spPr>
          <a:xfrm>
            <a:off x="8517748" y="1087631"/>
            <a:ext cx="2745247" cy="1426969"/>
          </a:xfrm>
          <a:prstGeom prst="roundRect">
            <a:avLst>
              <a:gd name="adj" fmla="val 50000"/>
            </a:avLst>
          </a:prstGeom>
          <a:noFill/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单击插入图标</a:t>
            </a:r>
            <a:endParaRPr lang="zh-TW" altLang="en-US" noProof="false"/>
          </a:p>
        </p:txBody>
      </p:sp>
      <p:sp>
        <p:nvSpPr>
          <p:cNvPr id="2771" name="Picture Placeholder 9"/>
          <p:cNvSpPr>
            <a:spLocks noGrp="true"/>
          </p:cNvSpPr>
          <p:nvPr>
            <p:ph type="pic" sz="quarter" idx="16" hasCustomPrompt="true"/>
          </p:nvPr>
        </p:nvSpPr>
        <p:spPr>
          <a:xfrm>
            <a:off x="4760453" y="4018566"/>
            <a:ext cx="2745247" cy="1426969"/>
          </a:xfrm>
          <a:prstGeom prst="roundRect">
            <a:avLst>
              <a:gd name="adj" fmla="val 50000"/>
            </a:avLst>
          </a:prstGeom>
          <a:noFill/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单击插入图标</a:t>
            </a:r>
            <a:endParaRPr lang="zh-TW" altLang="en-US" noProof="false"/>
          </a:p>
        </p:txBody>
      </p:sp>
      <p:sp>
        <p:nvSpPr>
          <p:cNvPr id="2772" name="Picture Placeholder 9"/>
          <p:cNvSpPr>
            <a:spLocks noGrp="true"/>
          </p:cNvSpPr>
          <p:nvPr>
            <p:ph type="pic" sz="quarter" idx="17" hasCustomPrompt="true"/>
          </p:nvPr>
        </p:nvSpPr>
        <p:spPr>
          <a:xfrm>
            <a:off x="8517748" y="4018566"/>
            <a:ext cx="2745247" cy="1426969"/>
          </a:xfrm>
          <a:prstGeom prst="roundRect">
            <a:avLst>
              <a:gd name="adj" fmla="val 50000"/>
            </a:avLst>
          </a:prstGeom>
          <a:noFill/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单击插入图标</a:t>
            </a:r>
            <a:endParaRPr lang="zh-TW" altLang="en-US" noProof="false"/>
          </a:p>
        </p:txBody>
      </p:sp>
      <p:sp>
        <p:nvSpPr>
          <p:cNvPr id="2773" name="Text Placeholder 8"/>
          <p:cNvSpPr>
            <a:spLocks noGrp="true"/>
          </p:cNvSpPr>
          <p:nvPr>
            <p:ph type="body" sz="quarter" idx="23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altLang="zh-CN" noProof="false" err="true"/>
              <a:t>来源</a:t>
            </a:r>
            <a:r>
              <a:rPr lang="zh-CN" altLang="en-US" noProof="false"/>
              <a:t>：</a:t>
            </a:r>
            <a:endParaRPr lang="en-US" altLang="zh-CN" noProof="false"/>
          </a:p>
        </p:txBody>
      </p:sp>
      <p:sp>
        <p:nvSpPr>
          <p:cNvPr id="2774" name="Text Placeholder 11"/>
          <p:cNvSpPr>
            <a:spLocks noGrp="true"/>
          </p:cNvSpPr>
          <p:nvPr>
            <p:ph type="body" sz="quarter" idx="14" hasCustomPrompt="true"/>
          </p:nvPr>
        </p:nvSpPr>
        <p:spPr>
          <a:xfrm>
            <a:off x="479425" y="2716847"/>
            <a:ext cx="3599433" cy="1214256"/>
          </a:xfrm>
        </p:spPr>
        <p:txBody>
          <a:bodyPr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lang="en-US" altLang="zh-TW" sz="3200" b="true" i="false" kern="1200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  <a:lvl2pPr marL="0" indent="0">
              <a:spcBef>
                <a:spcPts val="1000"/>
              </a:spcBef>
              <a:buNone/>
              <a:defRPr sz="12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marL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noProof="false" err="true"/>
              <a:t>请输入标题</a:t>
            </a:r>
            <a:endParaRPr lang="en-US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TW" noProof="false" err="true"/>
              <a:t>请输入标题</a:t>
            </a:r>
            <a:endParaRPr lang="en-US" altLang="zh-TW" noProof="false"/>
          </a:p>
          <a:p>
            <a:pPr marL="0" lvl="0" indent="0" algn="l" defTabSz="914400" rtl="false" eaLnBrk="true" latinLnBrk="false" hangingPunct="true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noProof="false"/>
          </a:p>
        </p:txBody>
      </p:sp>
      <p:sp>
        <p:nvSpPr>
          <p:cNvPr id="2775" name="Text Placeholder 6"/>
          <p:cNvSpPr>
            <a:spLocks noGrp="true"/>
          </p:cNvSpPr>
          <p:nvPr>
            <p:ph type="body" sz="quarter" idx="31" hasCustomPrompt="true"/>
          </p:nvPr>
        </p:nvSpPr>
        <p:spPr>
          <a:xfrm>
            <a:off x="479425" y="4093153"/>
            <a:ext cx="3599433" cy="1288180"/>
          </a:xfr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 altLang="zh-CN" noProof="false" err="true"/>
              <a:t>请输入正文内容</a:t>
            </a:r>
            <a:endParaRPr lang="en-US" altLang="zh-CN" noProof="false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p="http://schemas.openxmlformats.org/presentationml/2006/main">
  <p:cSld name="Case study 1">
    <p:spTree>
      <p:nvGrpSpPr>
        <p:cNvPr id="277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7" name="Text Placeholder 13"/>
          <p:cNvSpPr>
            <a:spLocks noGrp="true"/>
          </p:cNvSpPr>
          <p:nvPr>
            <p:ph type="body" sz="quarter" idx="27" hasCustomPrompt="true"/>
          </p:nvPr>
        </p:nvSpPr>
        <p:spPr>
          <a:xfrm>
            <a:off x="507365" y="2326640"/>
            <a:ext cx="4856400" cy="858245"/>
          </a:xfrm>
        </p:spPr>
        <p:txBody>
          <a:bodyPr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lang="en-US" sz="1100" kern="1200" noProof="false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+mn-cs"/>
              </a:defRPr>
            </a:lvl1pPr>
            <a:lvl2pPr marL="0" indent="0">
              <a:lnSpc>
                <a:spcPct val="100000"/>
              </a:lnSpc>
              <a:spcBef>
                <a:spcPts val="300"/>
              </a:spcBef>
              <a:buNone/>
              <a:defRPr sz="1200"/>
            </a:lvl2pPr>
            <a:lvl3pPr marL="228600" indent="-228600">
              <a:tabLst>
                <a:tab pos="92075" algn="l"/>
              </a:tabLst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false" dirty="false" err="true"/>
              <a:t>请输入正文内容</a:t>
            </a:r>
            <a:endParaRPr lang="en-US" noProof="false" dirty="false"/>
          </a:p>
          <a:p>
            <a:pPr marL="0" marR="0" lvl="0" indent="0" algn="l" defTabSz="914400" rtl="false" eaLnBrk="true" fontAlgn="auto" latinLnBrk="false" hangingPunct="true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noProof="false" dirty="false" err="true"/>
              <a:t>请输入正文内容</a:t>
            </a:r>
            <a:endParaRPr lang="en-US" altLang="zh-CN" noProof="false" dirty="false"/>
          </a:p>
          <a:p>
            <a:pPr marL="0" marR="0" lvl="0" indent="0" algn="l" defTabSz="914400" rtl="false" eaLnBrk="true" fontAlgn="auto" latinLnBrk="false" hangingPunct="true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noProof="false" dirty="false" err="true"/>
              <a:t>请输入正文内容</a:t>
            </a:r>
            <a:endParaRPr lang="en-US" altLang="zh-CN" noProof="false" dirty="false"/>
          </a:p>
          <a:p>
            <a:pPr marL="0" marR="0" lvl="0" indent="0" algn="l" defTabSz="914400" rtl="false" eaLnBrk="true" fontAlgn="auto" latinLnBrk="false" hangingPunct="true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noProof="false" dirty="false" err="true"/>
              <a:t>请输入正文内容</a:t>
            </a:r>
            <a:endParaRPr lang="en-US" altLang="zh-CN" noProof="false" dirty="false"/>
          </a:p>
        </p:txBody>
      </p:sp>
      <p:sp>
        <p:nvSpPr>
          <p:cNvPr id="2778" name="Title 1"/>
          <p:cNvSpPr>
            <a:spLocks noGrp="true"/>
          </p:cNvSpPr>
          <p:nvPr>
            <p:ph type="title" hasCustomPrompt="true"/>
          </p:nvPr>
        </p:nvSpPr>
        <p:spPr>
          <a:xfrm>
            <a:off x="507365" y="500062"/>
            <a:ext cx="4856400" cy="1259290"/>
          </a:xfrm>
        </p:spPr>
        <p:txBody>
          <a:bodyPr/>
          <a:lstStyle>
            <a:lvl1pPr>
              <a:lnSpc>
                <a:spcPct val="90000"/>
              </a:lnSpc>
              <a:defRPr/>
            </a:lvl1pPr>
          </a:lstStyle>
          <a:p>
            <a:pPr/>
            <a:r>
              <a:rPr lang="en-US" noProof="false" dirty="false" err="true"/>
              <a:t>请输入标题</a:t>
            </a:r>
            <a:endParaRPr lang="en-US" noProof="false" dirty="false"/>
          </a:p>
        </p:txBody>
      </p:sp>
      <p:sp>
        <p:nvSpPr>
          <p:cNvPr id="2779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/>
          <a:lstStyle/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2780" name="Text Placeholder 13"/>
          <p:cNvSpPr>
            <a:spLocks noGrp="true"/>
          </p:cNvSpPr>
          <p:nvPr>
            <p:ph type="body" sz="quarter" idx="12" hasCustomPrompt="true"/>
          </p:nvPr>
        </p:nvSpPr>
        <p:spPr>
          <a:xfrm>
            <a:off x="6759619" y="706321"/>
            <a:ext cx="1828799" cy="856262"/>
          </a:xfrm>
        </p:spPr>
        <p:txBody>
          <a:bodyPr/>
          <a:lstStyle>
            <a:lvl1pPr marL="0" indent="0">
              <a:buNone/>
              <a:defRPr sz="7200" b="true" i="false">
                <a:latin typeface="+mj-lt"/>
              </a:defRPr>
            </a:lvl1pPr>
          </a:lstStyle>
          <a:p>
            <a:pPr lvl="0"/>
            <a:r>
              <a:rPr lang="en-US" noProof="false"/>
              <a:t>XXX</a:t>
            </a:r>
            <a:endParaRPr lang="en-US" noProof="false"/>
          </a:p>
        </p:txBody>
      </p:sp>
      <p:sp>
        <p:nvSpPr>
          <p:cNvPr id="2781" name="Text Placeholder 13"/>
          <p:cNvSpPr>
            <a:spLocks noGrp="true"/>
          </p:cNvSpPr>
          <p:nvPr>
            <p:ph type="body" sz="quarter" idx="15" hasCustomPrompt="true"/>
          </p:nvPr>
        </p:nvSpPr>
        <p:spPr>
          <a:xfrm>
            <a:off x="6759619" y="3000869"/>
            <a:ext cx="1828799" cy="856262"/>
          </a:xfrm>
        </p:spPr>
        <p:txBody>
          <a:bodyPr/>
          <a:lstStyle>
            <a:lvl1pPr marL="0" indent="0">
              <a:buNone/>
              <a:defRPr lang="en-US" sz="7200" b="true" i="false" kern="1200" noProof="false" dirty="false">
                <a:solidFill>
                  <a:schemeClr val="tx1"/>
                </a:solidFill>
                <a:latin typeface="+mj-lt"/>
                <a:ea typeface="Noto Sans S Chinese Regular" panose="020B0500000000000000" pitchFamily="34" charset="-128"/>
                <a:cs typeface="+mn-cs"/>
              </a:defRPr>
            </a:lvl1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noProof="false"/>
              <a:t>XXX</a:t>
            </a:r>
            <a:endParaRPr lang="en-US" noProof="false"/>
          </a:p>
        </p:txBody>
      </p:sp>
      <p:sp>
        <p:nvSpPr>
          <p:cNvPr id="2782" name="Text Placeholder 13"/>
          <p:cNvSpPr>
            <a:spLocks noGrp="true"/>
          </p:cNvSpPr>
          <p:nvPr>
            <p:ph type="body" sz="quarter" idx="16" hasCustomPrompt="true"/>
          </p:nvPr>
        </p:nvSpPr>
        <p:spPr>
          <a:xfrm>
            <a:off x="6759619" y="5295417"/>
            <a:ext cx="1828799" cy="856262"/>
          </a:xfrm>
        </p:spPr>
        <p:txBody>
          <a:bodyPr/>
          <a:lstStyle>
            <a:lvl1pPr marL="0" indent="0">
              <a:buNone/>
              <a:defRPr lang="en-US" sz="7200" b="true" i="false" kern="1200" noProof="false" dirty="false">
                <a:solidFill>
                  <a:schemeClr val="tx1"/>
                </a:solidFill>
                <a:latin typeface="+mj-lt"/>
                <a:ea typeface="Noto Sans S Chinese Regular" panose="020B0500000000000000" pitchFamily="34" charset="-128"/>
                <a:cs typeface="+mn-cs"/>
              </a:defRPr>
            </a:lvl1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noProof="false"/>
              <a:t>XXX</a:t>
            </a:r>
            <a:endParaRPr lang="en-US" noProof="false"/>
          </a:p>
        </p:txBody>
      </p:sp>
      <p:sp>
        <p:nvSpPr>
          <p:cNvPr id="2783" name="Text Placeholder 18"/>
          <p:cNvSpPr>
            <a:spLocks noGrp="true"/>
          </p:cNvSpPr>
          <p:nvPr>
            <p:ph type="body" sz="quarter" idx="22" hasCustomPrompt="true"/>
          </p:nvPr>
        </p:nvSpPr>
        <p:spPr>
          <a:xfrm>
            <a:off x="9109275" y="500062"/>
            <a:ext cx="2584250" cy="1259290"/>
          </a:xfrm>
        </p:spPr>
        <p:txBody>
          <a:bodyPr anchor="ctr" anchorCtr="false"/>
          <a:lstStyle>
            <a:lvl1pPr marL="0" indent="0">
              <a:buNone/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zh-CN" noProof="false" err="true"/>
              <a:t>请输入正文内容</a:t>
            </a:r>
            <a:endParaRPr lang="en-US" altLang="zh-CN" noProof="false"/>
          </a:p>
        </p:txBody>
      </p:sp>
      <p:sp>
        <p:nvSpPr>
          <p:cNvPr id="2784" name="Text Placeholder 18"/>
          <p:cNvSpPr>
            <a:spLocks noGrp="true"/>
          </p:cNvSpPr>
          <p:nvPr>
            <p:ph type="body" sz="quarter" idx="23" hasCustomPrompt="true"/>
          </p:nvPr>
        </p:nvSpPr>
        <p:spPr>
          <a:xfrm>
            <a:off x="9109275" y="2816658"/>
            <a:ext cx="2584250" cy="1259290"/>
          </a:xfrm>
        </p:spPr>
        <p:txBody>
          <a:bodyPr anchor="ctr" anchorCtr="false"/>
          <a:lstStyle>
            <a:lvl1pPr marL="0" indent="0">
              <a:buNone/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zh-CN" noProof="false" err="true"/>
              <a:t>请输入正文内容</a:t>
            </a:r>
            <a:endParaRPr lang="en-US" altLang="zh-CN" noProof="false"/>
          </a:p>
        </p:txBody>
      </p:sp>
      <p:sp>
        <p:nvSpPr>
          <p:cNvPr id="2785" name="Text Placeholder 18"/>
          <p:cNvSpPr>
            <a:spLocks noGrp="true"/>
          </p:cNvSpPr>
          <p:nvPr>
            <p:ph type="body" sz="quarter" idx="24" hasCustomPrompt="true"/>
          </p:nvPr>
        </p:nvSpPr>
        <p:spPr>
          <a:xfrm>
            <a:off x="9109275" y="5098648"/>
            <a:ext cx="2584250" cy="1259290"/>
          </a:xfrm>
        </p:spPr>
        <p:txBody>
          <a:bodyPr anchor="ctr" anchorCtr="false"/>
          <a:lstStyle>
            <a:lvl1pPr marL="0" indent="0">
              <a:buNone/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zh-CN" noProof="false" err="true"/>
              <a:t>请输入正文内容</a:t>
            </a:r>
            <a:endParaRPr lang="en-US" altLang="zh-CN" noProof="false"/>
          </a:p>
        </p:txBody>
      </p:sp>
      <p:cxnSp>
        <p:nvCxnSpPr>
          <p:cNvPr id="2786" name="Straight Connector 13"/>
          <p:cNvCxnSpPr/>
          <p:nvPr userDrawn="true"/>
        </p:nvCxnSpPr>
        <p:spPr>
          <a:xfrm>
            <a:off x="6203950" y="0"/>
            <a:ext cx="0" cy="6858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87" name="Straight Connector 14"/>
          <p:cNvCxnSpPr/>
          <p:nvPr userDrawn="true"/>
        </p:nvCxnSpPr>
        <p:spPr>
          <a:xfrm flipH="true">
            <a:off x="6203950" y="2283107"/>
            <a:ext cx="5987457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88" name="Straight Connector 16"/>
          <p:cNvCxnSpPr/>
          <p:nvPr userDrawn="true"/>
        </p:nvCxnSpPr>
        <p:spPr>
          <a:xfrm flipH="true">
            <a:off x="6203950" y="4574894"/>
            <a:ext cx="5987457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89" name="Text Placeholder 8"/>
          <p:cNvSpPr>
            <a:spLocks noGrp="true"/>
          </p:cNvSpPr>
          <p:nvPr>
            <p:ph type="body" sz="quarter" idx="25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altLang="zh-CN" noProof="false" err="true"/>
              <a:t>来源</a:t>
            </a:r>
            <a:r>
              <a:rPr lang="zh-CN" altLang="en-US" noProof="false"/>
              <a:t>：</a:t>
            </a:r>
            <a:endParaRPr lang="en-US" altLang="zh-CN" noProof="false"/>
          </a:p>
        </p:txBody>
      </p:sp>
      <p:sp>
        <p:nvSpPr>
          <p:cNvPr id="2790" name="Text Placeholder 13"/>
          <p:cNvSpPr>
            <a:spLocks noGrp="true"/>
          </p:cNvSpPr>
          <p:nvPr>
            <p:ph type="body" sz="quarter" idx="26" hasCustomPrompt="true"/>
          </p:nvPr>
        </p:nvSpPr>
        <p:spPr>
          <a:xfrm>
            <a:off x="507365" y="2013995"/>
            <a:ext cx="4856400" cy="190726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600" b="true" i="false">
                <a:latin typeface="Noto Sans S Chinese Bold" panose="020B0500000000000000" pitchFamily="34" charset="-128"/>
                <a:ea typeface="Noto Sans S Chinese Bold" panose="020B0500000000000000" pitchFamily="34" charset="-128"/>
              </a:defRPr>
            </a:lvl1pPr>
            <a:lvl2pPr marL="0" indent="0">
              <a:lnSpc>
                <a:spcPct val="100000"/>
              </a:lnSpc>
              <a:spcBef>
                <a:spcPts val="300"/>
              </a:spcBef>
              <a:buNone/>
              <a:defRPr sz="1200"/>
            </a:lvl2pPr>
            <a:lvl3pPr marL="228600" indent="-228600">
              <a:tabLst>
                <a:tab pos="92075" algn="l"/>
              </a:tabLst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false" err="true"/>
              <a:t>请输入小标题</a:t>
            </a:r>
            <a:endParaRPr lang="en-US" noProof="false"/>
          </a:p>
        </p:txBody>
      </p:sp>
      <p:sp>
        <p:nvSpPr>
          <p:cNvPr id="2791" name="Text Placeholder 13"/>
          <p:cNvSpPr>
            <a:spLocks noGrp="true"/>
          </p:cNvSpPr>
          <p:nvPr>
            <p:ph type="body" sz="quarter" idx="28" hasCustomPrompt="true"/>
          </p:nvPr>
        </p:nvSpPr>
        <p:spPr>
          <a:xfrm>
            <a:off x="507365" y="3664333"/>
            <a:ext cx="4856400" cy="8579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lang="en-US" altLang="zh-CN" sz="1100" kern="1200" noProof="false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+mn-cs"/>
              </a:defRPr>
            </a:lvl1pPr>
            <a:lvl2pPr marL="0" indent="0">
              <a:lnSpc>
                <a:spcPct val="100000"/>
              </a:lnSpc>
              <a:spcBef>
                <a:spcPts val="300"/>
              </a:spcBef>
              <a:buNone/>
              <a:defRPr sz="1200"/>
            </a:lvl2pPr>
            <a:lvl3pPr marL="228600" indent="-228600">
              <a:tabLst>
                <a:tab pos="92075" algn="l"/>
              </a:tabLst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zh-CN" noProof="false" dirty="false" err="true"/>
              <a:t>请输入正文内容</a:t>
            </a:r>
            <a:endParaRPr lang="en-US" altLang="zh-CN" noProof="false" dirty="false"/>
          </a:p>
          <a:p>
            <a:pPr marL="0" marR="0" lvl="0" indent="0" algn="l" defTabSz="914400" rtl="false" eaLnBrk="true" fontAlgn="auto" latinLnBrk="false" hangingPunct="true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noProof="false" dirty="false" err="true"/>
              <a:t>请输入正文内容</a:t>
            </a:r>
            <a:endParaRPr lang="en-US" altLang="zh-CN" noProof="false" dirty="false"/>
          </a:p>
          <a:p>
            <a:pPr marL="0" marR="0" lvl="0" indent="0" algn="l" defTabSz="914400" rtl="false" eaLnBrk="true" fontAlgn="auto" latinLnBrk="false" hangingPunct="true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noProof="false" dirty="false" err="true"/>
              <a:t>请输入正文内容</a:t>
            </a:r>
            <a:endParaRPr lang="en-US" altLang="zh-CN" noProof="false" dirty="false"/>
          </a:p>
          <a:p>
            <a:pPr marL="0" marR="0" lvl="0" indent="0" algn="l" defTabSz="914400" rtl="false" eaLnBrk="true" fontAlgn="auto" latinLnBrk="false" hangingPunct="true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noProof="false" dirty="false" err="true"/>
              <a:t>请输入正文内容</a:t>
            </a:r>
            <a:endParaRPr lang="en-US" altLang="zh-CN" noProof="false" dirty="false"/>
          </a:p>
        </p:txBody>
      </p:sp>
      <p:sp>
        <p:nvSpPr>
          <p:cNvPr id="2792" name="Text Placeholder 13"/>
          <p:cNvSpPr>
            <a:spLocks noGrp="true"/>
          </p:cNvSpPr>
          <p:nvPr>
            <p:ph type="body" sz="quarter" idx="29" hasCustomPrompt="true"/>
          </p:nvPr>
        </p:nvSpPr>
        <p:spPr>
          <a:xfrm>
            <a:off x="507365" y="3351688"/>
            <a:ext cx="4856400" cy="190726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lang="en-US" altLang="zh-CN" sz="1600" b="true" i="false" kern="120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  <a:lvl2pPr marL="0" indent="0">
              <a:lnSpc>
                <a:spcPct val="100000"/>
              </a:lnSpc>
              <a:spcBef>
                <a:spcPts val="300"/>
              </a:spcBef>
              <a:buNone/>
              <a:defRPr sz="1200"/>
            </a:lvl2pPr>
            <a:lvl3pPr marL="228600" indent="-228600">
              <a:tabLst>
                <a:tab pos="92075" algn="l"/>
              </a:tabLst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zh-CN" noProof="false" err="true"/>
              <a:t>请输入小标题</a:t>
            </a:r>
            <a:endParaRPr lang="en-US" altLang="zh-CN" noProof="false"/>
          </a:p>
        </p:txBody>
      </p:sp>
      <p:sp>
        <p:nvSpPr>
          <p:cNvPr id="2793" name="Text Placeholder 13"/>
          <p:cNvSpPr>
            <a:spLocks noGrp="true"/>
          </p:cNvSpPr>
          <p:nvPr>
            <p:ph type="body" sz="quarter" idx="30" hasCustomPrompt="true"/>
          </p:nvPr>
        </p:nvSpPr>
        <p:spPr>
          <a:xfrm>
            <a:off x="507365" y="5001681"/>
            <a:ext cx="4856400" cy="84031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lang="en-US" altLang="zh-CN" sz="1100" kern="1200" noProof="false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+mn-cs"/>
              </a:defRPr>
            </a:lvl1pPr>
            <a:lvl2pPr marL="0" indent="0">
              <a:lnSpc>
                <a:spcPct val="100000"/>
              </a:lnSpc>
              <a:spcBef>
                <a:spcPts val="300"/>
              </a:spcBef>
              <a:buNone/>
              <a:defRPr sz="1200"/>
            </a:lvl2pPr>
            <a:lvl3pPr marL="228600" indent="-228600">
              <a:tabLst>
                <a:tab pos="92075" algn="l"/>
              </a:tabLst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zh-CN" noProof="false" dirty="false" err="true"/>
              <a:t>请输入正文内容</a:t>
            </a:r>
            <a:endParaRPr lang="en-US" altLang="zh-CN" noProof="false" dirty="false"/>
          </a:p>
          <a:p>
            <a:pPr marL="0" marR="0" lvl="0" indent="0" algn="l" defTabSz="914400" rtl="false" eaLnBrk="true" fontAlgn="auto" latinLnBrk="false" hangingPunct="true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noProof="false" dirty="false" err="true"/>
              <a:t>请输入正文内容</a:t>
            </a:r>
            <a:endParaRPr lang="en-US" altLang="zh-CN" noProof="false" dirty="false"/>
          </a:p>
          <a:p>
            <a:pPr marL="0" marR="0" lvl="0" indent="0" algn="l" defTabSz="914400" rtl="false" eaLnBrk="true" fontAlgn="auto" latinLnBrk="false" hangingPunct="true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noProof="false" dirty="false" err="true"/>
              <a:t>请输入正文内容</a:t>
            </a:r>
            <a:endParaRPr lang="en-US" altLang="zh-CN" noProof="false" dirty="false"/>
          </a:p>
          <a:p>
            <a:pPr marL="0" marR="0" lvl="0" indent="0" algn="l" defTabSz="914400" rtl="false" eaLnBrk="true" fontAlgn="auto" latinLnBrk="false" hangingPunct="true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noProof="false" dirty="false" err="true"/>
              <a:t>请输入正文内容</a:t>
            </a:r>
            <a:endParaRPr lang="en-US" altLang="zh-CN" noProof="false" dirty="false"/>
          </a:p>
        </p:txBody>
      </p:sp>
      <p:sp>
        <p:nvSpPr>
          <p:cNvPr id="2794" name="Text Placeholder 13"/>
          <p:cNvSpPr>
            <a:spLocks noGrp="true"/>
          </p:cNvSpPr>
          <p:nvPr>
            <p:ph type="body" sz="quarter" idx="31" hasCustomPrompt="true"/>
          </p:nvPr>
        </p:nvSpPr>
        <p:spPr>
          <a:xfrm>
            <a:off x="507365" y="4689036"/>
            <a:ext cx="4856400" cy="190726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lang="en-US" sz="1600" b="true" i="false" kern="120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  <a:lvl2pPr marL="0" indent="0">
              <a:lnSpc>
                <a:spcPct val="100000"/>
              </a:lnSpc>
              <a:spcBef>
                <a:spcPts val="300"/>
              </a:spcBef>
              <a:buNone/>
              <a:defRPr sz="1200"/>
            </a:lvl2pPr>
            <a:lvl3pPr marL="228600" indent="-228600">
              <a:tabLst>
                <a:tab pos="92075" algn="l"/>
              </a:tabLst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zh-CN" noProof="false" err="true"/>
              <a:t>请输入小标题</a:t>
            </a:r>
            <a:endParaRPr lang="en-US" altLang="zh-CN" noProof="false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p="http://schemas.openxmlformats.org/presentationml/2006/main">
  <p:cSld name="2_Case study 1">
    <p:bg>
      <p:bgPr>
        <a:solidFill>
          <a:schemeClr val="tx1"/>
        </a:solidFill>
        <a:effectLst/>
      </p:bgPr>
    </p:bg>
    <p:spTree>
      <p:nvGrpSpPr>
        <p:cNvPr id="279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6" name="Title 1"/>
          <p:cNvSpPr>
            <a:spLocks noGrp="true"/>
          </p:cNvSpPr>
          <p:nvPr>
            <p:ph type="title" hasCustomPrompt="true"/>
          </p:nvPr>
        </p:nvSpPr>
        <p:spPr>
          <a:xfrm>
            <a:off x="507365" y="500062"/>
            <a:ext cx="4856400" cy="1259290"/>
          </a:xfrm>
        </p:spPr>
        <p:txBody>
          <a:bodyPr/>
          <a:lstStyle>
            <a:lvl1pPr>
              <a:defRPr b="true" i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</a:defRPr>
            </a:lvl1pPr>
          </a:lstStyle>
          <a:p>
            <a:pPr/>
            <a:r>
              <a:rPr lang="en-US" noProof="false" dirty="false" err="true"/>
              <a:t>请输入标题</a:t>
            </a:r>
            <a:endParaRPr lang="en-US" noProof="false" dirty="false"/>
          </a:p>
        </p:txBody>
      </p:sp>
      <p:sp>
        <p:nvSpPr>
          <p:cNvPr id="2797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2798" name="Text Placeholder 13"/>
          <p:cNvSpPr>
            <a:spLocks noGrp="true"/>
          </p:cNvSpPr>
          <p:nvPr>
            <p:ph type="body" sz="quarter" idx="12" hasCustomPrompt="true"/>
          </p:nvPr>
        </p:nvSpPr>
        <p:spPr>
          <a:xfrm>
            <a:off x="6759619" y="706321"/>
            <a:ext cx="1828799" cy="856262"/>
          </a:xfrm>
        </p:spPr>
        <p:txBody>
          <a:bodyPr/>
          <a:lstStyle>
            <a:lvl1pPr marL="0" indent="0">
              <a:buNone/>
              <a:defRPr sz="7200" b="true" i="false">
                <a:solidFill>
                  <a:srgbClr val="FF6200"/>
                </a:solidFill>
                <a:latin typeface="+mj-lt"/>
              </a:defRPr>
            </a:lvl1pPr>
          </a:lstStyle>
          <a:p>
            <a:pPr lvl="0"/>
            <a:r>
              <a:rPr lang="en-US" noProof="false"/>
              <a:t>XXX</a:t>
            </a:r>
            <a:endParaRPr lang="en-US" noProof="false"/>
          </a:p>
        </p:txBody>
      </p:sp>
      <p:sp>
        <p:nvSpPr>
          <p:cNvPr id="2799" name="Text Placeholder 13"/>
          <p:cNvSpPr>
            <a:spLocks noGrp="true"/>
          </p:cNvSpPr>
          <p:nvPr>
            <p:ph type="body" sz="quarter" idx="15" hasCustomPrompt="true"/>
          </p:nvPr>
        </p:nvSpPr>
        <p:spPr>
          <a:xfrm>
            <a:off x="6759619" y="3000869"/>
            <a:ext cx="1828799" cy="856262"/>
          </a:xfrm>
        </p:spPr>
        <p:txBody>
          <a:bodyPr/>
          <a:lstStyle>
            <a:lvl1pPr marL="0" indent="0">
              <a:buNone/>
              <a:defRPr lang="en-US" sz="7200" b="true" i="false" kern="1200" noProof="false" dirty="false">
                <a:solidFill>
                  <a:srgbClr val="FF6200"/>
                </a:solidFill>
                <a:latin typeface="+mj-lt"/>
                <a:ea typeface="Noto Sans S Chinese Regular" panose="020B0500000000000000" pitchFamily="34" charset="-128"/>
                <a:cs typeface="+mn-cs"/>
              </a:defRPr>
            </a:lvl1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noProof="false"/>
              <a:t>XXX</a:t>
            </a:r>
            <a:endParaRPr lang="en-US" noProof="false"/>
          </a:p>
        </p:txBody>
      </p:sp>
      <p:sp>
        <p:nvSpPr>
          <p:cNvPr id="2800" name="Text Placeholder 13"/>
          <p:cNvSpPr>
            <a:spLocks noGrp="true"/>
          </p:cNvSpPr>
          <p:nvPr>
            <p:ph type="body" sz="quarter" idx="16" hasCustomPrompt="true"/>
          </p:nvPr>
        </p:nvSpPr>
        <p:spPr>
          <a:xfrm>
            <a:off x="6759619" y="5295417"/>
            <a:ext cx="1828799" cy="856262"/>
          </a:xfrm>
        </p:spPr>
        <p:txBody>
          <a:bodyPr/>
          <a:lstStyle>
            <a:lvl1pPr marL="0" indent="0">
              <a:buNone/>
              <a:defRPr lang="en-US" sz="7200" b="true" i="false" kern="1200" noProof="false" dirty="false">
                <a:solidFill>
                  <a:srgbClr val="FF6200"/>
                </a:solidFill>
                <a:latin typeface="+mj-lt"/>
                <a:ea typeface="Noto Sans S Chinese Regular" panose="020B0500000000000000" pitchFamily="34" charset="-128"/>
                <a:cs typeface="+mn-cs"/>
              </a:defRPr>
            </a:lvl1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noProof="false"/>
              <a:t>XXX</a:t>
            </a:r>
            <a:endParaRPr lang="en-US" noProof="false"/>
          </a:p>
        </p:txBody>
      </p:sp>
      <p:sp>
        <p:nvSpPr>
          <p:cNvPr id="2801" name="Text Placeholder 18"/>
          <p:cNvSpPr>
            <a:spLocks noGrp="true"/>
          </p:cNvSpPr>
          <p:nvPr>
            <p:ph type="body" sz="quarter" idx="22" hasCustomPrompt="true"/>
          </p:nvPr>
        </p:nvSpPr>
        <p:spPr>
          <a:xfrm>
            <a:off x="9109275" y="500062"/>
            <a:ext cx="2584250" cy="1259290"/>
          </a:xfrm>
        </p:spPr>
        <p:txBody>
          <a:bodyPr anchor="ctr" anchorCtr="false"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zh-CN" noProof="false" err="true"/>
              <a:t>请输入正文内容</a:t>
            </a:r>
            <a:endParaRPr lang="en-US" altLang="zh-CN" noProof="false"/>
          </a:p>
        </p:txBody>
      </p:sp>
      <p:sp>
        <p:nvSpPr>
          <p:cNvPr id="2802" name="Text Placeholder 18"/>
          <p:cNvSpPr>
            <a:spLocks noGrp="true"/>
          </p:cNvSpPr>
          <p:nvPr>
            <p:ph type="body" sz="quarter" idx="23" hasCustomPrompt="true"/>
          </p:nvPr>
        </p:nvSpPr>
        <p:spPr>
          <a:xfrm>
            <a:off x="9109275" y="2816658"/>
            <a:ext cx="2584250" cy="1259290"/>
          </a:xfrm>
        </p:spPr>
        <p:txBody>
          <a:bodyPr anchor="ctr" anchorCtr="false"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zh-CN" noProof="false" err="true"/>
              <a:t>请输入正文内容</a:t>
            </a:r>
            <a:endParaRPr lang="en-US" altLang="zh-CN" noProof="false"/>
          </a:p>
        </p:txBody>
      </p:sp>
      <p:sp>
        <p:nvSpPr>
          <p:cNvPr id="2803" name="Text Placeholder 18"/>
          <p:cNvSpPr>
            <a:spLocks noGrp="true"/>
          </p:cNvSpPr>
          <p:nvPr>
            <p:ph type="body" sz="quarter" idx="24" hasCustomPrompt="true"/>
          </p:nvPr>
        </p:nvSpPr>
        <p:spPr>
          <a:xfrm>
            <a:off x="9109275" y="5098648"/>
            <a:ext cx="2584250" cy="1259290"/>
          </a:xfrm>
        </p:spPr>
        <p:txBody>
          <a:bodyPr anchor="ctr" anchorCtr="false"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zh-CN" noProof="false" err="true"/>
              <a:t>请输入正文内容</a:t>
            </a:r>
            <a:endParaRPr lang="en-US" altLang="zh-CN" noProof="false"/>
          </a:p>
        </p:txBody>
      </p:sp>
      <p:cxnSp>
        <p:nvCxnSpPr>
          <p:cNvPr id="2804" name="Straight Connector 13"/>
          <p:cNvCxnSpPr/>
          <p:nvPr userDrawn="true"/>
        </p:nvCxnSpPr>
        <p:spPr>
          <a:xfrm>
            <a:off x="6203950" y="0"/>
            <a:ext cx="0" cy="68580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05" name="Straight Connector 14"/>
          <p:cNvCxnSpPr/>
          <p:nvPr userDrawn="true"/>
        </p:nvCxnSpPr>
        <p:spPr>
          <a:xfrm flipH="true">
            <a:off x="6203950" y="2283107"/>
            <a:ext cx="5987457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06" name="Straight Connector 16"/>
          <p:cNvCxnSpPr/>
          <p:nvPr userDrawn="true"/>
        </p:nvCxnSpPr>
        <p:spPr>
          <a:xfrm flipH="true">
            <a:off x="6203950" y="4574894"/>
            <a:ext cx="5987457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07" name="Text Placeholder 8"/>
          <p:cNvSpPr>
            <a:spLocks noGrp="true"/>
          </p:cNvSpPr>
          <p:nvPr>
            <p:ph type="body" sz="quarter" idx="25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altLang="zh-CN" noProof="false" err="true"/>
              <a:t>来源</a:t>
            </a:r>
            <a:r>
              <a:rPr lang="zh-CN" altLang="en-US" noProof="false"/>
              <a:t>：</a:t>
            </a:r>
            <a:endParaRPr lang="en-US" altLang="zh-CN" noProof="false"/>
          </a:p>
        </p:txBody>
      </p:sp>
      <p:sp>
        <p:nvSpPr>
          <p:cNvPr id="2808" name="Text Placeholder 13"/>
          <p:cNvSpPr>
            <a:spLocks noGrp="true"/>
          </p:cNvSpPr>
          <p:nvPr>
            <p:ph type="body" sz="quarter" idx="27" hasCustomPrompt="true"/>
          </p:nvPr>
        </p:nvSpPr>
        <p:spPr>
          <a:xfrm>
            <a:off x="507365" y="2326640"/>
            <a:ext cx="4856400" cy="867294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lang="en-US" sz="1200" kern="1200" noProof="false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+mn-cs"/>
              </a:defRPr>
            </a:lvl1pPr>
            <a:lvl2pPr marL="0" indent="0">
              <a:lnSpc>
                <a:spcPct val="100000"/>
              </a:lnSpc>
              <a:spcBef>
                <a:spcPts val="300"/>
              </a:spcBef>
              <a:buNone/>
              <a:defRPr sz="1200"/>
            </a:lvl2pPr>
            <a:lvl3pPr marL="228600" indent="-228600">
              <a:tabLst>
                <a:tab pos="92075" algn="l"/>
              </a:tabLst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zh-CN" noProof="false" dirty="false" err="true"/>
              <a:t>请输入正文内容</a:t>
            </a:r>
            <a:endParaRPr lang="en-US" altLang="zh-CN" noProof="false" dirty="false"/>
          </a:p>
          <a:p>
            <a:pPr marL="0" marR="0" lvl="0" indent="0" algn="l" defTabSz="914400" rtl="false" eaLnBrk="true" fontAlgn="auto" latinLnBrk="false" hangingPunct="true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noProof="false" dirty="false" err="true"/>
              <a:t>请输入正文内容</a:t>
            </a:r>
            <a:endParaRPr lang="en-US" altLang="zh-CN" noProof="false" dirty="false"/>
          </a:p>
          <a:p>
            <a:pPr marL="0" marR="0" lvl="0" indent="0" algn="l" defTabSz="914400" rtl="false" eaLnBrk="true" fontAlgn="auto" latinLnBrk="false" hangingPunct="true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noProof="false" dirty="false" err="true"/>
              <a:t>请输入正文内容</a:t>
            </a:r>
            <a:endParaRPr lang="en-US" altLang="zh-CN" noProof="false" dirty="false"/>
          </a:p>
          <a:p>
            <a:pPr marL="0" marR="0" lvl="0" indent="0" algn="l" defTabSz="914400" rtl="false" eaLnBrk="true" fontAlgn="auto" latinLnBrk="false" hangingPunct="true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noProof="false" dirty="false" err="true"/>
              <a:t>请输入正文内容</a:t>
            </a:r>
            <a:endParaRPr lang="en-US" altLang="zh-CN" noProof="false" dirty="false"/>
          </a:p>
        </p:txBody>
      </p:sp>
      <p:sp>
        <p:nvSpPr>
          <p:cNvPr id="2809" name="Text Placeholder 13"/>
          <p:cNvSpPr>
            <a:spLocks noGrp="true"/>
          </p:cNvSpPr>
          <p:nvPr>
            <p:ph type="body" sz="quarter" idx="26" hasCustomPrompt="true"/>
          </p:nvPr>
        </p:nvSpPr>
        <p:spPr>
          <a:xfrm>
            <a:off x="507365" y="2013995"/>
            <a:ext cx="4856400" cy="190726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600" b="true" i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</a:defRPr>
            </a:lvl1pPr>
            <a:lvl2pPr marL="0" indent="0">
              <a:lnSpc>
                <a:spcPct val="100000"/>
              </a:lnSpc>
              <a:spcBef>
                <a:spcPts val="300"/>
              </a:spcBef>
              <a:buNone/>
              <a:defRPr sz="1200"/>
            </a:lvl2pPr>
            <a:lvl3pPr marL="228600" indent="-228600">
              <a:tabLst>
                <a:tab pos="92075" algn="l"/>
              </a:tabLst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false" err="true"/>
              <a:t>请输入小标题</a:t>
            </a:r>
            <a:endParaRPr lang="en-US" noProof="false"/>
          </a:p>
        </p:txBody>
      </p:sp>
      <p:sp>
        <p:nvSpPr>
          <p:cNvPr id="2810" name="Text Placeholder 13"/>
          <p:cNvSpPr>
            <a:spLocks noGrp="true"/>
          </p:cNvSpPr>
          <p:nvPr>
            <p:ph type="body" sz="quarter" idx="28" hasCustomPrompt="true"/>
          </p:nvPr>
        </p:nvSpPr>
        <p:spPr>
          <a:xfrm>
            <a:off x="507365" y="3664333"/>
            <a:ext cx="4856400" cy="8579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lang="en-US" sz="1200" kern="1200" noProof="false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+mn-cs"/>
              </a:defRPr>
            </a:lvl1pPr>
            <a:lvl2pPr marL="0" indent="0">
              <a:lnSpc>
                <a:spcPct val="100000"/>
              </a:lnSpc>
              <a:spcBef>
                <a:spcPts val="300"/>
              </a:spcBef>
              <a:buNone/>
              <a:defRPr sz="1200"/>
            </a:lvl2pPr>
            <a:lvl3pPr marL="228600" indent="-228600">
              <a:tabLst>
                <a:tab pos="92075" algn="l"/>
              </a:tabLst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zh-CN" noProof="false" dirty="false" err="true"/>
              <a:t>请输入正文内容</a:t>
            </a:r>
            <a:endParaRPr lang="en-US" altLang="zh-CN" noProof="false" dirty="false"/>
          </a:p>
          <a:p>
            <a:pPr marL="0" marR="0" lvl="0" indent="0" algn="l" defTabSz="914400" rtl="false" eaLnBrk="true" fontAlgn="auto" latinLnBrk="false" hangingPunct="true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noProof="false" dirty="false" err="true"/>
              <a:t>请输入正文内容</a:t>
            </a:r>
            <a:endParaRPr lang="en-US" altLang="zh-CN" noProof="false" dirty="false"/>
          </a:p>
          <a:p>
            <a:pPr marL="0" marR="0" lvl="0" indent="0" algn="l" defTabSz="914400" rtl="false" eaLnBrk="true" fontAlgn="auto" latinLnBrk="false" hangingPunct="true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noProof="false" dirty="false" err="true"/>
              <a:t>请输入正文内容</a:t>
            </a:r>
            <a:endParaRPr lang="en-US" altLang="zh-CN" noProof="false" dirty="false"/>
          </a:p>
          <a:p>
            <a:pPr marL="0" marR="0" lvl="0" indent="0" algn="l" defTabSz="914400" rtl="false" eaLnBrk="true" fontAlgn="auto" latinLnBrk="false" hangingPunct="true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noProof="false" dirty="false" err="true"/>
              <a:t>请输入正文内容</a:t>
            </a:r>
            <a:endParaRPr lang="en-US" altLang="zh-CN" noProof="false" dirty="false"/>
          </a:p>
        </p:txBody>
      </p:sp>
      <p:sp>
        <p:nvSpPr>
          <p:cNvPr id="2811" name="Text Placeholder 13"/>
          <p:cNvSpPr>
            <a:spLocks noGrp="true"/>
          </p:cNvSpPr>
          <p:nvPr>
            <p:ph type="body" sz="quarter" idx="29" hasCustomPrompt="true"/>
          </p:nvPr>
        </p:nvSpPr>
        <p:spPr>
          <a:xfrm>
            <a:off x="507365" y="3351688"/>
            <a:ext cx="4856400" cy="190726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lang="en-US" altLang="zh-CN" sz="1600" b="true" i="false" kern="120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  <a:lvl2pPr marL="0" indent="0">
              <a:lnSpc>
                <a:spcPct val="100000"/>
              </a:lnSpc>
              <a:spcBef>
                <a:spcPts val="300"/>
              </a:spcBef>
              <a:buNone/>
              <a:defRPr sz="1200"/>
            </a:lvl2pPr>
            <a:lvl3pPr marL="228600" indent="-228600">
              <a:tabLst>
                <a:tab pos="92075" algn="l"/>
              </a:tabLst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zh-CN" noProof="false" err="true"/>
              <a:t>请输入小标题</a:t>
            </a:r>
            <a:endParaRPr lang="en-US" altLang="zh-CN" noProof="false"/>
          </a:p>
        </p:txBody>
      </p:sp>
      <p:sp>
        <p:nvSpPr>
          <p:cNvPr id="2812" name="Text Placeholder 13"/>
          <p:cNvSpPr>
            <a:spLocks noGrp="true"/>
          </p:cNvSpPr>
          <p:nvPr>
            <p:ph type="body" sz="quarter" idx="30" hasCustomPrompt="true"/>
          </p:nvPr>
        </p:nvSpPr>
        <p:spPr>
          <a:xfrm>
            <a:off x="507365" y="5001681"/>
            <a:ext cx="4856400" cy="89111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lang="en-US" sz="1200" kern="1200" noProof="false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+mn-cs"/>
              </a:defRPr>
            </a:lvl1pPr>
            <a:lvl2pPr marL="0" indent="0">
              <a:lnSpc>
                <a:spcPct val="100000"/>
              </a:lnSpc>
              <a:spcBef>
                <a:spcPts val="300"/>
              </a:spcBef>
              <a:buNone/>
              <a:defRPr sz="1200"/>
            </a:lvl2pPr>
            <a:lvl3pPr marL="228600" indent="-228600">
              <a:tabLst>
                <a:tab pos="92075" algn="l"/>
              </a:tabLst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zh-CN" noProof="false" dirty="false" err="true"/>
              <a:t>请输入正文内容</a:t>
            </a:r>
            <a:endParaRPr lang="en-US" altLang="zh-CN" noProof="false" dirty="false"/>
          </a:p>
          <a:p>
            <a:pPr marL="0" marR="0" lvl="0" indent="0" algn="l" defTabSz="914400" rtl="false" eaLnBrk="true" fontAlgn="auto" latinLnBrk="false" hangingPunct="true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noProof="false" dirty="false" err="true"/>
              <a:t>请输入正文内容</a:t>
            </a:r>
            <a:endParaRPr lang="en-US" altLang="zh-CN" noProof="false" dirty="false"/>
          </a:p>
          <a:p>
            <a:pPr marL="0" marR="0" lvl="0" indent="0" algn="l" defTabSz="914400" rtl="false" eaLnBrk="true" fontAlgn="auto" latinLnBrk="false" hangingPunct="true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noProof="false" dirty="false" err="true"/>
              <a:t>请输入正文内容</a:t>
            </a:r>
            <a:endParaRPr lang="en-US" altLang="zh-CN" noProof="false" dirty="false"/>
          </a:p>
          <a:p>
            <a:pPr marL="0" marR="0" lvl="0" indent="0" algn="l" defTabSz="914400" rtl="false" eaLnBrk="true" fontAlgn="auto" latinLnBrk="false" hangingPunct="true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noProof="false" dirty="false" err="true"/>
              <a:t>请输入正文内容</a:t>
            </a:r>
            <a:endParaRPr lang="en-US" altLang="zh-CN" noProof="false" dirty="false"/>
          </a:p>
        </p:txBody>
      </p:sp>
      <p:sp>
        <p:nvSpPr>
          <p:cNvPr id="2813" name="Text Placeholder 13"/>
          <p:cNvSpPr>
            <a:spLocks noGrp="true"/>
          </p:cNvSpPr>
          <p:nvPr>
            <p:ph type="body" sz="quarter" idx="31" hasCustomPrompt="true"/>
          </p:nvPr>
        </p:nvSpPr>
        <p:spPr>
          <a:xfrm>
            <a:off x="507365" y="4689036"/>
            <a:ext cx="4856400" cy="190726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600" b="true" i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</a:defRPr>
            </a:lvl1pPr>
            <a:lvl2pPr marL="0" indent="0">
              <a:lnSpc>
                <a:spcPct val="100000"/>
              </a:lnSpc>
              <a:spcBef>
                <a:spcPts val="300"/>
              </a:spcBef>
              <a:buNone/>
              <a:defRPr sz="1200"/>
            </a:lvl2pPr>
            <a:lvl3pPr marL="228600" indent="-228600">
              <a:tabLst>
                <a:tab pos="92075" algn="l"/>
              </a:tabLst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zh-CN" noProof="false" err="true"/>
              <a:t>请输入小标题</a:t>
            </a:r>
            <a:endParaRPr lang="en-US" altLang="zh-CN" noProof="false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p="http://schemas.openxmlformats.org/presentationml/2006/main">
  <p:cSld name="Case study 2">
    <p:spTree>
      <p:nvGrpSpPr>
        <p:cNvPr id="28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8" name="Rectangle 4"/>
          <p:cNvSpPr/>
          <p:nvPr userDrawn="true"/>
        </p:nvSpPr>
        <p:spPr>
          <a:xfrm>
            <a:off x="6203950" y="2278573"/>
            <a:ext cx="5988050" cy="2310034"/>
          </a:xfrm>
          <a:prstGeom prst="rect">
            <a:avLst/>
          </a:prstGeom>
          <a:solidFill>
            <a:srgbClr val="2EE5B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 lang="en-US" b="false" i="false" noProof="false">
              <a:latin typeface="Noto Sans S Chinese Regular" panose="020B0500000000000000" pitchFamily="34" charset="-128"/>
            </a:endParaRPr>
          </a:p>
        </p:txBody>
      </p:sp>
      <p:sp>
        <p:nvSpPr>
          <p:cNvPr id="2819" name="Rectangle 15"/>
          <p:cNvSpPr/>
          <p:nvPr userDrawn="true"/>
        </p:nvSpPr>
        <p:spPr>
          <a:xfrm>
            <a:off x="6203950" y="4560349"/>
            <a:ext cx="5988050" cy="2310034"/>
          </a:xfrm>
          <a:prstGeom prst="rect">
            <a:avLst/>
          </a:prstGeom>
          <a:solidFill>
            <a:srgbClr val="9178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 lang="en-US" b="false" i="false" noProof="false">
              <a:latin typeface="Noto Sans S Chinese Regular" panose="020B0500000000000000" pitchFamily="34" charset="-128"/>
            </a:endParaRPr>
          </a:p>
        </p:txBody>
      </p:sp>
      <p:sp>
        <p:nvSpPr>
          <p:cNvPr id="2820" name="Rectangle 17"/>
          <p:cNvSpPr/>
          <p:nvPr userDrawn="true"/>
        </p:nvSpPr>
        <p:spPr>
          <a:xfrm>
            <a:off x="6203950" y="0"/>
            <a:ext cx="5988050" cy="2310034"/>
          </a:xfrm>
          <a:prstGeom prst="rect">
            <a:avLst/>
          </a:prstGeom>
          <a:solidFill>
            <a:srgbClr val="F986E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 lang="en-US" b="false" i="false" noProof="false">
              <a:latin typeface="Noto Sans S Chinese Regular" panose="020B0500000000000000" pitchFamily="34" charset="-128"/>
            </a:endParaRPr>
          </a:p>
        </p:txBody>
      </p:sp>
      <p:sp>
        <p:nvSpPr>
          <p:cNvPr id="2821" name="Title 1"/>
          <p:cNvSpPr>
            <a:spLocks noGrp="true"/>
          </p:cNvSpPr>
          <p:nvPr>
            <p:ph type="title" hasCustomPrompt="true"/>
          </p:nvPr>
        </p:nvSpPr>
        <p:spPr>
          <a:xfrm>
            <a:off x="507365" y="500062"/>
            <a:ext cx="4856400" cy="1259290"/>
          </a:xfrm>
        </p:spPr>
        <p:txBody>
          <a:bodyPr/>
          <a:lstStyle>
            <a:lvl1pPr>
              <a:defRPr b="true" i="false">
                <a:latin typeface="Noto Sans S Chinese Bold" panose="020B0500000000000000" pitchFamily="34" charset="-128"/>
                <a:ea typeface="Noto Sans S Chinese Bold" panose="020B0500000000000000" pitchFamily="34" charset="-128"/>
              </a:defRPr>
            </a:lvl1pPr>
          </a:lstStyle>
          <a:p>
            <a:pPr/>
            <a:r>
              <a:rPr lang="en-US" noProof="false" dirty="false" err="true"/>
              <a:t>请输入标题</a:t>
            </a:r>
            <a:endParaRPr lang="en-US" noProof="false" dirty="false"/>
          </a:p>
        </p:txBody>
      </p:sp>
      <p:sp>
        <p:nvSpPr>
          <p:cNvPr id="2822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/>
          <a:lstStyle/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2823" name="Text Placeholder 13"/>
          <p:cNvSpPr>
            <a:spLocks noGrp="true"/>
          </p:cNvSpPr>
          <p:nvPr>
            <p:ph type="body" sz="quarter" idx="12" hasCustomPrompt="true"/>
          </p:nvPr>
        </p:nvSpPr>
        <p:spPr>
          <a:xfrm>
            <a:off x="6759619" y="706321"/>
            <a:ext cx="1828799" cy="856262"/>
          </a:xfrm>
        </p:spPr>
        <p:txBody>
          <a:bodyPr/>
          <a:lstStyle>
            <a:lvl1pPr marL="0" indent="0">
              <a:buNone/>
              <a:defRPr sz="7200" b="true" i="false">
                <a:latin typeface="+mj-lt"/>
              </a:defRPr>
            </a:lvl1pPr>
          </a:lstStyle>
          <a:p>
            <a:pPr lvl="0"/>
            <a:r>
              <a:rPr lang="en-US" noProof="false"/>
              <a:t>XXX</a:t>
            </a:r>
            <a:endParaRPr lang="en-US" noProof="false"/>
          </a:p>
        </p:txBody>
      </p:sp>
      <p:sp>
        <p:nvSpPr>
          <p:cNvPr id="2824" name="Text Placeholder 13"/>
          <p:cNvSpPr>
            <a:spLocks noGrp="true"/>
          </p:cNvSpPr>
          <p:nvPr>
            <p:ph type="body" sz="quarter" idx="15" hasCustomPrompt="true"/>
          </p:nvPr>
        </p:nvSpPr>
        <p:spPr>
          <a:xfrm>
            <a:off x="6759619" y="3000869"/>
            <a:ext cx="1828799" cy="856262"/>
          </a:xfrm>
        </p:spPr>
        <p:txBody>
          <a:bodyPr/>
          <a:lstStyle>
            <a:lvl1pPr marL="0" indent="0">
              <a:buNone/>
              <a:defRPr lang="en-US" sz="7200" b="true" i="false" kern="1200" noProof="false" dirty="false">
                <a:solidFill>
                  <a:schemeClr val="tx1"/>
                </a:solidFill>
                <a:latin typeface="+mj-lt"/>
                <a:ea typeface="Noto Sans S Chinese Regular" panose="020B0500000000000000" pitchFamily="34" charset="-128"/>
                <a:cs typeface="+mn-cs"/>
              </a:defRPr>
            </a:lvl1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noProof="false"/>
              <a:t>XXX</a:t>
            </a:r>
            <a:endParaRPr lang="en-US" noProof="false"/>
          </a:p>
        </p:txBody>
      </p:sp>
      <p:sp>
        <p:nvSpPr>
          <p:cNvPr id="2825" name="Text Placeholder 13"/>
          <p:cNvSpPr>
            <a:spLocks noGrp="true"/>
          </p:cNvSpPr>
          <p:nvPr>
            <p:ph type="body" sz="quarter" idx="16" hasCustomPrompt="true"/>
          </p:nvPr>
        </p:nvSpPr>
        <p:spPr>
          <a:xfrm>
            <a:off x="6759619" y="5295417"/>
            <a:ext cx="1828799" cy="856262"/>
          </a:xfrm>
        </p:spPr>
        <p:txBody>
          <a:bodyPr/>
          <a:lstStyle>
            <a:lvl1pPr marL="0" indent="0">
              <a:buNone/>
              <a:defRPr lang="en-US" sz="7200" b="true" i="false" kern="1200" noProof="false" dirty="false">
                <a:solidFill>
                  <a:schemeClr val="tx1"/>
                </a:solidFill>
                <a:latin typeface="+mj-lt"/>
                <a:ea typeface="Noto Sans S Chinese Regular" panose="020B0500000000000000" pitchFamily="34" charset="-128"/>
                <a:cs typeface="+mn-cs"/>
              </a:defRPr>
            </a:lvl1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noProof="false"/>
              <a:t>XXX</a:t>
            </a:r>
            <a:endParaRPr lang="en-US" noProof="false"/>
          </a:p>
        </p:txBody>
      </p:sp>
      <p:sp>
        <p:nvSpPr>
          <p:cNvPr id="2826" name="Text Placeholder 18"/>
          <p:cNvSpPr>
            <a:spLocks noGrp="true"/>
          </p:cNvSpPr>
          <p:nvPr>
            <p:ph type="body" sz="quarter" idx="22" hasCustomPrompt="true"/>
          </p:nvPr>
        </p:nvSpPr>
        <p:spPr>
          <a:xfrm>
            <a:off x="9109275" y="500062"/>
            <a:ext cx="2584250" cy="1259290"/>
          </a:xfrm>
        </p:spPr>
        <p:txBody>
          <a:bodyPr anchor="ctr" anchorCtr="false"/>
          <a:lstStyle>
            <a:lvl1pPr marL="0" indent="0">
              <a:buNone/>
              <a:defRPr lang="en-US" sz="1200" kern="1200" noProof="false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+mn-cs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marL="0" lvl="0" indent="0" algn="l" defTabSz="914400" rtl="false" eaLnBrk="true" latinLnBrk="false" hangingPunct="true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请输入正文内容</a:t>
            </a:r>
            <a:endParaRPr lang="en-US" altLang="zh-CN" noProof="false"/>
          </a:p>
        </p:txBody>
      </p:sp>
      <p:sp>
        <p:nvSpPr>
          <p:cNvPr id="2827" name="Text Placeholder 18"/>
          <p:cNvSpPr>
            <a:spLocks noGrp="true"/>
          </p:cNvSpPr>
          <p:nvPr>
            <p:ph type="body" sz="quarter" idx="23" hasCustomPrompt="true"/>
          </p:nvPr>
        </p:nvSpPr>
        <p:spPr>
          <a:xfrm>
            <a:off x="9109275" y="2816658"/>
            <a:ext cx="2584250" cy="1259290"/>
          </a:xfrm>
        </p:spPr>
        <p:txBody>
          <a:bodyPr anchor="ctr" anchorCtr="false"/>
          <a:lstStyle>
            <a:lvl1pPr marL="0" indent="0">
              <a:buNone/>
              <a:defRPr lang="en-US" sz="1200" kern="1200" noProof="false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+mn-cs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marL="0" lvl="0" indent="0" algn="l" defTabSz="914400" rtl="false" eaLnBrk="true" latinLnBrk="false" hangingPunct="true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请输入正文内容</a:t>
            </a:r>
            <a:endParaRPr lang="en-US" altLang="zh-CN" noProof="false"/>
          </a:p>
        </p:txBody>
      </p:sp>
      <p:sp>
        <p:nvSpPr>
          <p:cNvPr id="2828" name="Text Placeholder 18"/>
          <p:cNvSpPr>
            <a:spLocks noGrp="true"/>
          </p:cNvSpPr>
          <p:nvPr>
            <p:ph type="body" sz="quarter" idx="24" hasCustomPrompt="true"/>
          </p:nvPr>
        </p:nvSpPr>
        <p:spPr>
          <a:xfrm>
            <a:off x="9109275" y="5098648"/>
            <a:ext cx="2584250" cy="1259290"/>
          </a:xfrm>
        </p:spPr>
        <p:txBody>
          <a:bodyPr anchor="ctr" anchorCtr="false"/>
          <a:lstStyle>
            <a:lvl1pPr marL="0" indent="0">
              <a:buNone/>
              <a:defRPr lang="en-US" sz="1200" kern="1200" noProof="false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+mn-cs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marL="0" lvl="0" indent="0" algn="l" defTabSz="914400" rtl="false" eaLnBrk="true" latinLnBrk="false" hangingPunct="true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请输入正文内容</a:t>
            </a:r>
            <a:endParaRPr lang="en-US" altLang="zh-CN" noProof="false"/>
          </a:p>
        </p:txBody>
      </p:sp>
      <p:sp>
        <p:nvSpPr>
          <p:cNvPr id="2829" name="Text Placeholder 8"/>
          <p:cNvSpPr>
            <a:spLocks noGrp="true"/>
          </p:cNvSpPr>
          <p:nvPr>
            <p:ph type="body" sz="quarter" idx="25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altLang="zh-CN" noProof="false" err="true"/>
              <a:t>来源</a:t>
            </a:r>
            <a:r>
              <a:rPr lang="zh-CN" altLang="en-US" noProof="false"/>
              <a:t>：</a:t>
            </a:r>
            <a:endParaRPr lang="en-US" altLang="zh-CN" noProof="false"/>
          </a:p>
        </p:txBody>
      </p:sp>
      <p:sp>
        <p:nvSpPr>
          <p:cNvPr id="2830" name="Text Placeholder 13"/>
          <p:cNvSpPr>
            <a:spLocks noGrp="true"/>
          </p:cNvSpPr>
          <p:nvPr>
            <p:ph type="body" sz="quarter" idx="27" hasCustomPrompt="true"/>
          </p:nvPr>
        </p:nvSpPr>
        <p:spPr>
          <a:xfrm>
            <a:off x="507365" y="2326640"/>
            <a:ext cx="4856400" cy="867294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lang="en-US" sz="1200" kern="1200" noProof="false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+mn-cs"/>
              </a:defRPr>
            </a:lvl1pPr>
            <a:lvl2pPr marL="0" indent="0">
              <a:lnSpc>
                <a:spcPct val="100000"/>
              </a:lnSpc>
              <a:spcBef>
                <a:spcPts val="300"/>
              </a:spcBef>
              <a:buNone/>
              <a:defRPr sz="1200"/>
            </a:lvl2pPr>
            <a:lvl3pPr marL="228600" indent="-228600">
              <a:tabLst>
                <a:tab pos="92075" algn="l"/>
              </a:tabLst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zh-CN" noProof="false" dirty="false" err="true"/>
              <a:t>请输入正文内容</a:t>
            </a:r>
            <a:endParaRPr lang="en-US" altLang="zh-CN" noProof="false" dirty="false"/>
          </a:p>
          <a:p>
            <a:pPr marL="0" marR="0" lvl="0" indent="0" algn="l" defTabSz="914400" rtl="false" eaLnBrk="true" fontAlgn="auto" latinLnBrk="false" hangingPunct="true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noProof="false" dirty="false" err="true"/>
              <a:t>请输入正文内容</a:t>
            </a:r>
            <a:endParaRPr lang="en-US" altLang="zh-CN" noProof="false" dirty="false"/>
          </a:p>
          <a:p>
            <a:pPr marL="0" marR="0" lvl="0" indent="0" algn="l" defTabSz="914400" rtl="false" eaLnBrk="true" fontAlgn="auto" latinLnBrk="false" hangingPunct="true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noProof="false" dirty="false" err="true"/>
              <a:t>请输入正文内容</a:t>
            </a:r>
            <a:endParaRPr lang="en-US" altLang="zh-CN" noProof="false" dirty="false"/>
          </a:p>
          <a:p>
            <a:pPr marL="0" marR="0" lvl="0" indent="0" algn="l" defTabSz="914400" rtl="false" eaLnBrk="true" fontAlgn="auto" latinLnBrk="false" hangingPunct="true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noProof="false" dirty="false" err="true"/>
              <a:t>请输入正文内容</a:t>
            </a:r>
            <a:endParaRPr lang="en-US" altLang="zh-CN" noProof="false" dirty="false"/>
          </a:p>
        </p:txBody>
      </p:sp>
      <p:sp>
        <p:nvSpPr>
          <p:cNvPr id="2831" name="Text Placeholder 13"/>
          <p:cNvSpPr>
            <a:spLocks noGrp="true"/>
          </p:cNvSpPr>
          <p:nvPr>
            <p:ph type="body" sz="quarter" idx="26" hasCustomPrompt="true"/>
          </p:nvPr>
        </p:nvSpPr>
        <p:spPr>
          <a:xfrm>
            <a:off x="507365" y="2013995"/>
            <a:ext cx="4856400" cy="190726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lang="en-US" sz="1600" b="true" i="false" kern="120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  <a:lvl2pPr marL="0" indent="0">
              <a:lnSpc>
                <a:spcPct val="100000"/>
              </a:lnSpc>
              <a:spcBef>
                <a:spcPts val="300"/>
              </a:spcBef>
              <a:buNone/>
              <a:defRPr sz="1200"/>
            </a:lvl2pPr>
            <a:lvl3pPr marL="228600" indent="-228600">
              <a:tabLst>
                <a:tab pos="92075" algn="l"/>
              </a:tabLst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请输入小标题</a:t>
            </a:r>
            <a:endParaRPr lang="en-US" noProof="false"/>
          </a:p>
        </p:txBody>
      </p:sp>
      <p:sp>
        <p:nvSpPr>
          <p:cNvPr id="2832" name="Text Placeholder 13"/>
          <p:cNvSpPr>
            <a:spLocks noGrp="true"/>
          </p:cNvSpPr>
          <p:nvPr>
            <p:ph type="body" sz="quarter" idx="28" hasCustomPrompt="true"/>
          </p:nvPr>
        </p:nvSpPr>
        <p:spPr>
          <a:xfrm>
            <a:off x="507365" y="3664333"/>
            <a:ext cx="4856400" cy="86694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lang="en-US" sz="1200" kern="1200" noProof="false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+mn-cs"/>
              </a:defRPr>
            </a:lvl1pPr>
            <a:lvl2pPr marL="0" indent="0">
              <a:lnSpc>
                <a:spcPct val="100000"/>
              </a:lnSpc>
              <a:spcBef>
                <a:spcPts val="300"/>
              </a:spcBef>
              <a:buNone/>
              <a:defRPr sz="1200"/>
            </a:lvl2pPr>
            <a:lvl3pPr marL="228600" indent="-228600">
              <a:tabLst>
                <a:tab pos="92075" algn="l"/>
              </a:tabLst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zh-CN" noProof="false" dirty="false" err="true"/>
              <a:t>请输入正文内容</a:t>
            </a:r>
            <a:endParaRPr lang="en-US" altLang="zh-CN" noProof="false" dirty="false"/>
          </a:p>
          <a:p>
            <a:pPr marL="0" marR="0" lvl="0" indent="0" algn="l" defTabSz="914400" rtl="false" eaLnBrk="true" fontAlgn="auto" latinLnBrk="false" hangingPunct="true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noProof="false" dirty="false" err="true"/>
              <a:t>请输入正文内容</a:t>
            </a:r>
            <a:endParaRPr lang="en-US" altLang="zh-CN" noProof="false" dirty="false"/>
          </a:p>
          <a:p>
            <a:pPr marL="0" marR="0" lvl="0" indent="0" algn="l" defTabSz="914400" rtl="false" eaLnBrk="true" fontAlgn="auto" latinLnBrk="false" hangingPunct="true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noProof="false" dirty="false" err="true"/>
              <a:t>请输入正文内容</a:t>
            </a:r>
            <a:endParaRPr lang="en-US" altLang="zh-CN" noProof="false" dirty="false"/>
          </a:p>
          <a:p>
            <a:pPr marL="0" marR="0" lvl="0" indent="0" algn="l" defTabSz="914400" rtl="false" eaLnBrk="true" fontAlgn="auto" latinLnBrk="false" hangingPunct="true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noProof="false" dirty="false" err="true"/>
              <a:t>请输入正文内容</a:t>
            </a:r>
            <a:endParaRPr lang="en-US" altLang="zh-CN" noProof="false" dirty="false"/>
          </a:p>
        </p:txBody>
      </p:sp>
      <p:sp>
        <p:nvSpPr>
          <p:cNvPr id="2833" name="Text Placeholder 13"/>
          <p:cNvSpPr>
            <a:spLocks noGrp="true"/>
          </p:cNvSpPr>
          <p:nvPr>
            <p:ph type="body" sz="quarter" idx="29" hasCustomPrompt="true"/>
          </p:nvPr>
        </p:nvSpPr>
        <p:spPr>
          <a:xfrm>
            <a:off x="507365" y="3351688"/>
            <a:ext cx="4856400" cy="190726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lang="en-US" sz="1600" b="true" i="false" kern="120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  <a:lvl2pPr marL="0" indent="0">
              <a:lnSpc>
                <a:spcPct val="100000"/>
              </a:lnSpc>
              <a:spcBef>
                <a:spcPts val="300"/>
              </a:spcBef>
              <a:buNone/>
              <a:defRPr sz="1200"/>
            </a:lvl2pPr>
            <a:lvl3pPr marL="228600" indent="-228600">
              <a:tabLst>
                <a:tab pos="92075" algn="l"/>
              </a:tabLst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请输入小标题</a:t>
            </a:r>
            <a:endParaRPr lang="en-US" altLang="zh-CN" noProof="false"/>
          </a:p>
        </p:txBody>
      </p:sp>
      <p:sp>
        <p:nvSpPr>
          <p:cNvPr id="2834" name="Text Placeholder 13"/>
          <p:cNvSpPr>
            <a:spLocks noGrp="true"/>
          </p:cNvSpPr>
          <p:nvPr>
            <p:ph type="body" sz="quarter" idx="30" hasCustomPrompt="true"/>
          </p:nvPr>
        </p:nvSpPr>
        <p:spPr>
          <a:xfrm>
            <a:off x="507365" y="5001681"/>
            <a:ext cx="4856400" cy="87841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lang="en-US" sz="1200" kern="1200" noProof="false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+mn-cs"/>
              </a:defRPr>
            </a:lvl1pPr>
            <a:lvl2pPr marL="0" indent="0">
              <a:lnSpc>
                <a:spcPct val="100000"/>
              </a:lnSpc>
              <a:spcBef>
                <a:spcPts val="300"/>
              </a:spcBef>
              <a:buNone/>
              <a:defRPr sz="1200"/>
            </a:lvl2pPr>
            <a:lvl3pPr marL="228600" indent="-228600">
              <a:tabLst>
                <a:tab pos="92075" algn="l"/>
              </a:tabLst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zh-CN" noProof="false" dirty="false" err="true"/>
              <a:t>请输入正文内容</a:t>
            </a:r>
            <a:endParaRPr lang="en-US" altLang="zh-CN" noProof="false" dirty="false"/>
          </a:p>
          <a:p>
            <a:pPr marL="0" marR="0" lvl="0" indent="0" algn="l" defTabSz="914400" rtl="false" eaLnBrk="true" fontAlgn="auto" latinLnBrk="false" hangingPunct="true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noProof="false" dirty="false" err="true"/>
              <a:t>请输入正文内容</a:t>
            </a:r>
            <a:endParaRPr lang="en-US" altLang="zh-CN" noProof="false" dirty="false"/>
          </a:p>
          <a:p>
            <a:pPr marL="0" marR="0" lvl="0" indent="0" algn="l" defTabSz="914400" rtl="false" eaLnBrk="true" fontAlgn="auto" latinLnBrk="false" hangingPunct="true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noProof="false" dirty="false" err="true"/>
              <a:t>请输入正文内容</a:t>
            </a:r>
            <a:endParaRPr lang="en-US" altLang="zh-CN" noProof="false" dirty="false"/>
          </a:p>
          <a:p>
            <a:pPr marL="0" marR="0" lvl="0" indent="0" algn="l" defTabSz="914400" rtl="false" eaLnBrk="true" fontAlgn="auto" latinLnBrk="false" hangingPunct="true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noProof="false" dirty="false" err="true"/>
              <a:t>请输入正文内容</a:t>
            </a:r>
            <a:endParaRPr lang="en-US" altLang="zh-CN" noProof="false" dirty="false"/>
          </a:p>
        </p:txBody>
      </p:sp>
      <p:sp>
        <p:nvSpPr>
          <p:cNvPr id="2835" name="Text Placeholder 13"/>
          <p:cNvSpPr>
            <a:spLocks noGrp="true"/>
          </p:cNvSpPr>
          <p:nvPr>
            <p:ph type="body" sz="quarter" idx="31" hasCustomPrompt="true"/>
          </p:nvPr>
        </p:nvSpPr>
        <p:spPr>
          <a:xfrm>
            <a:off x="507365" y="4689036"/>
            <a:ext cx="4856400" cy="190726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lang="en-US" sz="1600" b="true" i="false" kern="120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  <a:lvl2pPr marL="0" indent="0">
              <a:lnSpc>
                <a:spcPct val="100000"/>
              </a:lnSpc>
              <a:spcBef>
                <a:spcPts val="300"/>
              </a:spcBef>
              <a:buNone/>
              <a:defRPr sz="1200"/>
            </a:lvl2pPr>
            <a:lvl3pPr marL="228600" indent="-228600">
              <a:tabLst>
                <a:tab pos="92075" algn="l"/>
              </a:tabLst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请输入小标题</a:t>
            </a:r>
            <a:endParaRPr lang="en-US" altLang="zh-CN" noProof="false"/>
          </a:p>
        </p:txBody>
      </p:sp>
      <p:sp>
        <p:nvSpPr>
          <p:cNvPr id="2836" name="Footer Placeholder 4"/>
          <p:cNvSpPr txBox="true"/>
          <p:nvPr userDrawn="true"/>
        </p:nvSpPr>
        <p:spPr>
          <a:xfrm>
            <a:off x="8131175" y="6392544"/>
            <a:ext cx="3553460" cy="160655"/>
          </a:xfrm>
          <a:prstGeom prst="rect">
            <a:avLst/>
          </a:prstGeom>
        </p:spPr>
        <p:txBody>
          <a:bodyPr vert="horz" lIns="0" tIns="0" rIns="0" bIns="0" rtlCol="false" anchor="t" anchorCtr="false"/>
          <a:lstStyle>
            <a:defPPr>
              <a:defRPr lang="en-US"/>
            </a:defPPr>
            <a:lvl1pPr marL="0" algn="r" defTabSz="914400" rtl="false" eaLnBrk="true" latinLnBrk="false" hangingPunct="true">
              <a:defRPr sz="600" b="true" kern="1200" cap="all" spc="150" baseline="0">
                <a:solidFill>
                  <a:srgbClr val="908D84"/>
                </a:solidFill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1pPr>
            <a:lvl2pPr marL="4572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/>
            <a:r>
              <a:rPr lang="zh-CN" altLang="en-US" sz="700" b="false" i="false" spc="0" noProof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</a:rPr>
              <a:t>版权所有</a:t>
            </a:r>
            <a:r>
              <a:rPr lang="en-US" altLang="zh-CN" sz="700" b="false" i="false" spc="0" noProof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</a:rPr>
              <a:t>© 2025 </a:t>
            </a:r>
            <a:r>
              <a:rPr lang="zh-CN" altLang="en-US" sz="700" b="false" i="false" spc="0" noProof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</a:rPr>
              <a:t>亚马逊广告。保留所有权利。</a:t>
            </a:r>
            <a:endParaRPr lang="en-US" sz="700" b="false" i="false" spc="0" noProof="false">
              <a:solidFill>
                <a:schemeClr val="tx1"/>
              </a:solidFill>
              <a:latin typeface="Noto Sans S Chinese Regular" panose="020B0500000000000000" pitchFamily="34" charset="-128"/>
              <a:ea typeface="Noto Sans S Chinese Regular" panose="020B0500000000000000" pitchFamily="34" charset="-128"/>
            </a:endParaRPr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p="http://schemas.openxmlformats.org/presentationml/2006/main">
  <p:cSld name="2_Case study 2">
    <p:bg>
      <p:bgPr>
        <a:solidFill>
          <a:schemeClr val="tx1"/>
        </a:solidFill>
        <a:effectLst/>
      </p:bgPr>
    </p:bg>
    <p:spTree>
      <p:nvGrpSpPr>
        <p:cNvPr id="28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8" name="Rectangle 4"/>
          <p:cNvSpPr/>
          <p:nvPr userDrawn="true"/>
        </p:nvSpPr>
        <p:spPr>
          <a:xfrm>
            <a:off x="6203950" y="2278573"/>
            <a:ext cx="5988050" cy="2310034"/>
          </a:xfrm>
          <a:prstGeom prst="rect">
            <a:avLst/>
          </a:prstGeom>
          <a:solidFill>
            <a:srgbClr val="2EE5B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 lang="en-US" b="false" i="false" noProof="false">
              <a:latin typeface="Noto Sans S Chinese Regular" panose="020B0500000000000000" pitchFamily="34" charset="-128"/>
            </a:endParaRPr>
          </a:p>
        </p:txBody>
      </p:sp>
      <p:sp>
        <p:nvSpPr>
          <p:cNvPr id="2839" name="Rectangle 15"/>
          <p:cNvSpPr/>
          <p:nvPr userDrawn="true"/>
        </p:nvSpPr>
        <p:spPr>
          <a:xfrm>
            <a:off x="6203950" y="4560349"/>
            <a:ext cx="5988050" cy="2310034"/>
          </a:xfrm>
          <a:prstGeom prst="rect">
            <a:avLst/>
          </a:prstGeom>
          <a:solidFill>
            <a:srgbClr val="9178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 lang="en-US" b="false" i="false" noProof="false">
              <a:latin typeface="Noto Sans S Chinese Regular" panose="020B0500000000000000" pitchFamily="34" charset="-128"/>
            </a:endParaRPr>
          </a:p>
        </p:txBody>
      </p:sp>
      <p:sp>
        <p:nvSpPr>
          <p:cNvPr id="2840" name="Rectangle 17"/>
          <p:cNvSpPr/>
          <p:nvPr userDrawn="true"/>
        </p:nvSpPr>
        <p:spPr>
          <a:xfrm>
            <a:off x="6203950" y="0"/>
            <a:ext cx="5988050" cy="2310034"/>
          </a:xfrm>
          <a:prstGeom prst="rect">
            <a:avLst/>
          </a:prstGeom>
          <a:solidFill>
            <a:srgbClr val="F986E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 lang="en-US" b="false" i="false" noProof="false">
              <a:latin typeface="Noto Sans S Chinese Regular" panose="020B0500000000000000" pitchFamily="34" charset="-128"/>
            </a:endParaRPr>
          </a:p>
        </p:txBody>
      </p:sp>
      <p:sp>
        <p:nvSpPr>
          <p:cNvPr id="2841" name="Title 1"/>
          <p:cNvSpPr>
            <a:spLocks noGrp="true"/>
          </p:cNvSpPr>
          <p:nvPr>
            <p:ph type="title" hasCustomPrompt="true"/>
          </p:nvPr>
        </p:nvSpPr>
        <p:spPr>
          <a:xfrm>
            <a:off x="507365" y="500062"/>
            <a:ext cx="4856400" cy="1259290"/>
          </a:xfrm>
        </p:spPr>
        <p:txBody>
          <a:bodyPr/>
          <a:lstStyle>
            <a:lvl1pPr>
              <a:lnSpc>
                <a:spcPct val="90000"/>
              </a:lnSpc>
              <a:defRPr>
                <a:solidFill>
                  <a:schemeClr val="bg1"/>
                </a:solidFill>
              </a:defRPr>
            </a:lvl1pPr>
          </a:lstStyle>
          <a:p>
            <a:pPr/>
            <a:r>
              <a:rPr lang="en-US" altLang="zh-TW" noProof="false" err="true"/>
              <a:t>请输入标题</a:t>
            </a:r>
            <a:endParaRPr lang="en-US" noProof="false"/>
          </a:p>
        </p:txBody>
      </p:sp>
      <p:sp>
        <p:nvSpPr>
          <p:cNvPr id="2842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2843" name="Text Placeholder 13"/>
          <p:cNvSpPr>
            <a:spLocks noGrp="true"/>
          </p:cNvSpPr>
          <p:nvPr>
            <p:ph type="body" sz="quarter" idx="12" hasCustomPrompt="true"/>
          </p:nvPr>
        </p:nvSpPr>
        <p:spPr>
          <a:xfrm>
            <a:off x="6759619" y="706321"/>
            <a:ext cx="1828799" cy="856262"/>
          </a:xfrm>
        </p:spPr>
        <p:txBody>
          <a:bodyPr/>
          <a:lstStyle>
            <a:lvl1pPr marL="0" indent="0">
              <a:buNone/>
              <a:defRPr lang="en-US" sz="7200" b="true" i="false" kern="1200" noProof="false" dirty="false">
                <a:solidFill>
                  <a:schemeClr val="tx1"/>
                </a:solidFill>
                <a:latin typeface="+mj-lt"/>
                <a:ea typeface="Noto Sans S Chinese Regular" panose="020B0500000000000000" pitchFamily="34" charset="-128"/>
                <a:cs typeface="+mn-cs"/>
              </a:defRPr>
            </a:lvl1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noProof="false"/>
              <a:t>XXX</a:t>
            </a:r>
            <a:endParaRPr lang="en-US" noProof="false"/>
          </a:p>
        </p:txBody>
      </p:sp>
      <p:sp>
        <p:nvSpPr>
          <p:cNvPr id="2844" name="Text Placeholder 13"/>
          <p:cNvSpPr>
            <a:spLocks noGrp="true"/>
          </p:cNvSpPr>
          <p:nvPr>
            <p:ph type="body" sz="quarter" idx="15" hasCustomPrompt="true"/>
          </p:nvPr>
        </p:nvSpPr>
        <p:spPr>
          <a:xfrm>
            <a:off x="6759619" y="3000869"/>
            <a:ext cx="1828799" cy="856262"/>
          </a:xfrm>
        </p:spPr>
        <p:txBody>
          <a:bodyPr/>
          <a:lstStyle>
            <a:lvl1pPr marL="0" indent="0">
              <a:buNone/>
              <a:defRPr lang="en-US" sz="7200" b="true" i="false" kern="1200" noProof="false" dirty="false">
                <a:solidFill>
                  <a:schemeClr val="tx1"/>
                </a:solidFill>
                <a:latin typeface="+mj-lt"/>
                <a:ea typeface="Noto Sans S Chinese Regular" panose="020B0500000000000000" pitchFamily="34" charset="-128"/>
                <a:cs typeface="+mn-cs"/>
              </a:defRPr>
            </a:lvl1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noProof="false"/>
              <a:t>XXX</a:t>
            </a:r>
            <a:endParaRPr lang="en-US" noProof="false"/>
          </a:p>
        </p:txBody>
      </p:sp>
      <p:sp>
        <p:nvSpPr>
          <p:cNvPr id="2845" name="Text Placeholder 13"/>
          <p:cNvSpPr>
            <a:spLocks noGrp="true"/>
          </p:cNvSpPr>
          <p:nvPr>
            <p:ph type="body" sz="quarter" idx="16" hasCustomPrompt="true"/>
          </p:nvPr>
        </p:nvSpPr>
        <p:spPr>
          <a:xfrm>
            <a:off x="6759619" y="5295417"/>
            <a:ext cx="1828799" cy="856262"/>
          </a:xfrm>
        </p:spPr>
        <p:txBody>
          <a:bodyPr/>
          <a:lstStyle>
            <a:lvl1pPr marL="0" indent="0">
              <a:buNone/>
              <a:defRPr lang="en-US" sz="7200" b="true" i="false" kern="1200" noProof="false" dirty="false">
                <a:solidFill>
                  <a:schemeClr val="tx1"/>
                </a:solidFill>
                <a:latin typeface="+mj-lt"/>
                <a:ea typeface="Noto Sans S Chinese Regular" panose="020B0500000000000000" pitchFamily="34" charset="-128"/>
                <a:cs typeface="+mn-cs"/>
              </a:defRPr>
            </a:lvl1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noProof="false"/>
              <a:t>XXX</a:t>
            </a:r>
            <a:endParaRPr lang="en-US" noProof="false"/>
          </a:p>
        </p:txBody>
      </p:sp>
      <p:sp>
        <p:nvSpPr>
          <p:cNvPr id="2846" name="Text Placeholder 18"/>
          <p:cNvSpPr>
            <a:spLocks noGrp="true"/>
          </p:cNvSpPr>
          <p:nvPr>
            <p:ph type="body" sz="quarter" idx="22" hasCustomPrompt="true"/>
          </p:nvPr>
        </p:nvSpPr>
        <p:spPr>
          <a:xfrm>
            <a:off x="9109275" y="500062"/>
            <a:ext cx="2584250" cy="1259290"/>
          </a:xfrm>
        </p:spPr>
        <p:txBody>
          <a:bodyPr anchor="ctr" anchorCtr="false"/>
          <a:lstStyle>
            <a:lvl1pPr marL="0" indent="0">
              <a:buNone/>
              <a:defRPr sz="1200" b="false" i="false">
                <a:latin typeface="Noto Sans S Chinese Regular" panose="020B0500000000000000" pitchFamily="34" charset="-128"/>
                <a:ea typeface="Noto Sans S Chinese Regular" panose="020B0500000000000000" pitchFamily="34" charset="-128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请输入正文内容</a:t>
            </a:r>
            <a:endParaRPr lang="en-US" altLang="zh-CN" noProof="false"/>
          </a:p>
        </p:txBody>
      </p:sp>
      <p:sp>
        <p:nvSpPr>
          <p:cNvPr id="2847" name="Text Placeholder 18"/>
          <p:cNvSpPr>
            <a:spLocks noGrp="true"/>
          </p:cNvSpPr>
          <p:nvPr>
            <p:ph type="body" sz="quarter" idx="23" hasCustomPrompt="true"/>
          </p:nvPr>
        </p:nvSpPr>
        <p:spPr>
          <a:xfrm>
            <a:off x="9109275" y="2816658"/>
            <a:ext cx="2584250" cy="1259290"/>
          </a:xfrm>
        </p:spPr>
        <p:txBody>
          <a:bodyPr anchor="ctr" anchorCtr="false"/>
          <a:lstStyle>
            <a:lvl1pPr marL="0" indent="0">
              <a:buNone/>
              <a:defRPr sz="1200" b="false" i="false">
                <a:latin typeface="Noto Sans S Chinese Regular" panose="020B0500000000000000" pitchFamily="34" charset="-128"/>
                <a:ea typeface="Noto Sans S Chinese Regular" panose="020B0500000000000000" pitchFamily="34" charset="-128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请输入正文内容</a:t>
            </a:r>
            <a:endParaRPr lang="en-US" altLang="zh-CN" noProof="false"/>
          </a:p>
        </p:txBody>
      </p:sp>
      <p:sp>
        <p:nvSpPr>
          <p:cNvPr id="2848" name="Text Placeholder 18"/>
          <p:cNvSpPr>
            <a:spLocks noGrp="true"/>
          </p:cNvSpPr>
          <p:nvPr>
            <p:ph type="body" sz="quarter" idx="24" hasCustomPrompt="true"/>
          </p:nvPr>
        </p:nvSpPr>
        <p:spPr>
          <a:xfrm>
            <a:off x="9109275" y="5098648"/>
            <a:ext cx="2584250" cy="1259290"/>
          </a:xfrm>
        </p:spPr>
        <p:txBody>
          <a:bodyPr anchor="ctr" anchorCtr="false"/>
          <a:lstStyle>
            <a:lvl1pPr marL="0" indent="0">
              <a:buNone/>
              <a:defRPr sz="1200" b="false" i="false">
                <a:latin typeface="Noto Sans S Chinese Regular" panose="020B0500000000000000" pitchFamily="34" charset="-128"/>
                <a:ea typeface="Noto Sans S Chinese Regular" panose="020B0500000000000000" pitchFamily="34" charset="-128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请输入正文内容</a:t>
            </a:r>
            <a:endParaRPr lang="en-US" altLang="zh-CN" noProof="false"/>
          </a:p>
        </p:txBody>
      </p:sp>
      <p:sp>
        <p:nvSpPr>
          <p:cNvPr id="2849" name="Text Placeholder 8"/>
          <p:cNvSpPr>
            <a:spLocks noGrp="true"/>
          </p:cNvSpPr>
          <p:nvPr>
            <p:ph type="body" sz="quarter" idx="25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altLang="zh-CN" noProof="false" err="true"/>
              <a:t>来源</a:t>
            </a:r>
            <a:r>
              <a:rPr lang="zh-CN" altLang="en-US" noProof="false"/>
              <a:t>：</a:t>
            </a:r>
            <a:endParaRPr lang="en-US" altLang="zh-CN" noProof="false"/>
          </a:p>
        </p:txBody>
      </p:sp>
      <p:sp>
        <p:nvSpPr>
          <p:cNvPr id="2850" name="Text Placeholder 13"/>
          <p:cNvSpPr>
            <a:spLocks noGrp="true"/>
          </p:cNvSpPr>
          <p:nvPr>
            <p:ph type="body" sz="quarter" idx="27" hasCustomPrompt="true"/>
          </p:nvPr>
        </p:nvSpPr>
        <p:spPr>
          <a:xfrm>
            <a:off x="507365" y="2357378"/>
            <a:ext cx="4856400" cy="836556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lang="en-US" sz="1200" b="false" i="false" kern="1200" noProof="false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+mn-cs"/>
              </a:defRPr>
            </a:lvl1pPr>
            <a:lvl2pPr marL="0" indent="0">
              <a:lnSpc>
                <a:spcPct val="100000"/>
              </a:lnSpc>
              <a:spcBef>
                <a:spcPts val="300"/>
              </a:spcBef>
              <a:buNone/>
              <a:defRPr sz="1200"/>
            </a:lvl2pPr>
            <a:lvl3pPr marL="228600" indent="-228600">
              <a:tabLst>
                <a:tab pos="92075" algn="l"/>
              </a:tabLst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zh-CN" noProof="false" dirty="false" err="true"/>
              <a:t>请输入正文内容</a:t>
            </a:r>
            <a:endParaRPr lang="en-US" altLang="zh-CN" noProof="false" dirty="false"/>
          </a:p>
          <a:p>
            <a:pPr marL="0" marR="0" lvl="0" indent="0" algn="l" defTabSz="914400" rtl="false" eaLnBrk="true" fontAlgn="auto" latinLnBrk="false" hangingPunct="true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noProof="false" dirty="false" err="true"/>
              <a:t>请输入正文内容</a:t>
            </a:r>
            <a:endParaRPr lang="en-US" altLang="zh-CN" noProof="false" dirty="false"/>
          </a:p>
          <a:p>
            <a:pPr marL="0" marR="0" lvl="0" indent="0" algn="l" defTabSz="914400" rtl="false" eaLnBrk="true" fontAlgn="auto" latinLnBrk="false" hangingPunct="true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noProof="false" dirty="false" err="true"/>
              <a:t>请输入正文内容</a:t>
            </a:r>
            <a:endParaRPr lang="en-US" altLang="zh-CN" noProof="false" dirty="false"/>
          </a:p>
          <a:p>
            <a:pPr marL="0" marR="0" lvl="0" indent="0" algn="l" defTabSz="914400" rtl="false" eaLnBrk="true" fontAlgn="auto" latinLnBrk="false" hangingPunct="true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noProof="false" dirty="false" err="true"/>
              <a:t>请输入正文内容</a:t>
            </a:r>
            <a:endParaRPr lang="en-US" altLang="zh-CN" noProof="false" dirty="false"/>
          </a:p>
          <a:p>
            <a:pPr marL="0" marR="0" lvl="0" indent="0" algn="l" defTabSz="914400" rtl="false" eaLnBrk="true" fontAlgn="auto" latinLnBrk="false" hangingPunct="true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lang="en-US" altLang="zh-TW" noProof="false" dirty="false"/>
          </a:p>
        </p:txBody>
      </p:sp>
      <p:sp>
        <p:nvSpPr>
          <p:cNvPr id="2851" name="Text Placeholder 13"/>
          <p:cNvSpPr>
            <a:spLocks noGrp="true"/>
          </p:cNvSpPr>
          <p:nvPr>
            <p:ph type="body" sz="quarter" idx="26" hasCustomPrompt="true"/>
          </p:nvPr>
        </p:nvSpPr>
        <p:spPr>
          <a:xfrm>
            <a:off x="507365" y="2013995"/>
            <a:ext cx="4856400" cy="190726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600" b="true" i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</a:defRPr>
            </a:lvl1pPr>
            <a:lvl2pPr marL="0" indent="0">
              <a:lnSpc>
                <a:spcPct val="100000"/>
              </a:lnSpc>
              <a:spcBef>
                <a:spcPts val="300"/>
              </a:spcBef>
              <a:buNone/>
              <a:defRPr sz="1200"/>
            </a:lvl2pPr>
            <a:lvl3pPr marL="228600" indent="-228600">
              <a:tabLst>
                <a:tab pos="92075" algn="l"/>
              </a:tabLst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dirty="false" err="true"/>
              <a:t>请输入小标题</a:t>
            </a:r>
            <a:endParaRPr lang="en-US" altLang="zh-CN" noProof="false" dirty="false"/>
          </a:p>
          <a:p>
            <a:pPr lvl="0"/>
            <a:endParaRPr lang="en-US" noProof="false" dirty="false"/>
          </a:p>
        </p:txBody>
      </p:sp>
      <p:sp>
        <p:nvSpPr>
          <p:cNvPr id="2852" name="Text Placeholder 13"/>
          <p:cNvSpPr>
            <a:spLocks noGrp="true"/>
          </p:cNvSpPr>
          <p:nvPr>
            <p:ph type="body" sz="quarter" idx="28" hasCustomPrompt="true"/>
          </p:nvPr>
        </p:nvSpPr>
        <p:spPr>
          <a:xfrm>
            <a:off x="507365" y="3664333"/>
            <a:ext cx="4856400" cy="8579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lang="en-US" sz="1200" b="false" i="false" kern="1200" noProof="false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+mn-cs"/>
              </a:defRPr>
            </a:lvl1pPr>
            <a:lvl2pPr marL="0" indent="0">
              <a:lnSpc>
                <a:spcPct val="100000"/>
              </a:lnSpc>
              <a:spcBef>
                <a:spcPts val="300"/>
              </a:spcBef>
              <a:buNone/>
              <a:defRPr sz="1200"/>
            </a:lvl2pPr>
            <a:lvl3pPr marL="228600" indent="-228600">
              <a:tabLst>
                <a:tab pos="92075" algn="l"/>
              </a:tabLst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zh-CN" noProof="false" dirty="false" err="true"/>
              <a:t>请输入正文内容</a:t>
            </a:r>
            <a:endParaRPr lang="en-US" altLang="zh-CN" noProof="false" dirty="false"/>
          </a:p>
          <a:p>
            <a:pPr marL="0" marR="0" lvl="0" indent="0" algn="l" defTabSz="914400" rtl="false" eaLnBrk="true" fontAlgn="auto" latinLnBrk="false" hangingPunct="true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noProof="false" dirty="false" err="true"/>
              <a:t>请输入正文内容</a:t>
            </a:r>
            <a:endParaRPr lang="en-US" altLang="zh-CN" noProof="false" dirty="false"/>
          </a:p>
          <a:p>
            <a:pPr marL="0" marR="0" lvl="0" indent="0" algn="l" defTabSz="914400" rtl="false" eaLnBrk="true" fontAlgn="auto" latinLnBrk="false" hangingPunct="true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noProof="false" dirty="false" err="true"/>
              <a:t>请输入正文内容</a:t>
            </a:r>
            <a:endParaRPr lang="en-US" altLang="zh-CN" noProof="false" dirty="false"/>
          </a:p>
          <a:p>
            <a:pPr marL="0" marR="0" lvl="0" indent="0" algn="l" defTabSz="914400" rtl="false" eaLnBrk="true" fontAlgn="auto" latinLnBrk="false" hangingPunct="true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noProof="false" dirty="false" err="true"/>
              <a:t>请输入正文内容</a:t>
            </a:r>
            <a:endParaRPr lang="en-US" altLang="zh-CN" noProof="false" dirty="false"/>
          </a:p>
        </p:txBody>
      </p:sp>
      <p:sp>
        <p:nvSpPr>
          <p:cNvPr id="2853" name="Text Placeholder 13"/>
          <p:cNvSpPr>
            <a:spLocks noGrp="true"/>
          </p:cNvSpPr>
          <p:nvPr>
            <p:ph type="body" sz="quarter" idx="29" hasCustomPrompt="true"/>
          </p:nvPr>
        </p:nvSpPr>
        <p:spPr>
          <a:xfrm>
            <a:off x="507365" y="3351688"/>
            <a:ext cx="4856400" cy="190726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600" b="true" i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</a:defRPr>
            </a:lvl1pPr>
            <a:lvl2pPr marL="0" indent="0">
              <a:lnSpc>
                <a:spcPct val="100000"/>
              </a:lnSpc>
              <a:spcBef>
                <a:spcPts val="300"/>
              </a:spcBef>
              <a:buNone/>
              <a:defRPr sz="1200"/>
            </a:lvl2pPr>
            <a:lvl3pPr marL="228600" indent="-228600">
              <a:tabLst>
                <a:tab pos="92075" algn="l"/>
              </a:tabLst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请输入小标题</a:t>
            </a:r>
            <a:endParaRPr lang="en-US" altLang="zh-TW" noProof="false"/>
          </a:p>
        </p:txBody>
      </p:sp>
      <p:sp>
        <p:nvSpPr>
          <p:cNvPr id="2854" name="Text Placeholder 13"/>
          <p:cNvSpPr>
            <a:spLocks noGrp="true"/>
          </p:cNvSpPr>
          <p:nvPr>
            <p:ph type="body" sz="quarter" idx="30" hasCustomPrompt="true"/>
          </p:nvPr>
        </p:nvSpPr>
        <p:spPr>
          <a:xfrm>
            <a:off x="507365" y="5001681"/>
            <a:ext cx="4856400" cy="887076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lang="en-US" sz="1200" b="false" i="false" kern="1200" noProof="false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+mn-cs"/>
              </a:defRPr>
            </a:lvl1pPr>
            <a:lvl2pPr marL="0" indent="0">
              <a:lnSpc>
                <a:spcPct val="100000"/>
              </a:lnSpc>
              <a:spcBef>
                <a:spcPts val="300"/>
              </a:spcBef>
              <a:buNone/>
              <a:defRPr sz="1200"/>
            </a:lvl2pPr>
            <a:lvl3pPr marL="228600" indent="-228600">
              <a:tabLst>
                <a:tab pos="92075" algn="l"/>
              </a:tabLst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zh-CN" noProof="false" dirty="false" err="true"/>
              <a:t>请输入正文内容</a:t>
            </a:r>
            <a:endParaRPr lang="en-US" altLang="zh-CN" noProof="false" dirty="false"/>
          </a:p>
          <a:p>
            <a:pPr marL="0" marR="0" lvl="0" indent="0" algn="l" defTabSz="914400" rtl="false" eaLnBrk="true" fontAlgn="auto" latinLnBrk="false" hangingPunct="true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noProof="false" dirty="false" err="true"/>
              <a:t>请输入正文内容</a:t>
            </a:r>
            <a:endParaRPr lang="en-US" altLang="zh-CN" noProof="false" dirty="false"/>
          </a:p>
          <a:p>
            <a:pPr marL="0" marR="0" lvl="0" indent="0" algn="l" defTabSz="914400" rtl="false" eaLnBrk="true" fontAlgn="auto" latinLnBrk="false" hangingPunct="true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noProof="false" dirty="false" err="true"/>
              <a:t>请输入正文内容</a:t>
            </a:r>
            <a:endParaRPr lang="en-US" altLang="zh-CN" noProof="false" dirty="false"/>
          </a:p>
          <a:p>
            <a:pPr marL="0" marR="0" lvl="0" indent="0" algn="l" defTabSz="914400" rtl="false" eaLnBrk="true" fontAlgn="auto" latinLnBrk="false" hangingPunct="true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noProof="false" dirty="false" err="true"/>
              <a:t>请输入正文内容</a:t>
            </a:r>
            <a:endParaRPr lang="en-US" altLang="zh-CN" noProof="false" dirty="false"/>
          </a:p>
          <a:p>
            <a:pPr marL="0" marR="0" lvl="0" indent="0" algn="l" defTabSz="914400" rtl="false" eaLnBrk="true" fontAlgn="auto" latinLnBrk="false" hangingPunct="true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lang="en-US" altLang="zh-TW" noProof="false" dirty="false"/>
          </a:p>
        </p:txBody>
      </p:sp>
      <p:sp>
        <p:nvSpPr>
          <p:cNvPr id="2855" name="Text Placeholder 13"/>
          <p:cNvSpPr>
            <a:spLocks noGrp="true"/>
          </p:cNvSpPr>
          <p:nvPr>
            <p:ph type="body" sz="quarter" idx="31" hasCustomPrompt="true"/>
          </p:nvPr>
        </p:nvSpPr>
        <p:spPr>
          <a:xfrm>
            <a:off x="507365" y="4689036"/>
            <a:ext cx="4856400" cy="190726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600" b="true" i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</a:defRPr>
            </a:lvl1pPr>
            <a:lvl2pPr marL="0" indent="0">
              <a:lnSpc>
                <a:spcPct val="100000"/>
              </a:lnSpc>
              <a:spcBef>
                <a:spcPts val="300"/>
              </a:spcBef>
              <a:buNone/>
              <a:defRPr sz="1200"/>
            </a:lvl2pPr>
            <a:lvl3pPr marL="228600" indent="-228600">
              <a:tabLst>
                <a:tab pos="92075" algn="l"/>
              </a:tabLst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请输入小标题</a:t>
            </a:r>
            <a:endParaRPr lang="en-US" altLang="zh-TW" noProof="false"/>
          </a:p>
        </p:txBody>
      </p:sp>
      <p:sp>
        <p:nvSpPr>
          <p:cNvPr id="2856" name="Footer Placeholder 4"/>
          <p:cNvSpPr txBox="true"/>
          <p:nvPr userDrawn="true"/>
        </p:nvSpPr>
        <p:spPr>
          <a:xfrm>
            <a:off x="8131175" y="6392544"/>
            <a:ext cx="3553460" cy="160655"/>
          </a:xfrm>
          <a:prstGeom prst="rect">
            <a:avLst/>
          </a:prstGeom>
        </p:spPr>
        <p:txBody>
          <a:bodyPr vert="horz" lIns="0" tIns="0" rIns="0" bIns="0" rtlCol="false" anchor="t" anchorCtr="false"/>
          <a:lstStyle>
            <a:defPPr>
              <a:defRPr lang="en-US"/>
            </a:defPPr>
            <a:lvl1pPr marL="0" algn="r" defTabSz="914400" rtl="false" eaLnBrk="true" latinLnBrk="false" hangingPunct="true">
              <a:defRPr sz="600" b="true" kern="1200" cap="all" spc="150" baseline="0">
                <a:solidFill>
                  <a:srgbClr val="908D84"/>
                </a:solidFill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1pPr>
            <a:lvl2pPr marL="4572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/>
            <a:r>
              <a:rPr lang="zh-CN" altLang="en-US" sz="700" b="false" i="false" spc="0" noProof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</a:rPr>
              <a:t>版权所有</a:t>
            </a:r>
            <a:r>
              <a:rPr lang="en-US" altLang="zh-CN" sz="700" b="false" i="false" spc="0" noProof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</a:rPr>
              <a:t>© 2025 </a:t>
            </a:r>
            <a:r>
              <a:rPr lang="zh-CN" altLang="en-US" sz="700" b="false" i="false" spc="0" noProof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</a:rPr>
              <a:t>亚马逊广告。保留所有权利。</a:t>
            </a:r>
            <a:endParaRPr lang="en-US" sz="700" b="false" i="false" spc="0" noProof="false">
              <a:solidFill>
                <a:schemeClr val="tx1"/>
              </a:solidFill>
              <a:latin typeface="Noto Sans S Chinese Regular" panose="020B0500000000000000" pitchFamily="34" charset="-128"/>
              <a:ea typeface="Noto Sans S Chinese Regular" panose="020B0500000000000000" pitchFamily="34" charset="-128"/>
            </a:endParaRPr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p="http://schemas.openxmlformats.org/presentationml/2006/main">
  <p:cSld name="Case study 3">
    <p:spTree>
      <p:nvGrpSpPr>
        <p:cNvPr id="28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8" name="Picture Placeholder 15"/>
          <p:cNvSpPr>
            <a:spLocks noGrp="true"/>
          </p:cNvSpPr>
          <p:nvPr>
            <p:ph type="pic" sz="quarter" idx="15" hasCustomPrompt="true"/>
          </p:nvPr>
        </p:nvSpPr>
        <p:spPr>
          <a:xfrm>
            <a:off x="6203950" y="0"/>
            <a:ext cx="5988050" cy="6858000"/>
          </a:xfrm>
          <a:noFill/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noProof="false" err="true"/>
              <a:t>单击插入图片</a:t>
            </a:r>
            <a:endParaRPr lang="en-US" noProof="false"/>
          </a:p>
        </p:txBody>
      </p:sp>
      <p:sp>
        <p:nvSpPr>
          <p:cNvPr id="2859" name="Title 1"/>
          <p:cNvSpPr>
            <a:spLocks noGrp="true"/>
          </p:cNvSpPr>
          <p:nvPr>
            <p:ph type="title" hasCustomPrompt="true"/>
          </p:nvPr>
        </p:nvSpPr>
        <p:spPr>
          <a:xfrm>
            <a:off x="507365" y="500062"/>
            <a:ext cx="4856400" cy="1259290"/>
          </a:xfrm>
        </p:spPr>
        <p:txBody>
          <a:bodyPr/>
          <a:lstStyle>
            <a:lvl1pPr algn="l" defTabSz="914400" rtl="false" eaLnBrk="true" latinLnBrk="false" hangingPunct="true">
              <a:lnSpc>
                <a:spcPct val="80000"/>
              </a:lnSpc>
              <a:spcBef>
                <a:spcPct val="1"/>
              </a:spcBef>
              <a:buNone/>
              <a:defRPr lang="en-US" sz="32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j-cs"/>
              </a:defRPr>
            </a:lvl1pPr>
          </a:lstStyle>
          <a:p>
            <a:pPr/>
            <a:r>
              <a:rPr lang="en-US" altLang="zh-CN" noProof="false" err="true"/>
              <a:t>请输入标题</a:t>
            </a:r>
            <a:endParaRPr lang="en-US" noProof="false"/>
          </a:p>
        </p:txBody>
      </p:sp>
      <p:sp>
        <p:nvSpPr>
          <p:cNvPr id="2860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/>
          <a:lstStyle/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2861" name="Text Placeholder 8"/>
          <p:cNvSpPr>
            <a:spLocks noGrp="true"/>
          </p:cNvSpPr>
          <p:nvPr>
            <p:ph type="body" sz="quarter" idx="23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altLang="zh-CN" noProof="false" err="true"/>
              <a:t>来源</a:t>
            </a:r>
            <a:r>
              <a:rPr lang="zh-CN" altLang="en-US" noProof="false"/>
              <a:t>：</a:t>
            </a:r>
            <a:endParaRPr lang="en-US" altLang="zh-CN" noProof="false"/>
          </a:p>
        </p:txBody>
      </p:sp>
      <p:sp>
        <p:nvSpPr>
          <p:cNvPr id="2862" name="Text Placeholder 13"/>
          <p:cNvSpPr>
            <a:spLocks noGrp="true"/>
          </p:cNvSpPr>
          <p:nvPr>
            <p:ph type="body" sz="quarter" idx="27" hasCustomPrompt="true"/>
          </p:nvPr>
        </p:nvSpPr>
        <p:spPr>
          <a:xfrm>
            <a:off x="507365" y="2326640"/>
            <a:ext cx="4856400" cy="858245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lang="en-US" sz="1200" kern="1200" noProof="false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+mn-cs"/>
              </a:defRPr>
            </a:lvl1pPr>
            <a:lvl2pPr marL="0" indent="0">
              <a:lnSpc>
                <a:spcPct val="100000"/>
              </a:lnSpc>
              <a:spcBef>
                <a:spcPts val="300"/>
              </a:spcBef>
              <a:buNone/>
              <a:defRPr sz="1200"/>
            </a:lvl2pPr>
            <a:lvl3pPr marL="228600" indent="-228600">
              <a:tabLst>
                <a:tab pos="92075" algn="l"/>
              </a:tabLst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zh-CN" noProof="false" dirty="false" err="true"/>
              <a:t>请输入正文内容</a:t>
            </a:r>
            <a:endParaRPr lang="en-US" altLang="zh-CN" noProof="false" dirty="false"/>
          </a:p>
          <a:p>
            <a:pPr marL="0" marR="0" lvl="0" indent="0" algn="l" defTabSz="914400" rtl="false" eaLnBrk="true" fontAlgn="auto" latinLnBrk="false" hangingPunct="true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noProof="false" dirty="false" err="true"/>
              <a:t>请输入正文内容</a:t>
            </a:r>
            <a:endParaRPr lang="en-US" altLang="zh-CN" noProof="false" dirty="false"/>
          </a:p>
          <a:p>
            <a:pPr marL="0" marR="0" lvl="0" indent="0" algn="l" defTabSz="914400" rtl="false" eaLnBrk="true" fontAlgn="auto" latinLnBrk="false" hangingPunct="true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noProof="false" dirty="false" err="true"/>
              <a:t>请输入正文内容</a:t>
            </a:r>
            <a:endParaRPr lang="en-US" altLang="zh-CN" noProof="false" dirty="false"/>
          </a:p>
          <a:p>
            <a:pPr marL="0" marR="0" lvl="0" indent="0" algn="l" defTabSz="914400" rtl="false" eaLnBrk="true" fontAlgn="auto" latinLnBrk="false" hangingPunct="true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noProof="false" dirty="false" err="true"/>
              <a:t>请输入正文内容</a:t>
            </a:r>
            <a:endParaRPr lang="en-US" altLang="zh-CN" noProof="false" dirty="false"/>
          </a:p>
        </p:txBody>
      </p:sp>
      <p:sp>
        <p:nvSpPr>
          <p:cNvPr id="2863" name="Text Placeholder 13"/>
          <p:cNvSpPr>
            <a:spLocks noGrp="true"/>
          </p:cNvSpPr>
          <p:nvPr>
            <p:ph type="body" sz="quarter" idx="26" hasCustomPrompt="true"/>
          </p:nvPr>
        </p:nvSpPr>
        <p:spPr>
          <a:xfrm>
            <a:off x="507365" y="2013995"/>
            <a:ext cx="4856400" cy="190726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lang="en-US" sz="1600" b="true" i="false" kern="120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  <a:lvl2pPr marL="0" indent="0">
              <a:lnSpc>
                <a:spcPct val="100000"/>
              </a:lnSpc>
              <a:spcBef>
                <a:spcPts val="300"/>
              </a:spcBef>
              <a:buNone/>
              <a:defRPr sz="1200"/>
            </a:lvl2pPr>
            <a:lvl3pPr marL="228600" indent="-228600">
              <a:tabLst>
                <a:tab pos="92075" algn="l"/>
              </a:tabLst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None/>
            </a:pPr>
            <a:r>
              <a:rPr lang="en-US" noProof="false" err="true"/>
              <a:t>请输入小标题</a:t>
            </a:r>
            <a:endParaRPr lang="en-US" noProof="false"/>
          </a:p>
        </p:txBody>
      </p:sp>
      <p:sp>
        <p:nvSpPr>
          <p:cNvPr id="2864" name="Text Placeholder 13"/>
          <p:cNvSpPr>
            <a:spLocks noGrp="true"/>
          </p:cNvSpPr>
          <p:nvPr>
            <p:ph type="body" sz="quarter" idx="28" hasCustomPrompt="true"/>
          </p:nvPr>
        </p:nvSpPr>
        <p:spPr>
          <a:xfrm>
            <a:off x="507365" y="3664333"/>
            <a:ext cx="4856400" cy="86694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lang="en-US" sz="1200" kern="1200" noProof="false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+mn-cs"/>
              </a:defRPr>
            </a:lvl1pPr>
            <a:lvl2pPr marL="0" indent="0">
              <a:lnSpc>
                <a:spcPct val="100000"/>
              </a:lnSpc>
              <a:spcBef>
                <a:spcPts val="300"/>
              </a:spcBef>
              <a:buNone/>
              <a:defRPr sz="1200"/>
            </a:lvl2pPr>
            <a:lvl3pPr marL="228600" indent="-228600">
              <a:tabLst>
                <a:tab pos="92075" algn="l"/>
              </a:tabLst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zh-CN" noProof="false" dirty="false" err="true"/>
              <a:t>请输入正文内容</a:t>
            </a:r>
            <a:endParaRPr lang="en-US" altLang="zh-CN" noProof="false" dirty="false"/>
          </a:p>
          <a:p>
            <a:pPr marL="0" marR="0" lvl="0" indent="0" algn="l" defTabSz="914400" rtl="false" eaLnBrk="true" fontAlgn="auto" latinLnBrk="false" hangingPunct="true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noProof="false" dirty="false" err="true"/>
              <a:t>请输入正文内容</a:t>
            </a:r>
            <a:endParaRPr lang="en-US" altLang="zh-CN" noProof="false" dirty="false"/>
          </a:p>
          <a:p>
            <a:pPr marL="0" marR="0" lvl="0" indent="0" algn="l" defTabSz="914400" rtl="false" eaLnBrk="true" fontAlgn="auto" latinLnBrk="false" hangingPunct="true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noProof="false" dirty="false" err="true"/>
              <a:t>请输入正文内容</a:t>
            </a:r>
            <a:endParaRPr lang="en-US" altLang="zh-CN" noProof="false" dirty="false"/>
          </a:p>
          <a:p>
            <a:pPr marL="0" marR="0" lvl="0" indent="0" algn="l" defTabSz="914400" rtl="false" eaLnBrk="true" fontAlgn="auto" latinLnBrk="false" hangingPunct="true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noProof="false" dirty="false" err="true"/>
              <a:t>请输入正文内容</a:t>
            </a:r>
            <a:endParaRPr lang="en-US" altLang="zh-CN" noProof="false" dirty="false"/>
          </a:p>
        </p:txBody>
      </p:sp>
      <p:sp>
        <p:nvSpPr>
          <p:cNvPr id="2865" name="Text Placeholder 13"/>
          <p:cNvSpPr>
            <a:spLocks noGrp="true"/>
          </p:cNvSpPr>
          <p:nvPr>
            <p:ph type="body" sz="quarter" idx="29" hasCustomPrompt="true"/>
          </p:nvPr>
        </p:nvSpPr>
        <p:spPr>
          <a:xfrm>
            <a:off x="507365" y="3351688"/>
            <a:ext cx="4856400" cy="190726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lang="en-US" sz="1600" b="true" i="false" kern="120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  <a:lvl2pPr marL="0" indent="0">
              <a:lnSpc>
                <a:spcPct val="100000"/>
              </a:lnSpc>
              <a:spcBef>
                <a:spcPts val="300"/>
              </a:spcBef>
              <a:buNone/>
              <a:defRPr sz="1200"/>
            </a:lvl2pPr>
            <a:lvl3pPr marL="228600" indent="-228600">
              <a:tabLst>
                <a:tab pos="92075" algn="l"/>
              </a:tabLst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请输入小标题</a:t>
            </a:r>
            <a:endParaRPr lang="en-US" altLang="zh-CN" noProof="false"/>
          </a:p>
        </p:txBody>
      </p:sp>
      <p:sp>
        <p:nvSpPr>
          <p:cNvPr id="2866" name="Text Placeholder 13"/>
          <p:cNvSpPr>
            <a:spLocks noGrp="true"/>
          </p:cNvSpPr>
          <p:nvPr>
            <p:ph type="body" sz="quarter" idx="30" hasCustomPrompt="true"/>
          </p:nvPr>
        </p:nvSpPr>
        <p:spPr>
          <a:xfrm>
            <a:off x="507365" y="5001681"/>
            <a:ext cx="4856400" cy="87841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lang="en-US" sz="1200" kern="1200" noProof="false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+mn-cs"/>
              </a:defRPr>
            </a:lvl1pPr>
            <a:lvl2pPr marL="0" indent="0">
              <a:lnSpc>
                <a:spcPct val="100000"/>
              </a:lnSpc>
              <a:spcBef>
                <a:spcPts val="300"/>
              </a:spcBef>
              <a:buNone/>
              <a:defRPr sz="1200"/>
            </a:lvl2pPr>
            <a:lvl3pPr marL="228600" indent="-228600">
              <a:tabLst>
                <a:tab pos="92075" algn="l"/>
              </a:tabLst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zh-CN" noProof="false" dirty="false" err="true"/>
              <a:t>请输入正文内容</a:t>
            </a:r>
            <a:endParaRPr lang="en-US" altLang="zh-CN" noProof="false" dirty="false"/>
          </a:p>
          <a:p>
            <a:pPr marL="0" marR="0" lvl="0" indent="0" algn="l" defTabSz="914400" rtl="false" eaLnBrk="true" fontAlgn="auto" latinLnBrk="false" hangingPunct="true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noProof="false" dirty="false" err="true"/>
              <a:t>请输入正文内容</a:t>
            </a:r>
            <a:endParaRPr lang="en-US" altLang="zh-CN" noProof="false" dirty="false"/>
          </a:p>
          <a:p>
            <a:pPr marL="0" marR="0" lvl="0" indent="0" algn="l" defTabSz="914400" rtl="false" eaLnBrk="true" fontAlgn="auto" latinLnBrk="false" hangingPunct="true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noProof="false" dirty="false" err="true"/>
              <a:t>请输入正文内容</a:t>
            </a:r>
            <a:endParaRPr lang="en-US" altLang="zh-CN" noProof="false" dirty="false"/>
          </a:p>
          <a:p>
            <a:pPr marL="0" marR="0" lvl="0" indent="0" algn="l" defTabSz="914400" rtl="false" eaLnBrk="true" fontAlgn="auto" latinLnBrk="false" hangingPunct="true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noProof="false" dirty="false" err="true"/>
              <a:t>请输入正文内容</a:t>
            </a:r>
            <a:endParaRPr lang="en-US" altLang="zh-CN" noProof="false" dirty="false"/>
          </a:p>
        </p:txBody>
      </p:sp>
      <p:sp>
        <p:nvSpPr>
          <p:cNvPr id="2867" name="Text Placeholder 13"/>
          <p:cNvSpPr>
            <a:spLocks noGrp="true"/>
          </p:cNvSpPr>
          <p:nvPr>
            <p:ph type="body" sz="quarter" idx="31" hasCustomPrompt="true"/>
          </p:nvPr>
        </p:nvSpPr>
        <p:spPr>
          <a:xfrm>
            <a:off x="507365" y="4689036"/>
            <a:ext cx="4856400" cy="190726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lang="en-US" sz="1600" b="true" i="false" kern="120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  <a:lvl2pPr marL="0" indent="0">
              <a:lnSpc>
                <a:spcPct val="100000"/>
              </a:lnSpc>
              <a:spcBef>
                <a:spcPts val="300"/>
              </a:spcBef>
              <a:buNone/>
              <a:defRPr sz="1200"/>
            </a:lvl2pPr>
            <a:lvl3pPr marL="228600" indent="-228600">
              <a:tabLst>
                <a:tab pos="92075" algn="l"/>
              </a:tabLst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请输入小标题</a:t>
            </a:r>
            <a:endParaRPr lang="en-US" altLang="zh-CN" noProof="false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p="http://schemas.openxmlformats.org/presentationml/2006/main">
  <p:cSld name="2_Case study 3">
    <p:bg>
      <p:bgPr>
        <a:solidFill>
          <a:schemeClr val="tx1"/>
        </a:solidFill>
        <a:effectLst/>
      </p:bgPr>
    </p:bg>
    <p:spTree>
      <p:nvGrpSpPr>
        <p:cNvPr id="286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9" name="Picture Placeholder 15"/>
          <p:cNvSpPr>
            <a:spLocks noGrp="true"/>
          </p:cNvSpPr>
          <p:nvPr>
            <p:ph type="pic" sz="quarter" idx="15" hasCustomPrompt="true"/>
          </p:nvPr>
        </p:nvSpPr>
        <p:spPr>
          <a:xfrm>
            <a:off x="6203950" y="0"/>
            <a:ext cx="5988050" cy="6858000"/>
          </a:xfrm>
          <a:noFill/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单击插入图片</a:t>
            </a:r>
            <a:endParaRPr lang="en-US" altLang="zh-TW" noProof="false"/>
          </a:p>
        </p:txBody>
      </p:sp>
      <p:sp>
        <p:nvSpPr>
          <p:cNvPr id="2870" name="Title 1"/>
          <p:cNvSpPr>
            <a:spLocks noGrp="true"/>
          </p:cNvSpPr>
          <p:nvPr>
            <p:ph type="title" hasCustomPrompt="true"/>
          </p:nvPr>
        </p:nvSpPr>
        <p:spPr>
          <a:xfrm>
            <a:off x="507365" y="500062"/>
            <a:ext cx="4856400" cy="1259290"/>
          </a:xfrm>
        </p:spPr>
        <p:txBody>
          <a:bodyPr/>
          <a:lstStyle>
            <a:lvl1pPr>
              <a:lnSpc>
                <a:spcPct val="90000"/>
              </a:lnSpc>
              <a:defRPr b="true" i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</a:defRPr>
            </a:lvl1pPr>
          </a:lstStyle>
          <a:p>
            <a:pPr/>
            <a:r>
              <a:rPr lang="en-US" altLang="zh-CN" noProof="false" err="true"/>
              <a:t>请输入标题</a:t>
            </a:r>
            <a:endParaRPr lang="en-US" noProof="false"/>
          </a:p>
        </p:txBody>
      </p:sp>
      <p:sp>
        <p:nvSpPr>
          <p:cNvPr id="2871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2872" name="Text Placeholder 8"/>
          <p:cNvSpPr>
            <a:spLocks noGrp="true"/>
          </p:cNvSpPr>
          <p:nvPr>
            <p:ph type="body" sz="quarter" idx="23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altLang="zh-CN" noProof="false" err="true"/>
              <a:t>来源</a:t>
            </a:r>
            <a:r>
              <a:rPr lang="zh-CN" altLang="en-US" noProof="false"/>
              <a:t>：</a:t>
            </a:r>
            <a:endParaRPr lang="en-US" altLang="zh-CN" noProof="false"/>
          </a:p>
        </p:txBody>
      </p:sp>
      <p:sp>
        <p:nvSpPr>
          <p:cNvPr id="2873" name="Text Placeholder 13"/>
          <p:cNvSpPr>
            <a:spLocks noGrp="true"/>
          </p:cNvSpPr>
          <p:nvPr>
            <p:ph type="body" sz="quarter" idx="27" hasCustomPrompt="true"/>
          </p:nvPr>
        </p:nvSpPr>
        <p:spPr>
          <a:xfrm>
            <a:off x="507365" y="2326640"/>
            <a:ext cx="4856400" cy="867294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lang="en-US" sz="1200" kern="1200" noProof="false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+mn-cs"/>
              </a:defRPr>
            </a:lvl1pPr>
            <a:lvl2pPr marL="0" indent="0">
              <a:lnSpc>
                <a:spcPct val="100000"/>
              </a:lnSpc>
              <a:spcBef>
                <a:spcPts val="300"/>
              </a:spcBef>
              <a:buNone/>
              <a:defRPr sz="1200"/>
            </a:lvl2pPr>
            <a:lvl3pPr marL="228600" indent="-228600">
              <a:tabLst>
                <a:tab pos="92075" algn="l"/>
              </a:tabLst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zh-CN" noProof="false" dirty="false" err="true"/>
              <a:t>请输入正文内容</a:t>
            </a:r>
            <a:endParaRPr lang="en-US" altLang="zh-CN" noProof="false" dirty="false"/>
          </a:p>
          <a:p>
            <a:pPr marL="0" marR="0" lvl="0" indent="0" algn="l" defTabSz="914400" rtl="false" eaLnBrk="true" fontAlgn="auto" latinLnBrk="false" hangingPunct="true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noProof="false" dirty="false" err="true"/>
              <a:t>请输入正文内容</a:t>
            </a:r>
            <a:endParaRPr lang="en-US" altLang="zh-CN" noProof="false" dirty="false"/>
          </a:p>
          <a:p>
            <a:pPr marL="0" marR="0" lvl="0" indent="0" algn="l" defTabSz="914400" rtl="false" eaLnBrk="true" fontAlgn="auto" latinLnBrk="false" hangingPunct="true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noProof="false" dirty="false" err="true"/>
              <a:t>请输入正文内容</a:t>
            </a:r>
            <a:endParaRPr lang="en-US" altLang="zh-CN" noProof="false" dirty="false"/>
          </a:p>
          <a:p>
            <a:pPr marL="0" marR="0" lvl="0" indent="0" algn="l" defTabSz="914400" rtl="false" eaLnBrk="true" fontAlgn="auto" latinLnBrk="false" hangingPunct="true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noProof="false" dirty="false" err="true"/>
              <a:t>请输入正文内容</a:t>
            </a:r>
            <a:endParaRPr lang="en-US" altLang="zh-CN" noProof="false" dirty="false"/>
          </a:p>
          <a:p>
            <a:pPr marL="0" marR="0" lvl="0" indent="0" algn="l" defTabSz="914400" rtl="false" eaLnBrk="true" fontAlgn="auto" latinLnBrk="false" hangingPunct="true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lang="en-US" altLang="zh-CN" noProof="false" dirty="false"/>
          </a:p>
        </p:txBody>
      </p:sp>
      <p:sp>
        <p:nvSpPr>
          <p:cNvPr id="2874" name="Text Placeholder 13"/>
          <p:cNvSpPr>
            <a:spLocks noGrp="true"/>
          </p:cNvSpPr>
          <p:nvPr>
            <p:ph type="body" sz="quarter" idx="26" hasCustomPrompt="true"/>
          </p:nvPr>
        </p:nvSpPr>
        <p:spPr>
          <a:xfrm>
            <a:off x="507365" y="2013995"/>
            <a:ext cx="4856400" cy="190726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600" b="true" i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</a:defRPr>
            </a:lvl1pPr>
            <a:lvl2pPr marL="0" indent="0">
              <a:lnSpc>
                <a:spcPct val="100000"/>
              </a:lnSpc>
              <a:spcBef>
                <a:spcPts val="300"/>
              </a:spcBef>
              <a:buNone/>
              <a:defRPr sz="1200"/>
            </a:lvl2pPr>
            <a:lvl3pPr marL="228600" indent="-228600">
              <a:tabLst>
                <a:tab pos="92075" algn="l"/>
              </a:tabLst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 dirty="false"/>
              <a:t>请输入小标题</a:t>
            </a:r>
            <a:endParaRPr lang="zh-TW" altLang="en-US" noProof="false" dirty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lang="en-US" noProof="false" dirty="false"/>
          </a:p>
        </p:txBody>
      </p:sp>
      <p:sp>
        <p:nvSpPr>
          <p:cNvPr id="2875" name="Text Placeholder 13"/>
          <p:cNvSpPr>
            <a:spLocks noGrp="true"/>
          </p:cNvSpPr>
          <p:nvPr>
            <p:ph type="body" sz="quarter" idx="28" hasCustomPrompt="true"/>
          </p:nvPr>
        </p:nvSpPr>
        <p:spPr>
          <a:xfrm>
            <a:off x="507365" y="3664333"/>
            <a:ext cx="4856400" cy="86694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lang="en-US" sz="1200" kern="1200" noProof="false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+mn-cs"/>
              </a:defRPr>
            </a:lvl1pPr>
            <a:lvl2pPr marL="0" indent="0">
              <a:lnSpc>
                <a:spcPct val="100000"/>
              </a:lnSpc>
              <a:spcBef>
                <a:spcPts val="300"/>
              </a:spcBef>
              <a:buNone/>
              <a:defRPr sz="1200"/>
            </a:lvl2pPr>
            <a:lvl3pPr marL="228600" indent="-228600">
              <a:tabLst>
                <a:tab pos="92075" algn="l"/>
              </a:tabLst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zh-CN" noProof="false" dirty="false" err="true"/>
              <a:t>请输入正文内容</a:t>
            </a:r>
            <a:endParaRPr lang="en-US" altLang="zh-CN" noProof="false" dirty="false"/>
          </a:p>
          <a:p>
            <a:pPr marL="0" marR="0" lvl="0" indent="0" algn="l" defTabSz="914400" rtl="false" eaLnBrk="true" fontAlgn="auto" latinLnBrk="false" hangingPunct="true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noProof="false" dirty="false" err="true"/>
              <a:t>请输入正文内容</a:t>
            </a:r>
            <a:endParaRPr lang="en-US" altLang="zh-CN" noProof="false" dirty="false"/>
          </a:p>
          <a:p>
            <a:pPr marL="0" marR="0" lvl="0" indent="0" algn="l" defTabSz="914400" rtl="false" eaLnBrk="true" fontAlgn="auto" latinLnBrk="false" hangingPunct="true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noProof="false" dirty="false" err="true"/>
              <a:t>请输入正文内容</a:t>
            </a:r>
            <a:endParaRPr lang="en-US" altLang="zh-CN" noProof="false" dirty="false"/>
          </a:p>
          <a:p>
            <a:pPr marL="0" marR="0" lvl="0" indent="0" algn="l" defTabSz="914400" rtl="false" eaLnBrk="true" fontAlgn="auto" latinLnBrk="false" hangingPunct="true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noProof="false" dirty="false" err="true"/>
              <a:t>请输入正文内容</a:t>
            </a:r>
            <a:endParaRPr lang="en-US" altLang="zh-CN" noProof="false" dirty="false"/>
          </a:p>
          <a:p>
            <a:pPr marL="0" marR="0" lvl="0" indent="0" algn="l" defTabSz="914400" rtl="false" eaLnBrk="true" fontAlgn="auto" latinLnBrk="false" hangingPunct="true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lang="en-US" altLang="zh-CN" noProof="false" dirty="false"/>
          </a:p>
        </p:txBody>
      </p:sp>
      <p:sp>
        <p:nvSpPr>
          <p:cNvPr id="2876" name="Text Placeholder 13"/>
          <p:cNvSpPr>
            <a:spLocks noGrp="true"/>
          </p:cNvSpPr>
          <p:nvPr>
            <p:ph type="body" sz="quarter" idx="29" hasCustomPrompt="true"/>
          </p:nvPr>
        </p:nvSpPr>
        <p:spPr>
          <a:xfrm>
            <a:off x="507365" y="3351688"/>
            <a:ext cx="4856400" cy="190726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lang="zh-TW" altLang="en-US" sz="1600" b="true" i="false" kern="120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  <a:lvl2pPr marL="0" indent="0">
              <a:lnSpc>
                <a:spcPct val="100000"/>
              </a:lnSpc>
              <a:spcBef>
                <a:spcPts val="300"/>
              </a:spcBef>
              <a:buNone/>
              <a:defRPr sz="1200"/>
            </a:lvl2pPr>
            <a:lvl3pPr marL="228600" indent="-228600">
              <a:tabLst>
                <a:tab pos="92075" algn="l"/>
              </a:tabLst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请输入小标题</a:t>
            </a:r>
            <a:endParaRPr lang="zh-TW" altLang="en-US" noProof="false"/>
          </a:p>
        </p:txBody>
      </p:sp>
      <p:sp>
        <p:nvSpPr>
          <p:cNvPr id="2877" name="Text Placeholder 13"/>
          <p:cNvSpPr>
            <a:spLocks noGrp="true"/>
          </p:cNvSpPr>
          <p:nvPr>
            <p:ph type="body" sz="quarter" idx="30" hasCustomPrompt="true"/>
          </p:nvPr>
        </p:nvSpPr>
        <p:spPr>
          <a:xfrm>
            <a:off x="507365" y="5001681"/>
            <a:ext cx="4856400" cy="852996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lang="en-US" sz="1200" kern="1200" noProof="false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+mn-cs"/>
              </a:defRPr>
            </a:lvl1pPr>
            <a:lvl2pPr marL="0" indent="0">
              <a:lnSpc>
                <a:spcPct val="100000"/>
              </a:lnSpc>
              <a:spcBef>
                <a:spcPts val="300"/>
              </a:spcBef>
              <a:buNone/>
              <a:defRPr sz="1200"/>
            </a:lvl2pPr>
            <a:lvl3pPr marL="228600" indent="-228600">
              <a:tabLst>
                <a:tab pos="92075" algn="l"/>
              </a:tabLst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zh-CN" noProof="false" dirty="false" err="true"/>
              <a:t>请输入正文内容</a:t>
            </a:r>
            <a:endParaRPr lang="en-US" altLang="zh-CN" noProof="false" dirty="false"/>
          </a:p>
          <a:p>
            <a:pPr marL="0" marR="0" lvl="0" indent="0" algn="l" defTabSz="914400" rtl="false" eaLnBrk="true" fontAlgn="auto" latinLnBrk="false" hangingPunct="true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noProof="false" dirty="false" err="true"/>
              <a:t>请输入正文内容</a:t>
            </a:r>
            <a:endParaRPr lang="en-US" altLang="zh-CN" noProof="false" dirty="false"/>
          </a:p>
          <a:p>
            <a:pPr marL="0" marR="0" lvl="0" indent="0" algn="l" defTabSz="914400" rtl="false" eaLnBrk="true" fontAlgn="auto" latinLnBrk="false" hangingPunct="true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noProof="false" dirty="false" err="true"/>
              <a:t>请输入正文内容</a:t>
            </a:r>
            <a:endParaRPr lang="en-US" altLang="zh-CN" noProof="false" dirty="false"/>
          </a:p>
          <a:p>
            <a:pPr marL="0" marR="0" lvl="0" indent="0" algn="l" defTabSz="914400" rtl="false" eaLnBrk="true" fontAlgn="auto" latinLnBrk="false" hangingPunct="true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noProof="false" dirty="false" err="true"/>
              <a:t>请输入正文内容</a:t>
            </a:r>
            <a:endParaRPr lang="en-US" altLang="zh-CN" noProof="false" dirty="false"/>
          </a:p>
          <a:p>
            <a:pPr marL="0" marR="0" lvl="0" indent="0" algn="l" defTabSz="914400" rtl="false" eaLnBrk="true" fontAlgn="auto" latinLnBrk="false" hangingPunct="true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lang="en-US" altLang="zh-CN" noProof="false" dirty="false"/>
          </a:p>
        </p:txBody>
      </p:sp>
      <p:sp>
        <p:nvSpPr>
          <p:cNvPr id="2878" name="Text Placeholder 13"/>
          <p:cNvSpPr>
            <a:spLocks noGrp="true"/>
          </p:cNvSpPr>
          <p:nvPr>
            <p:ph type="body" sz="quarter" idx="31" hasCustomPrompt="true"/>
          </p:nvPr>
        </p:nvSpPr>
        <p:spPr>
          <a:xfrm>
            <a:off x="507365" y="4689036"/>
            <a:ext cx="4856400" cy="190726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lang="zh-TW" altLang="en-US" sz="1600" b="true" i="false" kern="120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  <a:lvl2pPr marL="0" indent="0">
              <a:lnSpc>
                <a:spcPct val="100000"/>
              </a:lnSpc>
              <a:spcBef>
                <a:spcPts val="300"/>
              </a:spcBef>
              <a:buNone/>
              <a:defRPr sz="1200"/>
            </a:lvl2pPr>
            <a:lvl3pPr marL="228600" indent="-228600">
              <a:tabLst>
                <a:tab pos="92075" algn="l"/>
              </a:tabLst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请输入小标题</a:t>
            </a:r>
            <a:endParaRPr lang="zh-TW" altLang="en-US" noProof="false"/>
          </a:p>
          <a:p>
            <a:pPr lvl="0"/>
            <a:endParaRPr lang="en-US" noProof="false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p="http://schemas.openxmlformats.org/presentationml/2006/main">
  <p:cSld name="Case study 4">
    <p:spTree>
      <p:nvGrpSpPr>
        <p:cNvPr id="287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0" name="Title 1"/>
          <p:cNvSpPr>
            <a:spLocks noGrp="true"/>
          </p:cNvSpPr>
          <p:nvPr>
            <p:ph type="title" hasCustomPrompt="true"/>
          </p:nvPr>
        </p:nvSpPr>
        <p:spPr>
          <a:xfrm>
            <a:off x="507365" y="500062"/>
            <a:ext cx="4856400" cy="1259290"/>
          </a:xfrm>
        </p:spPr>
        <p:txBody>
          <a:bodyPr/>
          <a:lstStyle>
            <a:lvl1pPr algn="l" defTabSz="914400" rtl="false" eaLnBrk="true" latinLnBrk="false" hangingPunct="true">
              <a:lnSpc>
                <a:spcPct val="80000"/>
              </a:lnSpc>
              <a:spcBef>
                <a:spcPct val="1"/>
              </a:spcBef>
              <a:buNone/>
              <a:defRPr lang="en-US" sz="32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j-cs"/>
              </a:defRPr>
            </a:lvl1pPr>
          </a:lstStyle>
          <a:p>
            <a:pPr/>
            <a:r>
              <a:rPr lang="en-US" altLang="zh-CN" noProof="false" err="true"/>
              <a:t>请输入标题</a:t>
            </a:r>
            <a:endParaRPr lang="en-US" noProof="false"/>
          </a:p>
        </p:txBody>
      </p:sp>
      <p:sp>
        <p:nvSpPr>
          <p:cNvPr id="2881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/>
          <a:lstStyle/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2882" name="Picture Placeholder 7"/>
          <p:cNvSpPr>
            <a:spLocks noGrp="true"/>
          </p:cNvSpPr>
          <p:nvPr>
            <p:ph type="pic" sz="quarter" idx="15" hasCustomPrompt="true"/>
          </p:nvPr>
        </p:nvSpPr>
        <p:spPr>
          <a:xfrm>
            <a:off x="6203950" y="512764"/>
            <a:ext cx="5480049" cy="2604056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lang="en-US" sz="1200" b="false" i="false" kern="1200" cap="all" baseline="0" noProof="false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单击插入图片</a:t>
            </a:r>
            <a:endParaRPr lang="en-US" noProof="false"/>
          </a:p>
        </p:txBody>
      </p:sp>
      <p:sp>
        <p:nvSpPr>
          <p:cNvPr id="2883" name="Picture Placeholder 7"/>
          <p:cNvSpPr>
            <a:spLocks noGrp="true"/>
          </p:cNvSpPr>
          <p:nvPr>
            <p:ph type="pic" sz="quarter" idx="16" hasCustomPrompt="true"/>
          </p:nvPr>
        </p:nvSpPr>
        <p:spPr>
          <a:xfrm>
            <a:off x="6203950" y="3453844"/>
            <a:ext cx="5480049" cy="2604056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lang="en-US" sz="1200" b="false" i="false" kern="1200" cap="all" baseline="0" noProof="false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单击插入图片</a:t>
            </a:r>
            <a:endParaRPr lang="en-US" noProof="false"/>
          </a:p>
        </p:txBody>
      </p:sp>
      <p:sp>
        <p:nvSpPr>
          <p:cNvPr id="2884" name="Text Placeholder 8"/>
          <p:cNvSpPr>
            <a:spLocks noGrp="true"/>
          </p:cNvSpPr>
          <p:nvPr>
            <p:ph type="body" sz="quarter" idx="23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altLang="zh-CN" noProof="false" err="true"/>
              <a:t>来源</a:t>
            </a:r>
            <a:r>
              <a:rPr lang="zh-CN" altLang="en-US" noProof="false"/>
              <a:t>：</a:t>
            </a:r>
            <a:endParaRPr lang="en-US" altLang="zh-CN" noProof="false"/>
          </a:p>
        </p:txBody>
      </p:sp>
      <p:sp>
        <p:nvSpPr>
          <p:cNvPr id="2885" name="Text Placeholder 13"/>
          <p:cNvSpPr>
            <a:spLocks noGrp="true"/>
          </p:cNvSpPr>
          <p:nvPr>
            <p:ph type="body" sz="quarter" idx="27" hasCustomPrompt="true"/>
          </p:nvPr>
        </p:nvSpPr>
        <p:spPr>
          <a:xfrm>
            <a:off x="507365" y="2326640"/>
            <a:ext cx="4856400" cy="867294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lang="en-US" sz="1200" kern="1200" noProof="false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+mn-cs"/>
              </a:defRPr>
            </a:lvl1pPr>
            <a:lvl2pPr marL="0" indent="0">
              <a:lnSpc>
                <a:spcPct val="100000"/>
              </a:lnSpc>
              <a:spcBef>
                <a:spcPts val="300"/>
              </a:spcBef>
              <a:buNone/>
              <a:defRPr sz="1200"/>
            </a:lvl2pPr>
            <a:lvl3pPr marL="228600" indent="-228600">
              <a:tabLst>
                <a:tab pos="92075" algn="l"/>
              </a:tabLst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zh-CN" noProof="false" dirty="false" err="true"/>
              <a:t>请输入正文内容</a:t>
            </a:r>
            <a:endParaRPr lang="en-US" altLang="zh-CN" noProof="false" dirty="false"/>
          </a:p>
          <a:p>
            <a:pPr marL="0" marR="0" lvl="0" indent="0" algn="l" defTabSz="914400" rtl="false" eaLnBrk="true" fontAlgn="auto" latinLnBrk="false" hangingPunct="true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noProof="false" dirty="false" err="true"/>
              <a:t>请输入正文内容</a:t>
            </a:r>
            <a:endParaRPr lang="en-US" altLang="zh-CN" noProof="false" dirty="false"/>
          </a:p>
          <a:p>
            <a:pPr marL="0" marR="0" lvl="0" indent="0" algn="l" defTabSz="914400" rtl="false" eaLnBrk="true" fontAlgn="auto" latinLnBrk="false" hangingPunct="true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noProof="false" dirty="false" err="true"/>
              <a:t>请输入正文内容</a:t>
            </a:r>
            <a:endParaRPr lang="en-US" altLang="zh-CN" noProof="false" dirty="false"/>
          </a:p>
          <a:p>
            <a:pPr marL="0" marR="0" lvl="0" indent="0" algn="l" defTabSz="914400" rtl="false" eaLnBrk="true" fontAlgn="auto" latinLnBrk="false" hangingPunct="true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noProof="false" dirty="false" err="true"/>
              <a:t>请输入正文内容</a:t>
            </a:r>
            <a:endParaRPr lang="en-US" altLang="zh-CN" noProof="false" dirty="false"/>
          </a:p>
        </p:txBody>
      </p:sp>
      <p:sp>
        <p:nvSpPr>
          <p:cNvPr id="2886" name="Text Placeholder 13"/>
          <p:cNvSpPr>
            <a:spLocks noGrp="true"/>
          </p:cNvSpPr>
          <p:nvPr>
            <p:ph type="body" sz="quarter" idx="26" hasCustomPrompt="true"/>
          </p:nvPr>
        </p:nvSpPr>
        <p:spPr>
          <a:xfrm>
            <a:off x="507365" y="2013995"/>
            <a:ext cx="4856400" cy="190726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lang="en-US" altLang="zh-CN" sz="1600" b="true" i="false" kern="120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  <a:lvl2pPr marL="0" indent="0">
              <a:lnSpc>
                <a:spcPct val="100000"/>
              </a:lnSpc>
              <a:spcBef>
                <a:spcPts val="300"/>
              </a:spcBef>
              <a:buNone/>
              <a:defRPr sz="1200"/>
            </a:lvl2pPr>
            <a:lvl3pPr marL="228600" indent="-228600">
              <a:tabLst>
                <a:tab pos="92075" algn="l"/>
              </a:tabLst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请输入小标题</a:t>
            </a:r>
            <a:endParaRPr lang="en-US" altLang="zh-CN" noProof="false"/>
          </a:p>
        </p:txBody>
      </p:sp>
      <p:sp>
        <p:nvSpPr>
          <p:cNvPr id="2887" name="Text Placeholder 13"/>
          <p:cNvSpPr>
            <a:spLocks noGrp="true"/>
          </p:cNvSpPr>
          <p:nvPr>
            <p:ph type="body" sz="quarter" idx="28" hasCustomPrompt="true"/>
          </p:nvPr>
        </p:nvSpPr>
        <p:spPr>
          <a:xfrm>
            <a:off x="507365" y="3664333"/>
            <a:ext cx="4856400" cy="86694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lang="en-US" sz="1200" kern="1200" noProof="false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+mn-cs"/>
              </a:defRPr>
            </a:lvl1pPr>
            <a:lvl2pPr marL="0" indent="0">
              <a:lnSpc>
                <a:spcPct val="100000"/>
              </a:lnSpc>
              <a:spcBef>
                <a:spcPts val="300"/>
              </a:spcBef>
              <a:buNone/>
              <a:defRPr sz="1200"/>
            </a:lvl2pPr>
            <a:lvl3pPr marL="228600" indent="-228600">
              <a:tabLst>
                <a:tab pos="92075" algn="l"/>
              </a:tabLst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zh-CN" noProof="false" dirty="false" err="true"/>
              <a:t>请输入正文内容</a:t>
            </a:r>
            <a:endParaRPr lang="en-US" altLang="zh-CN" noProof="false" dirty="false"/>
          </a:p>
          <a:p>
            <a:pPr marL="0" marR="0" lvl="0" indent="0" algn="l" defTabSz="914400" rtl="false" eaLnBrk="true" fontAlgn="auto" latinLnBrk="false" hangingPunct="true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noProof="false" dirty="false" err="true"/>
              <a:t>请输入正文内容</a:t>
            </a:r>
            <a:endParaRPr lang="en-US" altLang="zh-CN" noProof="false" dirty="false"/>
          </a:p>
          <a:p>
            <a:pPr marL="0" marR="0" lvl="0" indent="0" algn="l" defTabSz="914400" rtl="false" eaLnBrk="true" fontAlgn="auto" latinLnBrk="false" hangingPunct="true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noProof="false" dirty="false" err="true"/>
              <a:t>请输入正文内容</a:t>
            </a:r>
            <a:endParaRPr lang="en-US" altLang="zh-CN" noProof="false" dirty="false"/>
          </a:p>
          <a:p>
            <a:pPr marL="0" marR="0" lvl="0" indent="0" algn="l" defTabSz="914400" rtl="false" eaLnBrk="true" fontAlgn="auto" latinLnBrk="false" hangingPunct="true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noProof="false" dirty="false" err="true"/>
              <a:t>请输入正文内容</a:t>
            </a:r>
            <a:endParaRPr lang="en-US" altLang="zh-CN" noProof="false" dirty="false"/>
          </a:p>
        </p:txBody>
      </p:sp>
      <p:sp>
        <p:nvSpPr>
          <p:cNvPr id="2888" name="Text Placeholder 13"/>
          <p:cNvSpPr>
            <a:spLocks noGrp="true"/>
          </p:cNvSpPr>
          <p:nvPr>
            <p:ph type="body" sz="quarter" idx="29" hasCustomPrompt="true"/>
          </p:nvPr>
        </p:nvSpPr>
        <p:spPr>
          <a:xfrm>
            <a:off x="507365" y="3351688"/>
            <a:ext cx="4856400" cy="190726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lang="en-US" altLang="zh-CN" sz="1600" b="true" i="false" kern="120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  <a:lvl2pPr marL="0" indent="0">
              <a:lnSpc>
                <a:spcPct val="100000"/>
              </a:lnSpc>
              <a:spcBef>
                <a:spcPts val="300"/>
              </a:spcBef>
              <a:buNone/>
              <a:defRPr sz="1200"/>
            </a:lvl2pPr>
            <a:lvl3pPr marL="228600" indent="-228600">
              <a:tabLst>
                <a:tab pos="92075" algn="l"/>
              </a:tabLst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请输入小标题</a:t>
            </a:r>
            <a:endParaRPr lang="en-US" altLang="zh-CN" noProof="false"/>
          </a:p>
        </p:txBody>
      </p:sp>
      <p:sp>
        <p:nvSpPr>
          <p:cNvPr id="2889" name="Text Placeholder 13"/>
          <p:cNvSpPr>
            <a:spLocks noGrp="true"/>
          </p:cNvSpPr>
          <p:nvPr>
            <p:ph type="body" sz="quarter" idx="30" hasCustomPrompt="true"/>
          </p:nvPr>
        </p:nvSpPr>
        <p:spPr>
          <a:xfrm>
            <a:off x="507365" y="5001681"/>
            <a:ext cx="4856400" cy="87841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lang="en-US" sz="1200" kern="1200" noProof="false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+mn-cs"/>
              </a:defRPr>
            </a:lvl1pPr>
            <a:lvl2pPr marL="0" indent="0">
              <a:lnSpc>
                <a:spcPct val="100000"/>
              </a:lnSpc>
              <a:spcBef>
                <a:spcPts val="300"/>
              </a:spcBef>
              <a:buNone/>
              <a:defRPr sz="1200"/>
            </a:lvl2pPr>
            <a:lvl3pPr marL="228600" indent="-228600">
              <a:tabLst>
                <a:tab pos="92075" algn="l"/>
              </a:tabLst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zh-CN" noProof="false" dirty="false" err="true"/>
              <a:t>请输入正文内容</a:t>
            </a:r>
            <a:endParaRPr lang="en-US" altLang="zh-CN" noProof="false" dirty="false"/>
          </a:p>
          <a:p>
            <a:pPr marL="0" marR="0" lvl="0" indent="0" algn="l" defTabSz="914400" rtl="false" eaLnBrk="true" fontAlgn="auto" latinLnBrk="false" hangingPunct="true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noProof="false" dirty="false" err="true"/>
              <a:t>请输入正文内容</a:t>
            </a:r>
            <a:endParaRPr lang="en-US" altLang="zh-CN" noProof="false" dirty="false"/>
          </a:p>
          <a:p>
            <a:pPr marL="0" marR="0" lvl="0" indent="0" algn="l" defTabSz="914400" rtl="false" eaLnBrk="true" fontAlgn="auto" latinLnBrk="false" hangingPunct="true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noProof="false" dirty="false" err="true"/>
              <a:t>请输入正文内容</a:t>
            </a:r>
            <a:endParaRPr lang="en-US" altLang="zh-CN" noProof="false" dirty="false"/>
          </a:p>
          <a:p>
            <a:pPr marL="0" marR="0" lvl="0" indent="0" algn="l" defTabSz="914400" rtl="false" eaLnBrk="true" fontAlgn="auto" latinLnBrk="false" hangingPunct="true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noProof="false" dirty="false" err="true"/>
              <a:t>请输入正文内容</a:t>
            </a:r>
            <a:endParaRPr lang="en-US" altLang="zh-CN" noProof="false" dirty="false"/>
          </a:p>
        </p:txBody>
      </p:sp>
      <p:sp>
        <p:nvSpPr>
          <p:cNvPr id="2890" name="Text Placeholder 13"/>
          <p:cNvSpPr>
            <a:spLocks noGrp="true"/>
          </p:cNvSpPr>
          <p:nvPr>
            <p:ph type="body" sz="quarter" idx="31" hasCustomPrompt="true"/>
          </p:nvPr>
        </p:nvSpPr>
        <p:spPr>
          <a:xfrm>
            <a:off x="507365" y="4689036"/>
            <a:ext cx="4856400" cy="190726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lang="en-US" altLang="zh-CN" sz="1600" b="true" i="false" kern="120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  <a:lvl2pPr marL="0" indent="0">
              <a:lnSpc>
                <a:spcPct val="100000"/>
              </a:lnSpc>
              <a:spcBef>
                <a:spcPts val="300"/>
              </a:spcBef>
              <a:buNone/>
              <a:defRPr sz="1200"/>
            </a:lvl2pPr>
            <a:lvl3pPr marL="228600" indent="-228600">
              <a:tabLst>
                <a:tab pos="92075" algn="l"/>
              </a:tabLst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请输入小标题</a:t>
            </a:r>
            <a:endParaRPr lang="en-US" altLang="zh-CN" noProof="false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p="http://schemas.openxmlformats.org/presentationml/2006/main">
  <p:cSld name="2_Case study 4">
    <p:bg>
      <p:bgPr>
        <a:solidFill>
          <a:schemeClr val="tx1"/>
        </a:solidFill>
        <a:effectLst/>
      </p:bgPr>
    </p:bg>
    <p:spTree>
      <p:nvGrpSpPr>
        <p:cNvPr id="289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2" name="Title 1"/>
          <p:cNvSpPr>
            <a:spLocks noGrp="true"/>
          </p:cNvSpPr>
          <p:nvPr>
            <p:ph type="title" hasCustomPrompt="true"/>
          </p:nvPr>
        </p:nvSpPr>
        <p:spPr>
          <a:xfrm>
            <a:off x="507365" y="500062"/>
            <a:ext cx="4856400" cy="1259290"/>
          </a:xfrm>
        </p:spPr>
        <p:txBody>
          <a:bodyPr/>
          <a:lstStyle>
            <a:lvl1pPr>
              <a:lnSpc>
                <a:spcPct val="90000"/>
              </a:lnSpc>
              <a:defRPr>
                <a:solidFill>
                  <a:schemeClr val="bg1"/>
                </a:solidFill>
              </a:defRPr>
            </a:lvl1pPr>
          </a:lstStyle>
          <a:p>
            <a:pPr/>
            <a:r>
              <a:rPr lang="en-US" altLang="zh-CN" noProof="false" err="true"/>
              <a:t>请输入标题</a:t>
            </a:r>
            <a:endParaRPr lang="en-US" noProof="false"/>
          </a:p>
        </p:txBody>
      </p:sp>
      <p:sp>
        <p:nvSpPr>
          <p:cNvPr id="2893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2894" name="Picture Placeholder 7"/>
          <p:cNvSpPr>
            <a:spLocks noGrp="true"/>
          </p:cNvSpPr>
          <p:nvPr>
            <p:ph type="pic" sz="quarter" idx="15" hasCustomPrompt="true"/>
          </p:nvPr>
        </p:nvSpPr>
        <p:spPr>
          <a:xfrm>
            <a:off x="6203950" y="512764"/>
            <a:ext cx="5480049" cy="2604056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单击插入图片</a:t>
            </a:r>
            <a:endParaRPr lang="en-US" altLang="zh-TW" noProof="false"/>
          </a:p>
        </p:txBody>
      </p:sp>
      <p:sp>
        <p:nvSpPr>
          <p:cNvPr id="2895" name="Picture Placeholder 7"/>
          <p:cNvSpPr>
            <a:spLocks noGrp="true"/>
          </p:cNvSpPr>
          <p:nvPr>
            <p:ph type="pic" sz="quarter" idx="16" hasCustomPrompt="true"/>
          </p:nvPr>
        </p:nvSpPr>
        <p:spPr>
          <a:xfrm>
            <a:off x="6203950" y="3453844"/>
            <a:ext cx="5480049" cy="2604056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单击插入图片</a:t>
            </a:r>
            <a:endParaRPr lang="en-US" altLang="zh-TW" noProof="false"/>
          </a:p>
        </p:txBody>
      </p:sp>
      <p:sp>
        <p:nvSpPr>
          <p:cNvPr id="2896" name="Text Placeholder 8"/>
          <p:cNvSpPr>
            <a:spLocks noGrp="true"/>
          </p:cNvSpPr>
          <p:nvPr>
            <p:ph type="body" sz="quarter" idx="23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altLang="zh-CN" noProof="false" err="true"/>
              <a:t>来源</a:t>
            </a:r>
            <a:r>
              <a:rPr lang="zh-CN" altLang="en-US" noProof="false"/>
              <a:t>：</a:t>
            </a:r>
            <a:endParaRPr lang="en-US" altLang="zh-CN" noProof="false"/>
          </a:p>
        </p:txBody>
      </p:sp>
      <p:sp>
        <p:nvSpPr>
          <p:cNvPr id="2897" name="Text Placeholder 13"/>
          <p:cNvSpPr>
            <a:spLocks noGrp="true"/>
          </p:cNvSpPr>
          <p:nvPr>
            <p:ph type="body" sz="quarter" idx="27" hasCustomPrompt="true"/>
          </p:nvPr>
        </p:nvSpPr>
        <p:spPr>
          <a:xfrm>
            <a:off x="507365" y="2326640"/>
            <a:ext cx="4856400" cy="90312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lang="en-US" sz="1200" b="false" i="false" kern="1200" noProof="false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+mn-cs"/>
              </a:defRPr>
            </a:lvl1pPr>
            <a:lvl2pPr marL="0" indent="0">
              <a:lnSpc>
                <a:spcPct val="100000"/>
              </a:lnSpc>
              <a:spcBef>
                <a:spcPts val="300"/>
              </a:spcBef>
              <a:buNone/>
              <a:defRPr sz="1200"/>
            </a:lvl2pPr>
            <a:lvl3pPr marL="228600" indent="-228600">
              <a:tabLst>
                <a:tab pos="92075" algn="l"/>
              </a:tabLst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zh-CN" noProof="false" dirty="false" err="true"/>
              <a:t>请输入正文内容</a:t>
            </a:r>
            <a:endParaRPr lang="en-US" altLang="zh-CN" noProof="false" dirty="false"/>
          </a:p>
          <a:p>
            <a:pPr marL="0" marR="0" lvl="0" indent="0" algn="l" defTabSz="914400" rtl="false" eaLnBrk="true" fontAlgn="auto" latinLnBrk="false" hangingPunct="true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noProof="false" dirty="false" err="true"/>
              <a:t>请输入正文内容</a:t>
            </a:r>
            <a:endParaRPr lang="en-US" altLang="zh-CN" noProof="false" dirty="false"/>
          </a:p>
          <a:p>
            <a:pPr marL="0" marR="0" lvl="0" indent="0" algn="l" defTabSz="914400" rtl="false" eaLnBrk="true" fontAlgn="auto" latinLnBrk="false" hangingPunct="true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noProof="false" dirty="false" err="true"/>
              <a:t>请输入正文内容</a:t>
            </a:r>
            <a:endParaRPr lang="en-US" altLang="zh-CN" noProof="false" dirty="false"/>
          </a:p>
          <a:p>
            <a:pPr marL="0" marR="0" lvl="0" indent="0" algn="l" defTabSz="914400" rtl="false" eaLnBrk="true" fontAlgn="auto" latinLnBrk="false" hangingPunct="true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noProof="false" dirty="false" err="true"/>
              <a:t>请输入正文内容</a:t>
            </a:r>
            <a:endParaRPr lang="en-US" altLang="zh-CN" noProof="false" dirty="false"/>
          </a:p>
          <a:p>
            <a:pPr marL="0" marR="0" lvl="0" indent="0" algn="l" defTabSz="914400" rtl="false" eaLnBrk="true" fontAlgn="auto" latinLnBrk="false" hangingPunct="true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lang="en-US" altLang="zh-CN" noProof="false" dirty="false"/>
          </a:p>
        </p:txBody>
      </p:sp>
      <p:sp>
        <p:nvSpPr>
          <p:cNvPr id="2898" name="Text Placeholder 13"/>
          <p:cNvSpPr>
            <a:spLocks noGrp="true"/>
          </p:cNvSpPr>
          <p:nvPr>
            <p:ph type="body" sz="quarter" idx="26" hasCustomPrompt="true"/>
          </p:nvPr>
        </p:nvSpPr>
        <p:spPr>
          <a:xfrm>
            <a:off x="507365" y="2013995"/>
            <a:ext cx="4856400" cy="190726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600" b="true" i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</a:defRPr>
            </a:lvl1pPr>
            <a:lvl2pPr marL="0" indent="0">
              <a:lnSpc>
                <a:spcPct val="100000"/>
              </a:lnSpc>
              <a:spcBef>
                <a:spcPts val="300"/>
              </a:spcBef>
              <a:buNone/>
              <a:defRPr sz="1200"/>
            </a:lvl2pPr>
            <a:lvl3pPr marL="228600" indent="-228600">
              <a:tabLst>
                <a:tab pos="92075" algn="l"/>
              </a:tabLst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dirty="false" err="true"/>
              <a:t>请输入小标题</a:t>
            </a:r>
            <a:endParaRPr lang="en-US" altLang="zh-CN" noProof="false" dirty="false"/>
          </a:p>
          <a:p>
            <a:pPr lvl="0"/>
            <a:endParaRPr lang="en-US" noProof="false" dirty="false"/>
          </a:p>
        </p:txBody>
      </p:sp>
      <p:sp>
        <p:nvSpPr>
          <p:cNvPr id="2899" name="Text Placeholder 13"/>
          <p:cNvSpPr>
            <a:spLocks noGrp="true"/>
          </p:cNvSpPr>
          <p:nvPr>
            <p:ph type="body" sz="quarter" idx="28" hasCustomPrompt="true"/>
          </p:nvPr>
        </p:nvSpPr>
        <p:spPr>
          <a:xfrm>
            <a:off x="507365" y="3664333"/>
            <a:ext cx="4856400" cy="902784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lang="en-US" sz="1200" b="false" i="false" kern="1200" noProof="false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+mn-cs"/>
              </a:defRPr>
            </a:lvl1pPr>
            <a:lvl2pPr marL="0" indent="0">
              <a:lnSpc>
                <a:spcPct val="100000"/>
              </a:lnSpc>
              <a:spcBef>
                <a:spcPts val="300"/>
              </a:spcBef>
              <a:buNone/>
              <a:defRPr sz="1200"/>
            </a:lvl2pPr>
            <a:lvl3pPr marL="228600" indent="-228600">
              <a:tabLst>
                <a:tab pos="92075" algn="l"/>
              </a:tabLst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zh-CN" noProof="false" dirty="false" err="true"/>
              <a:t>请输入正文内容</a:t>
            </a:r>
            <a:endParaRPr lang="en-US" altLang="zh-CN" noProof="false" dirty="false"/>
          </a:p>
          <a:p>
            <a:pPr marL="0" marR="0" lvl="0" indent="0" algn="l" defTabSz="914400" rtl="false" eaLnBrk="true" fontAlgn="auto" latinLnBrk="false" hangingPunct="true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noProof="false" dirty="false" err="true"/>
              <a:t>请输入正文内容</a:t>
            </a:r>
            <a:endParaRPr lang="en-US" altLang="zh-CN" noProof="false" dirty="false"/>
          </a:p>
          <a:p>
            <a:pPr marL="0" marR="0" lvl="0" indent="0" algn="l" defTabSz="914400" rtl="false" eaLnBrk="true" fontAlgn="auto" latinLnBrk="false" hangingPunct="true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noProof="false" dirty="false" err="true"/>
              <a:t>请输入正文内容</a:t>
            </a:r>
            <a:endParaRPr lang="en-US" altLang="zh-CN" noProof="false" dirty="false"/>
          </a:p>
          <a:p>
            <a:pPr marL="0" marR="0" lvl="0" indent="0" algn="l" defTabSz="914400" rtl="false" eaLnBrk="true" fontAlgn="auto" latinLnBrk="false" hangingPunct="true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noProof="false" dirty="false" err="true"/>
              <a:t>请输入正文内容</a:t>
            </a:r>
            <a:endParaRPr lang="en-US" altLang="zh-CN" noProof="false" dirty="false"/>
          </a:p>
          <a:p>
            <a:pPr marL="0" marR="0" lvl="0" indent="0" algn="l" defTabSz="914400" rtl="false" eaLnBrk="true" fontAlgn="auto" latinLnBrk="false" hangingPunct="true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lang="en-US" altLang="zh-CN" noProof="false" dirty="false"/>
          </a:p>
        </p:txBody>
      </p:sp>
      <p:sp>
        <p:nvSpPr>
          <p:cNvPr id="2900" name="Text Placeholder 13"/>
          <p:cNvSpPr>
            <a:spLocks noGrp="true"/>
          </p:cNvSpPr>
          <p:nvPr>
            <p:ph type="body" sz="quarter" idx="29" hasCustomPrompt="true"/>
          </p:nvPr>
        </p:nvSpPr>
        <p:spPr>
          <a:xfrm>
            <a:off x="507365" y="3351688"/>
            <a:ext cx="4856400" cy="190726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600" b="true" i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</a:defRPr>
            </a:lvl1pPr>
            <a:lvl2pPr marL="0" indent="0">
              <a:lnSpc>
                <a:spcPct val="100000"/>
              </a:lnSpc>
              <a:spcBef>
                <a:spcPts val="300"/>
              </a:spcBef>
              <a:buNone/>
              <a:defRPr sz="1200"/>
            </a:lvl2pPr>
            <a:lvl3pPr marL="228600" indent="-228600">
              <a:tabLst>
                <a:tab pos="92075" algn="l"/>
              </a:tabLst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请输入小标题</a:t>
            </a:r>
            <a:endParaRPr lang="en-US" altLang="zh-CN" noProof="false"/>
          </a:p>
          <a:p>
            <a:pPr lvl="0"/>
            <a:endParaRPr lang="en-US" noProof="false"/>
          </a:p>
        </p:txBody>
      </p:sp>
      <p:sp>
        <p:nvSpPr>
          <p:cNvPr id="2901" name="Text Placeholder 13"/>
          <p:cNvSpPr>
            <a:spLocks noGrp="true"/>
          </p:cNvSpPr>
          <p:nvPr>
            <p:ph type="body" sz="quarter" idx="30" hasCustomPrompt="true"/>
          </p:nvPr>
        </p:nvSpPr>
        <p:spPr>
          <a:xfrm>
            <a:off x="507365" y="5001681"/>
            <a:ext cx="4856400" cy="85301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lang="en-US" sz="1200" b="false" i="false" kern="1200" noProof="false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+mn-cs"/>
              </a:defRPr>
            </a:lvl1pPr>
            <a:lvl2pPr marL="0" indent="0">
              <a:lnSpc>
                <a:spcPct val="100000"/>
              </a:lnSpc>
              <a:spcBef>
                <a:spcPts val="300"/>
              </a:spcBef>
              <a:buNone/>
              <a:defRPr sz="1200"/>
            </a:lvl2pPr>
            <a:lvl3pPr marL="228600" indent="-228600">
              <a:tabLst>
                <a:tab pos="92075" algn="l"/>
              </a:tabLst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zh-CN" noProof="false" dirty="false" err="true"/>
              <a:t>请输入正文内容</a:t>
            </a:r>
            <a:endParaRPr lang="en-US" altLang="zh-CN" noProof="false" dirty="false"/>
          </a:p>
          <a:p>
            <a:pPr marL="0" marR="0" lvl="0" indent="0" algn="l" defTabSz="914400" rtl="false" eaLnBrk="true" fontAlgn="auto" latinLnBrk="false" hangingPunct="true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noProof="false" dirty="false" err="true"/>
              <a:t>请输入正文内容</a:t>
            </a:r>
            <a:endParaRPr lang="en-US" altLang="zh-CN" noProof="false" dirty="false"/>
          </a:p>
          <a:p>
            <a:pPr marL="0" marR="0" lvl="0" indent="0" algn="l" defTabSz="914400" rtl="false" eaLnBrk="true" fontAlgn="auto" latinLnBrk="false" hangingPunct="true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noProof="false" dirty="false" err="true"/>
              <a:t>请输入正文内容</a:t>
            </a:r>
            <a:endParaRPr lang="en-US" altLang="zh-CN" noProof="false" dirty="false"/>
          </a:p>
          <a:p>
            <a:pPr marL="0" marR="0" lvl="0" indent="0" algn="l" defTabSz="914400" rtl="false" eaLnBrk="true" fontAlgn="auto" latinLnBrk="false" hangingPunct="true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noProof="false" dirty="false" err="true"/>
              <a:t>请输入正文内容</a:t>
            </a:r>
            <a:endParaRPr lang="en-US" altLang="zh-CN" noProof="false" dirty="false"/>
          </a:p>
          <a:p>
            <a:pPr marL="0" marR="0" lvl="0" indent="0" algn="l" defTabSz="914400" rtl="false" eaLnBrk="true" fontAlgn="auto" latinLnBrk="false" hangingPunct="true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lang="en-US" altLang="zh-CN" noProof="false" dirty="false"/>
          </a:p>
        </p:txBody>
      </p:sp>
      <p:sp>
        <p:nvSpPr>
          <p:cNvPr id="2902" name="Text Placeholder 13"/>
          <p:cNvSpPr>
            <a:spLocks noGrp="true"/>
          </p:cNvSpPr>
          <p:nvPr>
            <p:ph type="body" sz="quarter" idx="31" hasCustomPrompt="true"/>
          </p:nvPr>
        </p:nvSpPr>
        <p:spPr>
          <a:xfrm>
            <a:off x="507365" y="4689036"/>
            <a:ext cx="4856400" cy="190726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600" b="true" i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</a:defRPr>
            </a:lvl1pPr>
            <a:lvl2pPr marL="0" indent="0">
              <a:lnSpc>
                <a:spcPct val="100000"/>
              </a:lnSpc>
              <a:spcBef>
                <a:spcPts val="300"/>
              </a:spcBef>
              <a:buNone/>
              <a:defRPr sz="1200"/>
            </a:lvl2pPr>
            <a:lvl3pPr marL="228600" indent="-228600">
              <a:tabLst>
                <a:tab pos="92075" algn="l"/>
              </a:tabLst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请输入小标题</a:t>
            </a:r>
            <a:endParaRPr lang="en-US" altLang="zh-CN" noProof="false"/>
          </a:p>
          <a:p>
            <a:pPr lvl="0"/>
            <a:endParaRPr lang="en-US" noProof="false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p="http://schemas.openxmlformats.org/presentationml/2006/main">
  <p:cSld name="Case study 5">
    <p:spTree>
      <p:nvGrpSpPr>
        <p:cNvPr id="290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4" name="Title 1"/>
          <p:cNvSpPr>
            <a:spLocks noGrp="true"/>
          </p:cNvSpPr>
          <p:nvPr>
            <p:ph type="title" hasCustomPrompt="true"/>
          </p:nvPr>
        </p:nvSpPr>
        <p:spPr>
          <a:xfrm>
            <a:off x="507365" y="500062"/>
            <a:ext cx="4856400" cy="1259290"/>
          </a:xfrm>
        </p:spPr>
        <p:txBody>
          <a:bodyPr/>
          <a:lstStyle>
            <a:lvl1pPr algn="l" defTabSz="914400" rtl="false" eaLnBrk="true" latinLnBrk="false" hangingPunct="true">
              <a:lnSpc>
                <a:spcPct val="80000"/>
              </a:lnSpc>
              <a:spcBef>
                <a:spcPct val="1"/>
              </a:spcBef>
              <a:buNone/>
              <a:defRPr lang="en-US" sz="32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j-cs"/>
              </a:defRPr>
            </a:lvl1pPr>
          </a:lstStyle>
          <a:p>
            <a:pPr/>
            <a:r>
              <a:rPr lang="en-US" noProof="false" err="true"/>
              <a:t>请输入标题</a:t>
            </a:r>
            <a:endParaRPr lang="en-US" noProof="false"/>
          </a:p>
        </p:txBody>
      </p:sp>
      <p:sp>
        <p:nvSpPr>
          <p:cNvPr id="2905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/>
          <a:lstStyle/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2906" name="Picture Placeholder 7"/>
          <p:cNvSpPr>
            <a:spLocks noGrp="true"/>
          </p:cNvSpPr>
          <p:nvPr>
            <p:ph type="pic" sz="quarter" idx="15" hasCustomPrompt="true"/>
          </p:nvPr>
        </p:nvSpPr>
        <p:spPr>
          <a:xfrm>
            <a:off x="6203950" y="512764"/>
            <a:ext cx="5480049" cy="2604056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lang="en-US" sz="1200" b="false" i="false" kern="1200" cap="all" baseline="0" noProof="false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单击插入图片</a:t>
            </a:r>
            <a:endParaRPr lang="en-US" altLang="zh-CN" noProof="false"/>
          </a:p>
        </p:txBody>
      </p:sp>
      <p:sp>
        <p:nvSpPr>
          <p:cNvPr id="2907" name="Picture Placeholder 7"/>
          <p:cNvSpPr>
            <a:spLocks noGrp="true"/>
          </p:cNvSpPr>
          <p:nvPr>
            <p:ph type="pic" sz="quarter" idx="18" hasCustomPrompt="true"/>
          </p:nvPr>
        </p:nvSpPr>
        <p:spPr>
          <a:xfrm>
            <a:off x="6203951" y="3453845"/>
            <a:ext cx="2584450" cy="2604056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lang="en-US" sz="1200" b="false" i="false" kern="1200" cap="all" baseline="0" noProof="false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单击插入图片</a:t>
            </a:r>
            <a:endParaRPr lang="en-US" altLang="zh-CN" noProof="false"/>
          </a:p>
        </p:txBody>
      </p:sp>
      <p:sp>
        <p:nvSpPr>
          <p:cNvPr id="2908" name="Picture Placeholder 7"/>
          <p:cNvSpPr>
            <a:spLocks noGrp="true"/>
          </p:cNvSpPr>
          <p:nvPr>
            <p:ph type="pic" sz="quarter" idx="20" hasCustomPrompt="true"/>
          </p:nvPr>
        </p:nvSpPr>
        <p:spPr>
          <a:xfrm>
            <a:off x="9099549" y="3453845"/>
            <a:ext cx="2584450" cy="2604056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lang="en-US" sz="1200" b="false" i="false" kern="1200" cap="all" baseline="0" noProof="false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单击插入图片</a:t>
            </a:r>
            <a:endParaRPr lang="en-US" altLang="zh-CN" noProof="false"/>
          </a:p>
        </p:txBody>
      </p:sp>
      <p:sp>
        <p:nvSpPr>
          <p:cNvPr id="2909" name="Text Placeholder 8"/>
          <p:cNvSpPr>
            <a:spLocks noGrp="true"/>
          </p:cNvSpPr>
          <p:nvPr>
            <p:ph type="body" sz="quarter" idx="23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altLang="zh-CN" noProof="false" err="true"/>
              <a:t>来源</a:t>
            </a:r>
            <a:r>
              <a:rPr lang="zh-CN" altLang="en-US" noProof="false"/>
              <a:t>：</a:t>
            </a:r>
            <a:endParaRPr lang="en-US" altLang="zh-CN" noProof="false"/>
          </a:p>
        </p:txBody>
      </p:sp>
      <p:sp>
        <p:nvSpPr>
          <p:cNvPr id="2910" name="Text Placeholder 13"/>
          <p:cNvSpPr>
            <a:spLocks noGrp="true"/>
          </p:cNvSpPr>
          <p:nvPr>
            <p:ph type="body" sz="quarter" idx="27" hasCustomPrompt="true"/>
          </p:nvPr>
        </p:nvSpPr>
        <p:spPr>
          <a:xfrm>
            <a:off x="507365" y="2326640"/>
            <a:ext cx="4856400" cy="84098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lang="en-US" sz="1200" kern="1200" noProof="false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+mn-cs"/>
              </a:defRPr>
            </a:lvl1pPr>
            <a:lvl2pPr marL="0" indent="0">
              <a:lnSpc>
                <a:spcPct val="100000"/>
              </a:lnSpc>
              <a:spcBef>
                <a:spcPts val="300"/>
              </a:spcBef>
              <a:buNone/>
              <a:defRPr sz="1200"/>
            </a:lvl2pPr>
            <a:lvl3pPr marL="228600" indent="-228600">
              <a:tabLst>
                <a:tab pos="92075" algn="l"/>
              </a:tabLst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zh-CN" noProof="false" dirty="false" err="true"/>
              <a:t>请输入正文内容</a:t>
            </a:r>
            <a:endParaRPr lang="en-US" altLang="zh-CN" noProof="false" dirty="false"/>
          </a:p>
          <a:p>
            <a:pPr marL="0" marR="0" lvl="0" indent="0" algn="l" defTabSz="914400" rtl="false" eaLnBrk="true" fontAlgn="auto" latinLnBrk="false" hangingPunct="true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noProof="false" dirty="false" err="true"/>
              <a:t>请输入正文内容</a:t>
            </a:r>
            <a:endParaRPr lang="en-US" altLang="zh-CN" noProof="false" dirty="false"/>
          </a:p>
          <a:p>
            <a:pPr marL="0" marR="0" lvl="0" indent="0" algn="l" defTabSz="914400" rtl="false" eaLnBrk="true" fontAlgn="auto" latinLnBrk="false" hangingPunct="true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noProof="false" dirty="false" err="true"/>
              <a:t>请输入正文内容</a:t>
            </a:r>
            <a:endParaRPr lang="en-US" altLang="zh-CN" noProof="false" dirty="false"/>
          </a:p>
          <a:p>
            <a:pPr marL="0" marR="0" lvl="0" indent="0" algn="l" defTabSz="914400" rtl="false" eaLnBrk="true" fontAlgn="auto" latinLnBrk="false" hangingPunct="true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noProof="false" dirty="false" err="true"/>
              <a:t>请输入正文内容</a:t>
            </a:r>
            <a:endParaRPr lang="en-US" altLang="zh-CN" noProof="false" dirty="false"/>
          </a:p>
        </p:txBody>
      </p:sp>
      <p:sp>
        <p:nvSpPr>
          <p:cNvPr id="2911" name="Text Placeholder 13"/>
          <p:cNvSpPr>
            <a:spLocks noGrp="true"/>
          </p:cNvSpPr>
          <p:nvPr>
            <p:ph type="body" sz="quarter" idx="26" hasCustomPrompt="true"/>
          </p:nvPr>
        </p:nvSpPr>
        <p:spPr>
          <a:xfrm>
            <a:off x="507365" y="2013995"/>
            <a:ext cx="4856400" cy="190726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lang="en-US" altLang="zh-CN" sz="1600" b="true" i="false" kern="120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  <a:lvl2pPr marL="0" indent="0">
              <a:lnSpc>
                <a:spcPct val="100000"/>
              </a:lnSpc>
              <a:spcBef>
                <a:spcPts val="300"/>
              </a:spcBef>
              <a:buNone/>
              <a:defRPr sz="1200"/>
            </a:lvl2pPr>
            <a:lvl3pPr marL="228600" indent="-228600">
              <a:tabLst>
                <a:tab pos="92075" algn="l"/>
              </a:tabLst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请输入小标题</a:t>
            </a:r>
            <a:endParaRPr lang="en-US" altLang="zh-CN" noProof="false"/>
          </a:p>
        </p:txBody>
      </p:sp>
      <p:sp>
        <p:nvSpPr>
          <p:cNvPr id="2912" name="Text Placeholder 13"/>
          <p:cNvSpPr>
            <a:spLocks noGrp="true"/>
          </p:cNvSpPr>
          <p:nvPr>
            <p:ph type="body" sz="quarter" idx="28" hasCustomPrompt="true"/>
          </p:nvPr>
        </p:nvSpPr>
        <p:spPr>
          <a:xfrm>
            <a:off x="507365" y="3664333"/>
            <a:ext cx="4856400" cy="86694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lang="en-US" sz="1200" kern="1200" noProof="false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+mn-cs"/>
              </a:defRPr>
            </a:lvl1pPr>
            <a:lvl2pPr marL="0" indent="0">
              <a:lnSpc>
                <a:spcPct val="100000"/>
              </a:lnSpc>
              <a:spcBef>
                <a:spcPts val="300"/>
              </a:spcBef>
              <a:buNone/>
              <a:defRPr sz="1200"/>
            </a:lvl2pPr>
            <a:lvl3pPr marL="228600" indent="-228600">
              <a:tabLst>
                <a:tab pos="92075" algn="l"/>
              </a:tabLst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zh-CN" noProof="false" dirty="false" err="true"/>
              <a:t>请输入正文内容</a:t>
            </a:r>
            <a:endParaRPr lang="en-US" altLang="zh-CN" noProof="false" dirty="false"/>
          </a:p>
          <a:p>
            <a:pPr marL="0" marR="0" lvl="0" indent="0" algn="l" defTabSz="914400" rtl="false" eaLnBrk="true" fontAlgn="auto" latinLnBrk="false" hangingPunct="true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noProof="false" dirty="false" err="true"/>
              <a:t>请输入正文内容</a:t>
            </a:r>
            <a:endParaRPr lang="en-US" altLang="zh-CN" noProof="false" dirty="false"/>
          </a:p>
          <a:p>
            <a:pPr marL="0" marR="0" lvl="0" indent="0" algn="l" defTabSz="914400" rtl="false" eaLnBrk="true" fontAlgn="auto" latinLnBrk="false" hangingPunct="true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noProof="false" dirty="false" err="true"/>
              <a:t>请输入正文内容</a:t>
            </a:r>
            <a:endParaRPr lang="en-US" altLang="zh-CN" noProof="false" dirty="false"/>
          </a:p>
          <a:p>
            <a:pPr marL="0" marR="0" lvl="0" indent="0" algn="l" defTabSz="914400" rtl="false" eaLnBrk="true" fontAlgn="auto" latinLnBrk="false" hangingPunct="true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noProof="false" dirty="false" err="true"/>
              <a:t>请输入正文内容</a:t>
            </a:r>
            <a:endParaRPr lang="en-US" altLang="zh-CN" noProof="false" dirty="false"/>
          </a:p>
        </p:txBody>
      </p:sp>
      <p:sp>
        <p:nvSpPr>
          <p:cNvPr id="2913" name="Text Placeholder 13"/>
          <p:cNvSpPr>
            <a:spLocks noGrp="true"/>
          </p:cNvSpPr>
          <p:nvPr>
            <p:ph type="body" sz="quarter" idx="29" hasCustomPrompt="true"/>
          </p:nvPr>
        </p:nvSpPr>
        <p:spPr>
          <a:xfrm>
            <a:off x="507365" y="3351688"/>
            <a:ext cx="4856400" cy="190726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lang="en-US" altLang="zh-CN" sz="1600" b="true" i="false" kern="120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  <a:lvl2pPr marL="0" indent="0">
              <a:lnSpc>
                <a:spcPct val="100000"/>
              </a:lnSpc>
              <a:spcBef>
                <a:spcPts val="300"/>
              </a:spcBef>
              <a:buNone/>
              <a:defRPr sz="1200"/>
            </a:lvl2pPr>
            <a:lvl3pPr marL="228600" indent="-228600">
              <a:tabLst>
                <a:tab pos="92075" algn="l"/>
              </a:tabLst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请输入小标题</a:t>
            </a:r>
            <a:endParaRPr lang="en-US" altLang="zh-CN" noProof="false"/>
          </a:p>
        </p:txBody>
      </p:sp>
      <p:sp>
        <p:nvSpPr>
          <p:cNvPr id="2914" name="Text Placeholder 13"/>
          <p:cNvSpPr>
            <a:spLocks noGrp="true"/>
          </p:cNvSpPr>
          <p:nvPr>
            <p:ph type="body" sz="quarter" idx="30" hasCustomPrompt="true"/>
          </p:nvPr>
        </p:nvSpPr>
        <p:spPr>
          <a:xfrm>
            <a:off x="507365" y="5001681"/>
            <a:ext cx="4856400" cy="87841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lang="en-US" sz="1200" kern="1200" noProof="false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+mn-cs"/>
              </a:defRPr>
            </a:lvl1pPr>
            <a:lvl2pPr marL="0" indent="0">
              <a:lnSpc>
                <a:spcPct val="100000"/>
              </a:lnSpc>
              <a:spcBef>
                <a:spcPts val="300"/>
              </a:spcBef>
              <a:buNone/>
              <a:defRPr sz="1200"/>
            </a:lvl2pPr>
            <a:lvl3pPr marL="228600" indent="-228600">
              <a:tabLst>
                <a:tab pos="92075" algn="l"/>
              </a:tabLst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zh-CN" noProof="false" dirty="false" err="true"/>
              <a:t>请输入正文内容</a:t>
            </a:r>
            <a:endParaRPr lang="en-US" altLang="zh-CN" noProof="false" dirty="false"/>
          </a:p>
          <a:p>
            <a:pPr marL="0" marR="0" lvl="0" indent="0" algn="l" defTabSz="914400" rtl="false" eaLnBrk="true" fontAlgn="auto" latinLnBrk="false" hangingPunct="true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noProof="false" dirty="false" err="true"/>
              <a:t>请输入正文内容</a:t>
            </a:r>
            <a:endParaRPr lang="en-US" altLang="zh-CN" noProof="false" dirty="false"/>
          </a:p>
          <a:p>
            <a:pPr marL="0" marR="0" lvl="0" indent="0" algn="l" defTabSz="914400" rtl="false" eaLnBrk="true" fontAlgn="auto" latinLnBrk="false" hangingPunct="true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noProof="false" dirty="false" err="true"/>
              <a:t>请输入正文内容</a:t>
            </a:r>
            <a:endParaRPr lang="en-US" altLang="zh-CN" noProof="false" dirty="false"/>
          </a:p>
          <a:p>
            <a:pPr marL="0" marR="0" lvl="0" indent="0" algn="l" defTabSz="914400" rtl="false" eaLnBrk="true" fontAlgn="auto" latinLnBrk="false" hangingPunct="true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noProof="false" dirty="false" err="true"/>
              <a:t>请输入正文内容</a:t>
            </a:r>
            <a:endParaRPr lang="en-US" altLang="zh-CN" noProof="false" dirty="false"/>
          </a:p>
        </p:txBody>
      </p:sp>
      <p:sp>
        <p:nvSpPr>
          <p:cNvPr id="2915" name="Text Placeholder 13"/>
          <p:cNvSpPr>
            <a:spLocks noGrp="true"/>
          </p:cNvSpPr>
          <p:nvPr>
            <p:ph type="body" sz="quarter" idx="31" hasCustomPrompt="true"/>
          </p:nvPr>
        </p:nvSpPr>
        <p:spPr>
          <a:xfrm>
            <a:off x="507365" y="4689036"/>
            <a:ext cx="4856400" cy="190726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lang="en-US" altLang="zh-CN" sz="1600" b="true" i="false" kern="120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  <a:lvl2pPr marL="0" indent="0">
              <a:lnSpc>
                <a:spcPct val="100000"/>
              </a:lnSpc>
              <a:spcBef>
                <a:spcPts val="300"/>
              </a:spcBef>
              <a:buNone/>
              <a:defRPr sz="1200"/>
            </a:lvl2pPr>
            <a:lvl3pPr marL="228600" indent="-228600">
              <a:tabLst>
                <a:tab pos="92075" algn="l"/>
              </a:tabLst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请输入小标题</a:t>
            </a:r>
            <a:endParaRPr lang="en-US" altLang="zh-CN" noProof="false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p="http://schemas.openxmlformats.org/presentationml/2006/main">
  <p:cSld name="2_Case study 5">
    <p:bg>
      <p:bgPr>
        <a:solidFill>
          <a:schemeClr val="tx1"/>
        </a:solidFill>
        <a:effectLst/>
      </p:bgPr>
    </p:bg>
    <p:spTree>
      <p:nvGrpSpPr>
        <p:cNvPr id="291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7" name="Title 1"/>
          <p:cNvSpPr>
            <a:spLocks noGrp="true"/>
          </p:cNvSpPr>
          <p:nvPr>
            <p:ph type="title" hasCustomPrompt="true"/>
          </p:nvPr>
        </p:nvSpPr>
        <p:spPr>
          <a:xfrm>
            <a:off x="507365" y="500062"/>
            <a:ext cx="4856400" cy="1259290"/>
          </a:xfrm>
        </p:spPr>
        <p:txBody>
          <a:bodyPr/>
          <a:lstStyle>
            <a:lvl1pPr>
              <a:lnSpc>
                <a:spcPct val="90000"/>
              </a:lnSpc>
              <a:defRPr>
                <a:solidFill>
                  <a:schemeClr val="bg1"/>
                </a:solidFill>
              </a:defRPr>
            </a:lvl1pPr>
          </a:lstStyle>
          <a:p>
            <a:pPr/>
            <a:r>
              <a:rPr lang="zh-TW" altLang="en-US" noProof="false"/>
              <a:t>请输入标题</a:t>
            </a:r>
            <a:endParaRPr lang="zh-TW" altLang="en-US" noProof="false"/>
          </a:p>
        </p:txBody>
      </p:sp>
      <p:sp>
        <p:nvSpPr>
          <p:cNvPr id="2918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2919" name="Picture Placeholder 7"/>
          <p:cNvSpPr>
            <a:spLocks noGrp="true"/>
          </p:cNvSpPr>
          <p:nvPr>
            <p:ph type="pic" sz="quarter" idx="15" hasCustomPrompt="true"/>
          </p:nvPr>
        </p:nvSpPr>
        <p:spPr>
          <a:xfrm>
            <a:off x="6203950" y="512764"/>
            <a:ext cx="5480049" cy="2604056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单击插入图片</a:t>
            </a:r>
            <a:endParaRPr lang="en-US" altLang="zh-CN" noProof="false"/>
          </a:p>
        </p:txBody>
      </p:sp>
      <p:sp>
        <p:nvSpPr>
          <p:cNvPr id="2920" name="Picture Placeholder 7"/>
          <p:cNvSpPr>
            <a:spLocks noGrp="true"/>
          </p:cNvSpPr>
          <p:nvPr>
            <p:ph type="pic" sz="quarter" idx="18" hasCustomPrompt="true"/>
          </p:nvPr>
        </p:nvSpPr>
        <p:spPr>
          <a:xfrm>
            <a:off x="6203951" y="3453845"/>
            <a:ext cx="2584450" cy="2604056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单击插入图片</a:t>
            </a:r>
            <a:endParaRPr lang="en-US" altLang="zh-CN" noProof="false"/>
          </a:p>
        </p:txBody>
      </p:sp>
      <p:sp>
        <p:nvSpPr>
          <p:cNvPr id="2921" name="Picture Placeholder 7"/>
          <p:cNvSpPr>
            <a:spLocks noGrp="true"/>
          </p:cNvSpPr>
          <p:nvPr>
            <p:ph type="pic" sz="quarter" idx="20" hasCustomPrompt="true"/>
          </p:nvPr>
        </p:nvSpPr>
        <p:spPr>
          <a:xfrm>
            <a:off x="9099549" y="3453845"/>
            <a:ext cx="2584450" cy="2604056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单击插入图片</a:t>
            </a:r>
            <a:endParaRPr lang="en-US" altLang="zh-CN" noProof="false"/>
          </a:p>
        </p:txBody>
      </p:sp>
      <p:sp>
        <p:nvSpPr>
          <p:cNvPr id="2922" name="Text Placeholder 8"/>
          <p:cNvSpPr>
            <a:spLocks noGrp="true"/>
          </p:cNvSpPr>
          <p:nvPr>
            <p:ph type="body" sz="quarter" idx="23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altLang="zh-CN" noProof="false" err="true"/>
              <a:t>来源</a:t>
            </a:r>
            <a:r>
              <a:rPr lang="zh-CN" altLang="en-US" noProof="false"/>
              <a:t>：</a:t>
            </a:r>
            <a:endParaRPr lang="en-US" altLang="zh-CN" noProof="false"/>
          </a:p>
        </p:txBody>
      </p:sp>
      <p:sp>
        <p:nvSpPr>
          <p:cNvPr id="2923" name="Text Placeholder 13"/>
          <p:cNvSpPr>
            <a:spLocks noGrp="true"/>
          </p:cNvSpPr>
          <p:nvPr>
            <p:ph type="body" sz="quarter" idx="27" hasCustomPrompt="true"/>
          </p:nvPr>
        </p:nvSpPr>
        <p:spPr>
          <a:xfrm>
            <a:off x="507365" y="2326640"/>
            <a:ext cx="4856400" cy="867294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lang="en-US" sz="1200" b="false" i="false" kern="1200" noProof="false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+mn-cs"/>
              </a:defRPr>
            </a:lvl1pPr>
            <a:lvl2pPr marL="0" indent="0">
              <a:lnSpc>
                <a:spcPct val="100000"/>
              </a:lnSpc>
              <a:spcBef>
                <a:spcPts val="300"/>
              </a:spcBef>
              <a:buNone/>
              <a:defRPr sz="1200"/>
            </a:lvl2pPr>
            <a:lvl3pPr marL="228600" indent="-228600">
              <a:tabLst>
                <a:tab pos="92075" algn="l"/>
              </a:tabLst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zh-CN" noProof="false" dirty="false" err="true"/>
              <a:t>请输入正文内容</a:t>
            </a:r>
            <a:endParaRPr lang="en-US" altLang="zh-CN" noProof="false" dirty="false"/>
          </a:p>
          <a:p>
            <a:pPr marL="0" marR="0" lvl="0" indent="0" algn="l" defTabSz="914400" rtl="false" eaLnBrk="true" fontAlgn="auto" latinLnBrk="false" hangingPunct="true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noProof="false" dirty="false" err="true"/>
              <a:t>请输入正文内容</a:t>
            </a:r>
            <a:endParaRPr lang="en-US" altLang="zh-CN" noProof="false" dirty="false"/>
          </a:p>
          <a:p>
            <a:pPr marL="0" marR="0" lvl="0" indent="0" algn="l" defTabSz="914400" rtl="false" eaLnBrk="true" fontAlgn="auto" latinLnBrk="false" hangingPunct="true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noProof="false" dirty="false" err="true"/>
              <a:t>请输入正文内容</a:t>
            </a:r>
            <a:endParaRPr lang="en-US" altLang="zh-CN" noProof="false" dirty="false"/>
          </a:p>
          <a:p>
            <a:pPr marL="0" marR="0" lvl="0" indent="0" algn="l" defTabSz="914400" rtl="false" eaLnBrk="true" fontAlgn="auto" latinLnBrk="false" hangingPunct="true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noProof="false" dirty="false" err="true"/>
              <a:t>请输入正文内容</a:t>
            </a:r>
            <a:endParaRPr lang="en-US" altLang="zh-CN" noProof="false" dirty="false"/>
          </a:p>
        </p:txBody>
      </p:sp>
      <p:sp>
        <p:nvSpPr>
          <p:cNvPr id="2924" name="Text Placeholder 13"/>
          <p:cNvSpPr>
            <a:spLocks noGrp="true"/>
          </p:cNvSpPr>
          <p:nvPr>
            <p:ph type="body" sz="quarter" idx="26" hasCustomPrompt="true"/>
          </p:nvPr>
        </p:nvSpPr>
        <p:spPr>
          <a:xfrm>
            <a:off x="507365" y="2013995"/>
            <a:ext cx="4856400" cy="190726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lang="zh-TW" altLang="en-US" sz="1600" b="true" i="false" kern="120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  <a:lvl2pPr marL="0" indent="0">
              <a:lnSpc>
                <a:spcPct val="100000"/>
              </a:lnSpc>
              <a:spcBef>
                <a:spcPts val="300"/>
              </a:spcBef>
              <a:buNone/>
              <a:defRPr sz="1200"/>
            </a:lvl2pPr>
            <a:lvl3pPr marL="228600" indent="-228600">
              <a:tabLst>
                <a:tab pos="92075" algn="l"/>
              </a:tabLst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请输入小标题</a:t>
            </a:r>
            <a:endParaRPr lang="zh-TW" altLang="en-US" noProof="false"/>
          </a:p>
        </p:txBody>
      </p:sp>
      <p:sp>
        <p:nvSpPr>
          <p:cNvPr id="2925" name="Text Placeholder 13"/>
          <p:cNvSpPr>
            <a:spLocks noGrp="true"/>
          </p:cNvSpPr>
          <p:nvPr>
            <p:ph type="body" sz="quarter" idx="28" hasCustomPrompt="true"/>
          </p:nvPr>
        </p:nvSpPr>
        <p:spPr>
          <a:xfrm>
            <a:off x="507365" y="3664333"/>
            <a:ext cx="4856400" cy="8579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lang="en-US" sz="1200" b="false" i="false" kern="1200" noProof="false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+mn-cs"/>
              </a:defRPr>
            </a:lvl1pPr>
            <a:lvl2pPr marL="0" indent="0">
              <a:lnSpc>
                <a:spcPct val="100000"/>
              </a:lnSpc>
              <a:spcBef>
                <a:spcPts val="300"/>
              </a:spcBef>
              <a:buNone/>
              <a:defRPr sz="1200"/>
            </a:lvl2pPr>
            <a:lvl3pPr marL="228600" indent="-228600">
              <a:tabLst>
                <a:tab pos="92075" algn="l"/>
              </a:tabLst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zh-CN" noProof="false" dirty="false" err="true"/>
              <a:t>请输入正文内容</a:t>
            </a:r>
            <a:endParaRPr lang="en-US" altLang="zh-CN" noProof="false" dirty="false"/>
          </a:p>
          <a:p>
            <a:pPr marL="0" marR="0" lvl="0" indent="0" algn="l" defTabSz="914400" rtl="false" eaLnBrk="true" fontAlgn="auto" latinLnBrk="false" hangingPunct="true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noProof="false" dirty="false" err="true"/>
              <a:t>请输入正文内容</a:t>
            </a:r>
            <a:endParaRPr lang="en-US" altLang="zh-CN" noProof="false" dirty="false"/>
          </a:p>
          <a:p>
            <a:pPr marL="0" marR="0" lvl="0" indent="0" algn="l" defTabSz="914400" rtl="false" eaLnBrk="true" fontAlgn="auto" latinLnBrk="false" hangingPunct="true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noProof="false" dirty="false" err="true"/>
              <a:t>请输入正文内容</a:t>
            </a:r>
            <a:endParaRPr lang="en-US" altLang="zh-CN" noProof="false" dirty="false"/>
          </a:p>
          <a:p>
            <a:pPr marL="0" marR="0" lvl="0" indent="0" algn="l" defTabSz="914400" rtl="false" eaLnBrk="true" fontAlgn="auto" latinLnBrk="false" hangingPunct="true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noProof="false" dirty="false" err="true"/>
              <a:t>请输入正文内容</a:t>
            </a:r>
            <a:endParaRPr lang="en-US" altLang="zh-CN" noProof="false" dirty="false"/>
          </a:p>
        </p:txBody>
      </p:sp>
      <p:sp>
        <p:nvSpPr>
          <p:cNvPr id="2926" name="Text Placeholder 13"/>
          <p:cNvSpPr>
            <a:spLocks noGrp="true"/>
          </p:cNvSpPr>
          <p:nvPr>
            <p:ph type="body" sz="quarter" idx="29" hasCustomPrompt="true"/>
          </p:nvPr>
        </p:nvSpPr>
        <p:spPr>
          <a:xfrm>
            <a:off x="507365" y="3351688"/>
            <a:ext cx="4856400" cy="190726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lang="zh-TW" altLang="en-US" sz="1600" b="true" i="false" kern="120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  <a:lvl2pPr marL="0" indent="0">
              <a:lnSpc>
                <a:spcPct val="100000"/>
              </a:lnSpc>
              <a:spcBef>
                <a:spcPts val="300"/>
              </a:spcBef>
              <a:buNone/>
              <a:defRPr sz="1200"/>
            </a:lvl2pPr>
            <a:lvl3pPr marL="228600" indent="-228600">
              <a:tabLst>
                <a:tab pos="92075" algn="l"/>
              </a:tabLst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 dirty="false"/>
              <a:t>请输入小标题</a:t>
            </a:r>
            <a:endParaRPr lang="zh-TW" altLang="en-US" noProof="false" dirty="false"/>
          </a:p>
          <a:p>
            <a:pPr lvl="0"/>
            <a:endParaRPr lang="en-US" noProof="false" dirty="false"/>
          </a:p>
        </p:txBody>
      </p:sp>
      <p:sp>
        <p:nvSpPr>
          <p:cNvPr id="2927" name="Text Placeholder 13"/>
          <p:cNvSpPr>
            <a:spLocks noGrp="true"/>
          </p:cNvSpPr>
          <p:nvPr>
            <p:ph type="body" sz="quarter" idx="30" hasCustomPrompt="true"/>
          </p:nvPr>
        </p:nvSpPr>
        <p:spPr>
          <a:xfrm>
            <a:off x="507365" y="5001681"/>
            <a:ext cx="4856400" cy="87841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lang="en-US" sz="1200" b="false" i="false" kern="1200" noProof="false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+mn-cs"/>
              </a:defRPr>
            </a:lvl1pPr>
            <a:lvl2pPr marL="0" indent="0">
              <a:lnSpc>
                <a:spcPct val="100000"/>
              </a:lnSpc>
              <a:spcBef>
                <a:spcPts val="300"/>
              </a:spcBef>
              <a:buNone/>
              <a:defRPr sz="1200"/>
            </a:lvl2pPr>
            <a:lvl3pPr marL="228600" indent="-228600">
              <a:tabLst>
                <a:tab pos="92075" algn="l"/>
              </a:tabLst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zh-CN" noProof="false" dirty="false" err="true"/>
              <a:t>请输入正文内容</a:t>
            </a:r>
            <a:endParaRPr lang="en-US" altLang="zh-CN" noProof="false" dirty="false"/>
          </a:p>
          <a:p>
            <a:pPr marL="0" marR="0" lvl="0" indent="0" algn="l" defTabSz="914400" rtl="false" eaLnBrk="true" fontAlgn="auto" latinLnBrk="false" hangingPunct="true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noProof="false" dirty="false" err="true"/>
              <a:t>请输入正文内容</a:t>
            </a:r>
            <a:endParaRPr lang="en-US" altLang="zh-CN" noProof="false" dirty="false"/>
          </a:p>
          <a:p>
            <a:pPr marL="0" marR="0" lvl="0" indent="0" algn="l" defTabSz="914400" rtl="false" eaLnBrk="true" fontAlgn="auto" latinLnBrk="false" hangingPunct="true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noProof="false" dirty="false" err="true"/>
              <a:t>请输入正文内容</a:t>
            </a:r>
            <a:endParaRPr lang="en-US" altLang="zh-CN" noProof="false" dirty="false"/>
          </a:p>
          <a:p>
            <a:pPr marL="0" marR="0" lvl="0" indent="0" algn="l" defTabSz="914400" rtl="false" eaLnBrk="true" fontAlgn="auto" latinLnBrk="false" hangingPunct="true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noProof="false" dirty="false" err="true"/>
              <a:t>请输入正文内容</a:t>
            </a:r>
            <a:endParaRPr lang="en-US" altLang="zh-CN" noProof="false" dirty="false"/>
          </a:p>
        </p:txBody>
      </p:sp>
      <p:sp>
        <p:nvSpPr>
          <p:cNvPr id="2928" name="Text Placeholder 13"/>
          <p:cNvSpPr>
            <a:spLocks noGrp="true"/>
          </p:cNvSpPr>
          <p:nvPr>
            <p:ph type="body" sz="quarter" idx="31" hasCustomPrompt="true"/>
          </p:nvPr>
        </p:nvSpPr>
        <p:spPr>
          <a:xfrm>
            <a:off x="507365" y="4689036"/>
            <a:ext cx="4856400" cy="190726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lang="zh-TW" altLang="en-US" sz="1600" b="true" i="false" kern="120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  <a:lvl2pPr marL="0" indent="0">
              <a:lnSpc>
                <a:spcPct val="100000"/>
              </a:lnSpc>
              <a:spcBef>
                <a:spcPts val="300"/>
              </a:spcBef>
              <a:buNone/>
              <a:defRPr sz="1200"/>
            </a:lvl2pPr>
            <a:lvl3pPr marL="228600" indent="-228600">
              <a:tabLst>
                <a:tab pos="92075" algn="l"/>
              </a:tabLst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 dirty="false"/>
              <a:t>请输入小标题</a:t>
            </a:r>
            <a:endParaRPr lang="zh-TW" altLang="en-US" noProof="false" dirty="false"/>
          </a:p>
          <a:p>
            <a:pPr lvl="0"/>
            <a:endParaRPr lang="en-US" noProof="false" dirty="false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p="http://schemas.openxmlformats.org/presentationml/2006/main">
  <p:cSld name="Case study 6">
    <p:spTree>
      <p:nvGrpSpPr>
        <p:cNvPr id="29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0" name="Picture Placeholder 7"/>
          <p:cNvSpPr>
            <a:spLocks noGrp="true"/>
          </p:cNvSpPr>
          <p:nvPr>
            <p:ph type="pic" sz="quarter" idx="28" hasCustomPrompt="true"/>
          </p:nvPr>
        </p:nvSpPr>
        <p:spPr>
          <a:xfrm>
            <a:off x="6203950" y="512764"/>
            <a:ext cx="5480049" cy="3251516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noProof="false" err="true"/>
              <a:t>单击插入图片</a:t>
            </a:r>
            <a:endParaRPr lang="en-US" noProof="false"/>
          </a:p>
        </p:txBody>
      </p:sp>
      <p:sp>
        <p:nvSpPr>
          <p:cNvPr id="2931" name="Title 1"/>
          <p:cNvSpPr>
            <a:spLocks noGrp="true"/>
          </p:cNvSpPr>
          <p:nvPr>
            <p:ph type="title" hasCustomPrompt="true"/>
          </p:nvPr>
        </p:nvSpPr>
        <p:spPr>
          <a:xfrm>
            <a:off x="507365" y="500062"/>
            <a:ext cx="4856400" cy="1259290"/>
          </a:xfrm>
        </p:spPr>
        <p:txBody>
          <a:bodyPr/>
          <a:lstStyle>
            <a:lvl1pPr algn="l" defTabSz="914400" rtl="false" eaLnBrk="true" latinLnBrk="false" hangingPunct="true">
              <a:lnSpc>
                <a:spcPct val="80000"/>
              </a:lnSpc>
              <a:spcBef>
                <a:spcPct val="1"/>
              </a:spcBef>
              <a:buNone/>
              <a:defRPr lang="en-US" sz="32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j-cs"/>
              </a:defRPr>
            </a:lvl1pPr>
          </a:lstStyle>
          <a:p>
            <a:pPr/>
            <a:r>
              <a:rPr lang="en-US" altLang="zh-CN" noProof="false" err="true"/>
              <a:t>请输入标题</a:t>
            </a:r>
            <a:endParaRPr lang="en-US" noProof="false"/>
          </a:p>
        </p:txBody>
      </p:sp>
      <p:sp>
        <p:nvSpPr>
          <p:cNvPr id="2932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/>
          <a:lstStyle/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2933" name="Text Placeholder 13"/>
          <p:cNvSpPr>
            <a:spLocks noGrp="true"/>
          </p:cNvSpPr>
          <p:nvPr>
            <p:ph type="body" sz="quarter" idx="16" hasCustomPrompt="true"/>
          </p:nvPr>
        </p:nvSpPr>
        <p:spPr>
          <a:xfrm>
            <a:off x="6458839" y="4167388"/>
            <a:ext cx="1295181" cy="581396"/>
          </a:xfrm>
        </p:spPr>
        <p:txBody>
          <a:bodyPr/>
          <a:lstStyle>
            <a:lvl1pPr marL="0" indent="0">
              <a:buNone/>
              <a:defRPr sz="4400" b="true" i="false">
                <a:latin typeface="+mj-lt"/>
              </a:defRPr>
            </a:lvl1pPr>
          </a:lstStyle>
          <a:p>
            <a:pPr lvl="0"/>
            <a:r>
              <a:rPr lang="en-US" noProof="false"/>
              <a:t>XXX</a:t>
            </a:r>
            <a:endParaRPr lang="en-US" noProof="false"/>
          </a:p>
        </p:txBody>
      </p:sp>
      <p:sp>
        <p:nvSpPr>
          <p:cNvPr id="2934" name="Text Placeholder 18"/>
          <p:cNvSpPr>
            <a:spLocks noGrp="true"/>
          </p:cNvSpPr>
          <p:nvPr>
            <p:ph type="body" sz="quarter" idx="23" hasCustomPrompt="true"/>
          </p:nvPr>
        </p:nvSpPr>
        <p:spPr>
          <a:xfrm>
            <a:off x="6458839" y="4907586"/>
            <a:ext cx="1295181" cy="1150314"/>
          </a:xfrm>
        </p:spPr>
        <p:txBody>
          <a:bodyPr anchor="t" anchorCtr="false"/>
          <a:lstStyle>
            <a:lvl1pPr marL="0" indent="0">
              <a:buNone/>
              <a:defRPr sz="1200">
                <a:latin typeface="Noto Sans S Chinese Regular" panose="020B0500000000000000" pitchFamily="34" charset="-128"/>
                <a:ea typeface="Noto Sans S Chinese Regular" panose="020B0500000000000000" pitchFamily="34" charset="-128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marL="0" lvl="0" indent="0" algn="l" defTabSz="914400" rtl="false" eaLnBrk="true" latinLnBrk="false" hangingPunct="true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请输入正文内容</a:t>
            </a:r>
            <a:endParaRPr lang="en-US" altLang="zh-CN" noProof="false"/>
          </a:p>
        </p:txBody>
      </p:sp>
      <p:sp>
        <p:nvSpPr>
          <p:cNvPr id="2935" name="Text Placeholder 13"/>
          <p:cNvSpPr>
            <a:spLocks noGrp="true"/>
          </p:cNvSpPr>
          <p:nvPr>
            <p:ph type="body" sz="quarter" idx="24" hasCustomPrompt="true"/>
          </p:nvPr>
        </p:nvSpPr>
        <p:spPr>
          <a:xfrm>
            <a:off x="8433513" y="4167388"/>
            <a:ext cx="1295181" cy="581396"/>
          </a:xfrm>
        </p:spPr>
        <p:txBody>
          <a:bodyPr/>
          <a:lstStyle>
            <a:lvl1pPr marL="0" indent="0">
              <a:buNone/>
              <a:defRPr lang="en-US" sz="4400" b="true" i="false" kern="1200" noProof="false" dirty="false">
                <a:solidFill>
                  <a:schemeClr val="tx1"/>
                </a:solidFill>
                <a:latin typeface="+mj-lt"/>
                <a:ea typeface="Noto Sans S Chinese Regular" panose="020B0500000000000000" pitchFamily="34" charset="-128"/>
                <a:cs typeface="+mn-cs"/>
              </a:defRPr>
            </a:lvl1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noProof="false"/>
              <a:t>XXX</a:t>
            </a:r>
            <a:endParaRPr lang="en-US" noProof="false"/>
          </a:p>
        </p:txBody>
      </p:sp>
      <p:sp>
        <p:nvSpPr>
          <p:cNvPr id="2936" name="Text Placeholder 18"/>
          <p:cNvSpPr>
            <a:spLocks noGrp="true"/>
          </p:cNvSpPr>
          <p:nvPr>
            <p:ph type="body" sz="quarter" idx="25" hasCustomPrompt="true"/>
          </p:nvPr>
        </p:nvSpPr>
        <p:spPr>
          <a:xfrm>
            <a:off x="8433513" y="4907586"/>
            <a:ext cx="1295181" cy="1150314"/>
          </a:xfrm>
        </p:spPr>
        <p:txBody>
          <a:bodyPr anchor="t" anchorCtr="false"/>
          <a:lstStyle>
            <a:lvl1pPr marL="0" indent="0">
              <a:buNone/>
              <a:defRPr sz="1200">
                <a:latin typeface="Noto Sans S Chinese Regular" panose="020B0500000000000000" pitchFamily="34" charset="-128"/>
                <a:ea typeface="Noto Sans S Chinese Regular" panose="020B0500000000000000" pitchFamily="34" charset="-128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marL="0" lvl="0" indent="0" algn="l" defTabSz="914400" rtl="false" eaLnBrk="true" latinLnBrk="false" hangingPunct="true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请输入正文内容</a:t>
            </a:r>
            <a:endParaRPr lang="en-US" altLang="zh-CN" noProof="false"/>
          </a:p>
        </p:txBody>
      </p:sp>
      <p:sp>
        <p:nvSpPr>
          <p:cNvPr id="2937" name="Text Placeholder 13"/>
          <p:cNvSpPr>
            <a:spLocks noGrp="true"/>
          </p:cNvSpPr>
          <p:nvPr>
            <p:ph type="body" sz="quarter" idx="26" hasCustomPrompt="true"/>
          </p:nvPr>
        </p:nvSpPr>
        <p:spPr>
          <a:xfrm>
            <a:off x="10398343" y="4167388"/>
            <a:ext cx="1295181" cy="581396"/>
          </a:xfrm>
        </p:spPr>
        <p:txBody>
          <a:bodyPr/>
          <a:lstStyle>
            <a:lvl1pPr marL="0" indent="0">
              <a:buNone/>
              <a:defRPr lang="en-US" sz="4400" b="true" i="false" kern="1200" noProof="false" dirty="false">
                <a:solidFill>
                  <a:schemeClr val="tx1"/>
                </a:solidFill>
                <a:latin typeface="+mj-lt"/>
                <a:ea typeface="Noto Sans S Chinese Regular" panose="020B0500000000000000" pitchFamily="34" charset="-128"/>
                <a:cs typeface="+mn-cs"/>
              </a:defRPr>
            </a:lvl1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noProof="false"/>
              <a:t>XXX</a:t>
            </a:r>
            <a:endParaRPr lang="en-US" noProof="false"/>
          </a:p>
        </p:txBody>
      </p:sp>
      <p:sp>
        <p:nvSpPr>
          <p:cNvPr id="2938" name="Text Placeholder 18"/>
          <p:cNvSpPr>
            <a:spLocks noGrp="true"/>
          </p:cNvSpPr>
          <p:nvPr>
            <p:ph type="body" sz="quarter" idx="27" hasCustomPrompt="true"/>
          </p:nvPr>
        </p:nvSpPr>
        <p:spPr>
          <a:xfrm>
            <a:off x="10398343" y="4907586"/>
            <a:ext cx="1295181" cy="1150314"/>
          </a:xfrm>
        </p:spPr>
        <p:txBody>
          <a:bodyPr anchor="t" anchorCtr="false"/>
          <a:lstStyle>
            <a:lvl1pPr marL="0" indent="0">
              <a:buNone/>
              <a:defRPr sz="1200">
                <a:latin typeface="Noto Sans S Chinese Regular" panose="020B0500000000000000" pitchFamily="34" charset="-128"/>
                <a:ea typeface="Noto Sans S Chinese Regular" panose="020B0500000000000000" pitchFamily="34" charset="-128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marL="0" lvl="0" indent="0" algn="l" defTabSz="914400" rtl="false" eaLnBrk="true" latinLnBrk="false" hangingPunct="true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请输入正文内容</a:t>
            </a:r>
            <a:endParaRPr lang="en-US" altLang="zh-CN" noProof="false"/>
          </a:p>
        </p:txBody>
      </p:sp>
      <p:sp>
        <p:nvSpPr>
          <p:cNvPr id="2939" name="Text Placeholder 8"/>
          <p:cNvSpPr>
            <a:spLocks noGrp="true"/>
          </p:cNvSpPr>
          <p:nvPr>
            <p:ph type="body" sz="quarter" idx="29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altLang="zh-CN" noProof="false" err="true"/>
              <a:t>来源</a:t>
            </a:r>
            <a:r>
              <a:rPr lang="zh-CN" altLang="en-US" noProof="false"/>
              <a:t>：</a:t>
            </a:r>
            <a:endParaRPr lang="en-US" altLang="zh-CN" noProof="false"/>
          </a:p>
        </p:txBody>
      </p:sp>
      <p:sp>
        <p:nvSpPr>
          <p:cNvPr id="2940" name="Text Placeholder 13"/>
          <p:cNvSpPr>
            <a:spLocks noGrp="true"/>
          </p:cNvSpPr>
          <p:nvPr>
            <p:ph type="body" sz="quarter" idx="30" hasCustomPrompt="true"/>
          </p:nvPr>
        </p:nvSpPr>
        <p:spPr>
          <a:xfrm>
            <a:off x="507365" y="2326640"/>
            <a:ext cx="4856400" cy="858245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lang="en-US" altLang="zh-CN" sz="1200" kern="1200" noProof="false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+mn-cs"/>
              </a:defRPr>
            </a:lvl1pPr>
            <a:lvl2pPr marL="0" indent="0">
              <a:lnSpc>
                <a:spcPct val="100000"/>
              </a:lnSpc>
              <a:spcBef>
                <a:spcPts val="300"/>
              </a:spcBef>
              <a:buNone/>
              <a:defRPr sz="1200"/>
            </a:lvl2pPr>
            <a:lvl3pPr marL="228600" indent="-228600">
              <a:tabLst>
                <a:tab pos="92075" algn="l"/>
              </a:tabLst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zh-CN" noProof="false" dirty="false" err="true"/>
              <a:t>请输入正文内容</a:t>
            </a:r>
            <a:endParaRPr lang="en-US" altLang="zh-CN" noProof="false" dirty="false"/>
          </a:p>
          <a:p>
            <a:pPr marL="0" marR="0" lvl="0" indent="0" algn="l" defTabSz="914400" rtl="false" eaLnBrk="true" fontAlgn="auto" latinLnBrk="false" hangingPunct="true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noProof="false" dirty="false" err="true"/>
              <a:t>请输入正文内容</a:t>
            </a:r>
            <a:endParaRPr lang="en-US" altLang="zh-CN" noProof="false" dirty="false"/>
          </a:p>
          <a:p>
            <a:pPr marL="0" marR="0" lvl="0" indent="0" algn="l" defTabSz="914400" rtl="false" eaLnBrk="true" fontAlgn="auto" latinLnBrk="false" hangingPunct="true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noProof="false" dirty="false" err="true"/>
              <a:t>请输入正文内容</a:t>
            </a:r>
            <a:endParaRPr lang="en-US" altLang="zh-CN" noProof="false" dirty="false"/>
          </a:p>
          <a:p>
            <a:pPr marL="0" marR="0" lvl="0" indent="0" algn="l" defTabSz="914400" rtl="false" eaLnBrk="true" fontAlgn="auto" latinLnBrk="false" hangingPunct="true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noProof="false" dirty="false" err="true"/>
              <a:t>请输入正文内容</a:t>
            </a:r>
            <a:endParaRPr lang="en-US" altLang="zh-CN" noProof="false" dirty="false"/>
          </a:p>
        </p:txBody>
      </p:sp>
      <p:sp>
        <p:nvSpPr>
          <p:cNvPr id="2941" name="Text Placeholder 13"/>
          <p:cNvSpPr>
            <a:spLocks noGrp="true"/>
          </p:cNvSpPr>
          <p:nvPr>
            <p:ph type="body" sz="quarter" idx="31" hasCustomPrompt="true"/>
          </p:nvPr>
        </p:nvSpPr>
        <p:spPr>
          <a:xfrm>
            <a:off x="507365" y="2013995"/>
            <a:ext cx="4856400" cy="190726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lang="en-US" altLang="zh-CN" sz="1600" b="true" i="false" kern="120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  <a:lvl2pPr marL="0" indent="0">
              <a:lnSpc>
                <a:spcPct val="100000"/>
              </a:lnSpc>
              <a:spcBef>
                <a:spcPts val="300"/>
              </a:spcBef>
              <a:buNone/>
              <a:defRPr sz="1200"/>
            </a:lvl2pPr>
            <a:lvl3pPr marL="228600" indent="-228600">
              <a:tabLst>
                <a:tab pos="92075" algn="l"/>
              </a:tabLst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请输入小标题</a:t>
            </a:r>
            <a:endParaRPr lang="en-US" altLang="zh-CN" noProof="false"/>
          </a:p>
        </p:txBody>
      </p:sp>
      <p:sp>
        <p:nvSpPr>
          <p:cNvPr id="2942" name="Text Placeholder 13"/>
          <p:cNvSpPr>
            <a:spLocks noGrp="true"/>
          </p:cNvSpPr>
          <p:nvPr>
            <p:ph type="body" sz="quarter" idx="32" hasCustomPrompt="true"/>
          </p:nvPr>
        </p:nvSpPr>
        <p:spPr>
          <a:xfrm>
            <a:off x="507365" y="3664333"/>
            <a:ext cx="4856400" cy="86694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lang="en-US" sz="1200" b="false" i="false" kern="1200" noProof="false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+mn-ea"/>
                <a:cs typeface="+mn-cs"/>
              </a:defRPr>
            </a:lvl1pPr>
            <a:lvl2pPr marL="0" indent="0">
              <a:lnSpc>
                <a:spcPct val="100000"/>
              </a:lnSpc>
              <a:spcBef>
                <a:spcPts val="300"/>
              </a:spcBef>
              <a:buNone/>
              <a:defRPr sz="1200"/>
            </a:lvl2pPr>
            <a:lvl3pPr marL="228600" indent="-228600">
              <a:tabLst>
                <a:tab pos="92075" algn="l"/>
              </a:tabLst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zh-CN" noProof="false" dirty="false" err="true"/>
              <a:t>请输入正文内容</a:t>
            </a:r>
            <a:endParaRPr lang="en-US" altLang="zh-CN" noProof="false" dirty="false"/>
          </a:p>
          <a:p>
            <a:pPr marL="0" marR="0" lvl="0" indent="0" algn="l" defTabSz="914400" rtl="false" eaLnBrk="true" fontAlgn="auto" latinLnBrk="false" hangingPunct="true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noProof="false" dirty="false" err="true"/>
              <a:t>请输入正文内容</a:t>
            </a:r>
            <a:endParaRPr lang="en-US" altLang="zh-CN" noProof="false" dirty="false"/>
          </a:p>
          <a:p>
            <a:pPr marL="0" marR="0" lvl="0" indent="0" algn="l" defTabSz="914400" rtl="false" eaLnBrk="true" fontAlgn="auto" latinLnBrk="false" hangingPunct="true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noProof="false" dirty="false" err="true"/>
              <a:t>请输入正文内容</a:t>
            </a:r>
            <a:endParaRPr lang="en-US" altLang="zh-CN" noProof="false" dirty="false"/>
          </a:p>
          <a:p>
            <a:pPr marL="0" marR="0" lvl="0" indent="0" algn="l" defTabSz="914400" rtl="false" eaLnBrk="true" fontAlgn="auto" latinLnBrk="false" hangingPunct="true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noProof="false" dirty="false" err="true"/>
              <a:t>请输入正文内容</a:t>
            </a:r>
            <a:endParaRPr lang="en-US" altLang="zh-CN" noProof="false" dirty="false"/>
          </a:p>
        </p:txBody>
      </p:sp>
      <p:sp>
        <p:nvSpPr>
          <p:cNvPr id="2943" name="Text Placeholder 13"/>
          <p:cNvSpPr>
            <a:spLocks noGrp="true"/>
          </p:cNvSpPr>
          <p:nvPr>
            <p:ph type="body" sz="quarter" idx="33" hasCustomPrompt="true"/>
          </p:nvPr>
        </p:nvSpPr>
        <p:spPr>
          <a:xfrm>
            <a:off x="507365" y="3351688"/>
            <a:ext cx="4856400" cy="190726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lang="en-US" altLang="zh-CN" sz="1600" b="true" i="false" kern="120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  <a:lvl2pPr marL="0" indent="0">
              <a:lnSpc>
                <a:spcPct val="100000"/>
              </a:lnSpc>
              <a:spcBef>
                <a:spcPts val="300"/>
              </a:spcBef>
              <a:buNone/>
              <a:defRPr sz="1200"/>
            </a:lvl2pPr>
            <a:lvl3pPr marL="228600" indent="-228600">
              <a:tabLst>
                <a:tab pos="92075" algn="l"/>
              </a:tabLst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请输入小标题</a:t>
            </a:r>
            <a:endParaRPr lang="en-US" altLang="zh-CN" noProof="false"/>
          </a:p>
        </p:txBody>
      </p:sp>
      <p:sp>
        <p:nvSpPr>
          <p:cNvPr id="2944" name="Text Placeholder 13"/>
          <p:cNvSpPr>
            <a:spLocks noGrp="true"/>
          </p:cNvSpPr>
          <p:nvPr>
            <p:ph type="body" sz="quarter" idx="34" hasCustomPrompt="true"/>
          </p:nvPr>
        </p:nvSpPr>
        <p:spPr>
          <a:xfrm>
            <a:off x="507365" y="5001681"/>
            <a:ext cx="4856400" cy="87841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lang="en-US" sz="1200" kern="1200" noProof="false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+mn-cs"/>
              </a:defRPr>
            </a:lvl1pPr>
            <a:lvl2pPr marL="0" indent="0">
              <a:lnSpc>
                <a:spcPct val="100000"/>
              </a:lnSpc>
              <a:spcBef>
                <a:spcPts val="300"/>
              </a:spcBef>
              <a:buNone/>
              <a:defRPr sz="1200"/>
            </a:lvl2pPr>
            <a:lvl3pPr marL="228600" indent="-228600">
              <a:tabLst>
                <a:tab pos="92075" algn="l"/>
              </a:tabLst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zh-CN" noProof="false" dirty="false" err="true"/>
              <a:t>请输入正文内容</a:t>
            </a:r>
            <a:endParaRPr lang="en-US" altLang="zh-CN" noProof="false" dirty="false"/>
          </a:p>
          <a:p>
            <a:pPr marL="0" marR="0" lvl="0" indent="0" algn="l" defTabSz="914400" rtl="false" eaLnBrk="true" fontAlgn="auto" latinLnBrk="false" hangingPunct="true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noProof="false" dirty="false" err="true"/>
              <a:t>请输入正文内容</a:t>
            </a:r>
            <a:endParaRPr lang="en-US" altLang="zh-CN" noProof="false" dirty="false"/>
          </a:p>
          <a:p>
            <a:pPr marL="0" marR="0" lvl="0" indent="0" algn="l" defTabSz="914400" rtl="false" eaLnBrk="true" fontAlgn="auto" latinLnBrk="false" hangingPunct="true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noProof="false" dirty="false" err="true"/>
              <a:t>请输入正文内容</a:t>
            </a:r>
            <a:endParaRPr lang="en-US" altLang="zh-CN" noProof="false" dirty="false"/>
          </a:p>
          <a:p>
            <a:pPr marL="0" marR="0" lvl="0" indent="0" algn="l" defTabSz="914400" rtl="false" eaLnBrk="true" fontAlgn="auto" latinLnBrk="false" hangingPunct="true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noProof="false" dirty="false" err="true"/>
              <a:t>请输入正文内容</a:t>
            </a:r>
            <a:endParaRPr lang="en-US" altLang="zh-CN" noProof="false" dirty="false"/>
          </a:p>
        </p:txBody>
      </p:sp>
      <p:sp>
        <p:nvSpPr>
          <p:cNvPr id="2945" name="Text Placeholder 13"/>
          <p:cNvSpPr>
            <a:spLocks noGrp="true"/>
          </p:cNvSpPr>
          <p:nvPr>
            <p:ph type="body" sz="quarter" idx="35" hasCustomPrompt="true"/>
          </p:nvPr>
        </p:nvSpPr>
        <p:spPr>
          <a:xfrm>
            <a:off x="507365" y="4689036"/>
            <a:ext cx="4856400" cy="190726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lang="en-US" altLang="zh-CN" sz="1600" b="true" i="false" kern="120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  <a:lvl2pPr marL="0" indent="0">
              <a:lnSpc>
                <a:spcPct val="100000"/>
              </a:lnSpc>
              <a:spcBef>
                <a:spcPts val="300"/>
              </a:spcBef>
              <a:buNone/>
              <a:defRPr sz="1200"/>
            </a:lvl2pPr>
            <a:lvl3pPr marL="228600" indent="-228600">
              <a:tabLst>
                <a:tab pos="92075" algn="l"/>
              </a:tabLst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请输入小标题</a:t>
            </a:r>
            <a:endParaRPr lang="en-US" altLang="zh-CN" noProof="false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p="http://schemas.openxmlformats.org/presentationml/2006/main">
  <p:cSld name="2_Case study 6">
    <p:bg>
      <p:bgPr>
        <a:solidFill>
          <a:schemeClr val="tx1"/>
        </a:solidFill>
        <a:effectLst/>
      </p:bgPr>
    </p:bg>
    <p:spTree>
      <p:nvGrpSpPr>
        <p:cNvPr id="29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7" name="Picture Placeholder 7"/>
          <p:cNvSpPr>
            <a:spLocks noGrp="true"/>
          </p:cNvSpPr>
          <p:nvPr>
            <p:ph type="pic" sz="quarter" idx="28" hasCustomPrompt="true"/>
          </p:nvPr>
        </p:nvSpPr>
        <p:spPr>
          <a:xfrm>
            <a:off x="6203950" y="512764"/>
            <a:ext cx="5480049" cy="3251516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单击插入图片</a:t>
            </a:r>
            <a:endParaRPr lang="zh-TW" altLang="en-US" noProof="false"/>
          </a:p>
        </p:txBody>
      </p:sp>
      <p:sp>
        <p:nvSpPr>
          <p:cNvPr id="2948" name="Title 1"/>
          <p:cNvSpPr>
            <a:spLocks noGrp="true"/>
          </p:cNvSpPr>
          <p:nvPr>
            <p:ph type="title" hasCustomPrompt="true"/>
          </p:nvPr>
        </p:nvSpPr>
        <p:spPr>
          <a:xfrm>
            <a:off x="507365" y="500062"/>
            <a:ext cx="4856400" cy="1259290"/>
          </a:xfrm>
        </p:spPr>
        <p:txBody>
          <a:bodyPr/>
          <a:lstStyle>
            <a:lvl1pPr>
              <a:lnSpc>
                <a:spcPct val="90000"/>
              </a:lnSpc>
              <a:defRPr>
                <a:solidFill>
                  <a:schemeClr val="bg1"/>
                </a:solidFill>
              </a:defRPr>
            </a:lvl1pPr>
          </a:lstStyle>
          <a:p>
            <a:pPr/>
            <a:r>
              <a:rPr lang="zh-TW" altLang="en-US" noProof="false"/>
              <a:t>请输入标题</a:t>
            </a:r>
            <a:endParaRPr lang="zh-TW" altLang="en-US" noProof="false"/>
          </a:p>
        </p:txBody>
      </p:sp>
      <p:sp>
        <p:nvSpPr>
          <p:cNvPr id="2949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2950" name="Text Placeholder 13"/>
          <p:cNvSpPr>
            <a:spLocks noGrp="true"/>
          </p:cNvSpPr>
          <p:nvPr>
            <p:ph type="body" sz="quarter" idx="16" hasCustomPrompt="true"/>
          </p:nvPr>
        </p:nvSpPr>
        <p:spPr>
          <a:xfrm>
            <a:off x="6458839" y="4167388"/>
            <a:ext cx="1295181" cy="581396"/>
          </a:xfrm>
        </p:spPr>
        <p:txBody>
          <a:bodyPr/>
          <a:lstStyle>
            <a:lvl1pPr marL="0" indent="0">
              <a:buNone/>
              <a:defRPr sz="4400" b="true">
                <a:solidFill>
                  <a:srgbClr val="FF6200"/>
                </a:solidFill>
                <a:latin typeface="+mj-lt"/>
              </a:defRPr>
            </a:lvl1pPr>
          </a:lstStyle>
          <a:p>
            <a:pPr lvl="0"/>
            <a:r>
              <a:rPr lang="en-US" noProof="false"/>
              <a:t>XXX</a:t>
            </a:r>
            <a:endParaRPr lang="en-US" noProof="false"/>
          </a:p>
        </p:txBody>
      </p:sp>
      <p:sp>
        <p:nvSpPr>
          <p:cNvPr id="2951" name="Text Placeholder 18"/>
          <p:cNvSpPr>
            <a:spLocks noGrp="true"/>
          </p:cNvSpPr>
          <p:nvPr>
            <p:ph type="body" sz="quarter" idx="23" hasCustomPrompt="true"/>
          </p:nvPr>
        </p:nvSpPr>
        <p:spPr>
          <a:xfrm>
            <a:off x="6458839" y="4907586"/>
            <a:ext cx="1295181" cy="1150314"/>
          </a:xfrm>
        </p:spPr>
        <p:txBody>
          <a:bodyPr anchor="t" anchorCtr="false"/>
          <a:lstStyle>
            <a:lvl1pPr marL="0" indent="0">
              <a:lnSpc>
                <a:spcPct val="100000"/>
              </a:lnSpc>
              <a:buNone/>
              <a:defRPr sz="1200" baseline="0">
                <a:solidFill>
                  <a:schemeClr val="bg1"/>
                </a:solidFill>
                <a:ea typeface="Noto Sans S Chinese Regular" panose="020B0500000000000000" pitchFamily="34" charset="-128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TW" altLang="en-US" noProof="false" dirty="false"/>
              <a:t>请输入正文内容</a:t>
            </a:r>
            <a:endParaRPr lang="zh-TW" altLang="en-US" noProof="false" dirty="false"/>
          </a:p>
        </p:txBody>
      </p:sp>
      <p:sp>
        <p:nvSpPr>
          <p:cNvPr id="2952" name="Text Placeholder 13"/>
          <p:cNvSpPr>
            <a:spLocks noGrp="true"/>
          </p:cNvSpPr>
          <p:nvPr>
            <p:ph type="body" sz="quarter" idx="24" hasCustomPrompt="true"/>
          </p:nvPr>
        </p:nvSpPr>
        <p:spPr>
          <a:xfrm>
            <a:off x="8433513" y="4167388"/>
            <a:ext cx="1295181" cy="581396"/>
          </a:xfrm>
        </p:spPr>
        <p:txBody>
          <a:bodyPr/>
          <a:lstStyle>
            <a:lvl1pPr marL="0" indent="0">
              <a:buNone/>
              <a:defRPr sz="4400" b="true">
                <a:solidFill>
                  <a:srgbClr val="FF6200"/>
                </a:solidFill>
                <a:latin typeface="+mj-lt"/>
              </a:defRPr>
            </a:lvl1pPr>
          </a:lstStyle>
          <a:p>
            <a:pPr lvl="0"/>
            <a:r>
              <a:rPr lang="en-US" noProof="false"/>
              <a:t>XXX</a:t>
            </a:r>
            <a:endParaRPr lang="en-US" noProof="false"/>
          </a:p>
        </p:txBody>
      </p:sp>
      <p:sp>
        <p:nvSpPr>
          <p:cNvPr id="2953" name="Text Placeholder 18"/>
          <p:cNvSpPr>
            <a:spLocks noGrp="true"/>
          </p:cNvSpPr>
          <p:nvPr>
            <p:ph type="body" sz="quarter" idx="25" hasCustomPrompt="true"/>
          </p:nvPr>
        </p:nvSpPr>
        <p:spPr>
          <a:xfrm>
            <a:off x="8433513" y="4907586"/>
            <a:ext cx="1295181" cy="1150314"/>
          </a:xfrm>
        </p:spPr>
        <p:txBody>
          <a:bodyPr anchor="t" anchorCtr="false"/>
          <a:lstStyle>
            <a:lvl1pPr marL="0" indent="0">
              <a:buNone/>
              <a:defRPr lang="zh-TW" altLang="en-US" sz="1200" kern="1200" baseline="0" noProof="false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+mn-cs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marL="0" lvl="0" indent="0" algn="l" defTabSz="914400" rtl="false" eaLnBrk="true" latinLnBrk="false" hangingPunct="true">
              <a:lnSpc>
                <a:spcPct val="100000"/>
              </a:lnSpc>
              <a:spcBef>
                <a:spcPts val="1000"/>
              </a:spcBef>
              <a:buFontTx/>
              <a:buNone/>
            </a:pPr>
            <a:r>
              <a:rPr lang="zh-TW" altLang="en-US" noProof="false" dirty="false"/>
              <a:t>请输入正文内容</a:t>
            </a:r>
            <a:endParaRPr lang="zh-TW" altLang="en-US" noProof="false" dirty="false"/>
          </a:p>
        </p:txBody>
      </p:sp>
      <p:sp>
        <p:nvSpPr>
          <p:cNvPr id="2954" name="Text Placeholder 13"/>
          <p:cNvSpPr>
            <a:spLocks noGrp="true"/>
          </p:cNvSpPr>
          <p:nvPr>
            <p:ph type="body" sz="quarter" idx="26" hasCustomPrompt="true"/>
          </p:nvPr>
        </p:nvSpPr>
        <p:spPr>
          <a:xfrm>
            <a:off x="10398343" y="4167388"/>
            <a:ext cx="1295181" cy="581396"/>
          </a:xfrm>
        </p:spPr>
        <p:txBody>
          <a:bodyPr/>
          <a:lstStyle>
            <a:lvl1pPr marL="0" indent="0">
              <a:buNone/>
              <a:defRPr sz="4400" b="true">
                <a:solidFill>
                  <a:srgbClr val="FF6200"/>
                </a:solidFill>
                <a:latin typeface="+mj-lt"/>
              </a:defRPr>
            </a:lvl1pPr>
          </a:lstStyle>
          <a:p>
            <a:pPr lvl="0"/>
            <a:r>
              <a:rPr lang="en-US" noProof="false"/>
              <a:t>XXX</a:t>
            </a:r>
            <a:endParaRPr lang="en-US" noProof="false"/>
          </a:p>
        </p:txBody>
      </p:sp>
      <p:sp>
        <p:nvSpPr>
          <p:cNvPr id="2955" name="Text Placeholder 18"/>
          <p:cNvSpPr>
            <a:spLocks noGrp="true"/>
          </p:cNvSpPr>
          <p:nvPr>
            <p:ph type="body" sz="quarter" idx="27" hasCustomPrompt="true"/>
          </p:nvPr>
        </p:nvSpPr>
        <p:spPr>
          <a:xfrm>
            <a:off x="10398343" y="4907586"/>
            <a:ext cx="1295181" cy="1150314"/>
          </a:xfrm>
        </p:spPr>
        <p:txBody>
          <a:bodyPr anchor="t" anchorCtr="false"/>
          <a:lstStyle>
            <a:lvl1pPr marL="0" indent="0">
              <a:buNone/>
              <a:defRPr lang="zh-TW" altLang="en-US" sz="1200" kern="1200" baseline="0" noProof="false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+mn-cs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marL="0" lvl="0" indent="0" algn="l" defTabSz="914400" rtl="false" eaLnBrk="true" latinLnBrk="false" hangingPunct="true">
              <a:lnSpc>
                <a:spcPct val="100000"/>
              </a:lnSpc>
              <a:spcBef>
                <a:spcPts val="1000"/>
              </a:spcBef>
              <a:buFontTx/>
              <a:buNone/>
            </a:pPr>
            <a:r>
              <a:rPr lang="zh-TW" altLang="en-US" noProof="false" dirty="false"/>
              <a:t>请输入正文内容</a:t>
            </a:r>
            <a:endParaRPr lang="zh-TW" altLang="en-US" noProof="false" dirty="false"/>
          </a:p>
        </p:txBody>
      </p:sp>
      <p:sp>
        <p:nvSpPr>
          <p:cNvPr id="2956" name="Text Placeholder 8"/>
          <p:cNvSpPr>
            <a:spLocks noGrp="true"/>
          </p:cNvSpPr>
          <p:nvPr>
            <p:ph type="body" sz="quarter" idx="29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altLang="zh-CN" noProof="false" err="true"/>
              <a:t>来源</a:t>
            </a:r>
            <a:r>
              <a:rPr lang="zh-CN" altLang="en-US" noProof="false"/>
              <a:t>：</a:t>
            </a:r>
            <a:endParaRPr lang="en-US" altLang="zh-CN" noProof="false"/>
          </a:p>
        </p:txBody>
      </p:sp>
      <p:sp>
        <p:nvSpPr>
          <p:cNvPr id="2957" name="Text Placeholder 13"/>
          <p:cNvSpPr>
            <a:spLocks noGrp="true"/>
          </p:cNvSpPr>
          <p:nvPr>
            <p:ph type="body" sz="quarter" idx="30" hasCustomPrompt="true"/>
          </p:nvPr>
        </p:nvSpPr>
        <p:spPr>
          <a:xfrm>
            <a:off x="507365" y="2326640"/>
            <a:ext cx="4856400" cy="858245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lang="en-US" sz="1200" b="false" i="false" kern="1200" noProof="false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+mn-ea"/>
                <a:cs typeface="+mn-cs"/>
              </a:defRPr>
            </a:lvl1pPr>
            <a:lvl2pPr marL="0" indent="0">
              <a:lnSpc>
                <a:spcPct val="100000"/>
              </a:lnSpc>
              <a:spcBef>
                <a:spcPts val="300"/>
              </a:spcBef>
              <a:buNone/>
              <a:defRPr sz="1200"/>
            </a:lvl2pPr>
            <a:lvl3pPr marL="228600" indent="-228600">
              <a:tabLst>
                <a:tab pos="92075" algn="l"/>
              </a:tabLst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zh-CN" noProof="false" dirty="false" err="true"/>
              <a:t>请输入正文内容</a:t>
            </a:r>
            <a:endParaRPr lang="en-US" altLang="zh-CN" noProof="false" dirty="false"/>
          </a:p>
          <a:p>
            <a:pPr marL="0" marR="0" lvl="0" indent="0" algn="l" defTabSz="914400" rtl="false" eaLnBrk="true" fontAlgn="auto" latinLnBrk="false" hangingPunct="true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noProof="false" dirty="false" err="true"/>
              <a:t>请输入正文内容</a:t>
            </a:r>
            <a:endParaRPr lang="en-US" altLang="zh-CN" noProof="false" dirty="false"/>
          </a:p>
          <a:p>
            <a:pPr marL="0" marR="0" lvl="0" indent="0" algn="l" defTabSz="914400" rtl="false" eaLnBrk="true" fontAlgn="auto" latinLnBrk="false" hangingPunct="true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noProof="false" dirty="false" err="true"/>
              <a:t>请输入正文内容</a:t>
            </a:r>
            <a:endParaRPr lang="en-US" altLang="zh-CN" noProof="false" dirty="false"/>
          </a:p>
          <a:p>
            <a:pPr marL="0" marR="0" lvl="0" indent="0" algn="l" defTabSz="914400" rtl="false" eaLnBrk="true" fontAlgn="auto" latinLnBrk="false" hangingPunct="true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noProof="false" dirty="false" err="true"/>
              <a:t>请输入正文内容</a:t>
            </a:r>
            <a:endParaRPr lang="en-US" altLang="zh-CN" noProof="false" dirty="false"/>
          </a:p>
        </p:txBody>
      </p:sp>
      <p:sp>
        <p:nvSpPr>
          <p:cNvPr id="2958" name="Text Placeholder 13"/>
          <p:cNvSpPr>
            <a:spLocks noGrp="true"/>
          </p:cNvSpPr>
          <p:nvPr>
            <p:ph type="body" sz="quarter" idx="31" hasCustomPrompt="true"/>
          </p:nvPr>
        </p:nvSpPr>
        <p:spPr>
          <a:xfrm>
            <a:off x="507365" y="2013995"/>
            <a:ext cx="4856400" cy="190726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lang="en-US" altLang="zh-CN" sz="1600" b="true" i="false" kern="120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  <a:lvl2pPr marL="0" indent="0">
              <a:lnSpc>
                <a:spcPct val="100000"/>
              </a:lnSpc>
              <a:spcBef>
                <a:spcPts val="300"/>
              </a:spcBef>
              <a:buNone/>
              <a:defRPr sz="1200"/>
            </a:lvl2pPr>
            <a:lvl3pPr marL="228600" indent="-228600">
              <a:tabLst>
                <a:tab pos="92075" algn="l"/>
              </a:tabLst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None/>
            </a:pPr>
            <a:r>
              <a:rPr lang="en-US" noProof="false" err="true"/>
              <a:t>请输入小标题</a:t>
            </a:r>
            <a:endParaRPr lang="en-US" noProof="false"/>
          </a:p>
        </p:txBody>
      </p:sp>
      <p:sp>
        <p:nvSpPr>
          <p:cNvPr id="2959" name="Text Placeholder 13"/>
          <p:cNvSpPr>
            <a:spLocks noGrp="true"/>
          </p:cNvSpPr>
          <p:nvPr>
            <p:ph type="body" sz="quarter" idx="32" hasCustomPrompt="true"/>
          </p:nvPr>
        </p:nvSpPr>
        <p:spPr>
          <a:xfrm>
            <a:off x="507365" y="3664333"/>
            <a:ext cx="4856400" cy="8579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lang="en-US" sz="1200" b="false" i="false" kern="1200" noProof="false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+mn-ea"/>
                <a:cs typeface="+mn-cs"/>
              </a:defRPr>
            </a:lvl1pPr>
            <a:lvl2pPr marL="0" indent="0">
              <a:lnSpc>
                <a:spcPct val="100000"/>
              </a:lnSpc>
              <a:spcBef>
                <a:spcPts val="300"/>
              </a:spcBef>
              <a:buNone/>
              <a:defRPr sz="1200"/>
            </a:lvl2pPr>
            <a:lvl3pPr marL="228600" indent="-228600">
              <a:tabLst>
                <a:tab pos="92075" algn="l"/>
              </a:tabLst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zh-CN" noProof="false" dirty="false" err="true"/>
              <a:t>请输入正文内容</a:t>
            </a:r>
            <a:endParaRPr lang="en-US" altLang="zh-CN" noProof="false" dirty="false"/>
          </a:p>
          <a:p>
            <a:pPr marL="0" marR="0" lvl="0" indent="0" algn="l" defTabSz="914400" rtl="false" eaLnBrk="true" fontAlgn="auto" latinLnBrk="false" hangingPunct="true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noProof="false" dirty="false" err="true"/>
              <a:t>请输入正文内容</a:t>
            </a:r>
            <a:endParaRPr lang="en-US" altLang="zh-CN" noProof="false" dirty="false"/>
          </a:p>
          <a:p>
            <a:pPr marL="0" marR="0" lvl="0" indent="0" algn="l" defTabSz="914400" rtl="false" eaLnBrk="true" fontAlgn="auto" latinLnBrk="false" hangingPunct="true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noProof="false" dirty="false" err="true"/>
              <a:t>请输入正文内容</a:t>
            </a:r>
            <a:endParaRPr lang="en-US" altLang="zh-CN" noProof="false" dirty="false"/>
          </a:p>
          <a:p>
            <a:pPr marL="0" marR="0" lvl="0" indent="0" algn="l" defTabSz="914400" rtl="false" eaLnBrk="true" fontAlgn="auto" latinLnBrk="false" hangingPunct="true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noProof="false" dirty="false" err="true"/>
              <a:t>请输入正文内容</a:t>
            </a:r>
            <a:endParaRPr lang="en-US" altLang="zh-CN" noProof="false" dirty="false"/>
          </a:p>
          <a:p>
            <a:pPr lvl="0"/>
            <a:endParaRPr lang="en-US" altLang="zh-CN" noProof="false" dirty="false"/>
          </a:p>
        </p:txBody>
      </p:sp>
      <p:sp>
        <p:nvSpPr>
          <p:cNvPr id="2960" name="Text Placeholder 13"/>
          <p:cNvSpPr>
            <a:spLocks noGrp="true"/>
          </p:cNvSpPr>
          <p:nvPr>
            <p:ph type="body" sz="quarter" idx="33" hasCustomPrompt="true"/>
          </p:nvPr>
        </p:nvSpPr>
        <p:spPr>
          <a:xfrm>
            <a:off x="507365" y="3351688"/>
            <a:ext cx="4856400" cy="190726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lang="zh-TW" altLang="en-US" sz="1600" b="true" i="false" kern="120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  <a:lvl2pPr marL="0" indent="0">
              <a:lnSpc>
                <a:spcPct val="100000"/>
              </a:lnSpc>
              <a:spcBef>
                <a:spcPts val="300"/>
              </a:spcBef>
              <a:buNone/>
              <a:defRPr sz="1200"/>
            </a:lvl2pPr>
            <a:lvl3pPr marL="228600" indent="-228600">
              <a:tabLst>
                <a:tab pos="92075" algn="l"/>
              </a:tabLst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 dirty="false"/>
              <a:t>请输入小标题</a:t>
            </a:r>
            <a:endParaRPr lang="zh-TW" altLang="en-US" noProof="false" dirty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lang="zh-TW" altLang="en-US" noProof="false" dirty="false"/>
          </a:p>
          <a:p>
            <a:pPr lvl="0"/>
            <a:endParaRPr lang="en-US" noProof="false" dirty="false"/>
          </a:p>
        </p:txBody>
      </p:sp>
      <p:sp>
        <p:nvSpPr>
          <p:cNvPr id="2961" name="Text Placeholder 13"/>
          <p:cNvSpPr>
            <a:spLocks noGrp="true"/>
          </p:cNvSpPr>
          <p:nvPr>
            <p:ph type="body" sz="quarter" idx="34" hasCustomPrompt="true"/>
          </p:nvPr>
        </p:nvSpPr>
        <p:spPr>
          <a:xfrm>
            <a:off x="507365" y="5001681"/>
            <a:ext cx="4856400" cy="854051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lang="en-US" sz="1200" b="false" i="false" kern="1200" noProof="false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+mn-ea"/>
                <a:cs typeface="+mn-cs"/>
              </a:defRPr>
            </a:lvl1pPr>
            <a:lvl2pPr marL="0" indent="0">
              <a:lnSpc>
                <a:spcPct val="100000"/>
              </a:lnSpc>
              <a:spcBef>
                <a:spcPts val="300"/>
              </a:spcBef>
              <a:buNone/>
              <a:defRPr sz="1200"/>
            </a:lvl2pPr>
            <a:lvl3pPr marL="228600" indent="-228600">
              <a:tabLst>
                <a:tab pos="92075" algn="l"/>
              </a:tabLst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zh-CN" noProof="false" dirty="false" err="true"/>
              <a:t>请输入正文内容</a:t>
            </a:r>
            <a:endParaRPr lang="en-US" altLang="zh-CN" noProof="false" dirty="false"/>
          </a:p>
          <a:p>
            <a:pPr marL="0" marR="0" lvl="0" indent="0" algn="l" defTabSz="914400" rtl="false" eaLnBrk="true" fontAlgn="auto" latinLnBrk="false" hangingPunct="true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noProof="false" dirty="false" err="true"/>
              <a:t>请输入正文内容</a:t>
            </a:r>
            <a:endParaRPr lang="en-US" altLang="zh-CN" noProof="false" dirty="false"/>
          </a:p>
          <a:p>
            <a:pPr marL="0" marR="0" lvl="0" indent="0" algn="l" defTabSz="914400" rtl="false" eaLnBrk="true" fontAlgn="auto" latinLnBrk="false" hangingPunct="true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noProof="false" dirty="false" err="true"/>
              <a:t>请输入正文内容</a:t>
            </a:r>
            <a:endParaRPr lang="en-US" altLang="zh-CN" noProof="false" dirty="false"/>
          </a:p>
          <a:p>
            <a:pPr marL="0" marR="0" lvl="0" indent="0" algn="l" defTabSz="914400" rtl="false" eaLnBrk="true" fontAlgn="auto" latinLnBrk="false" hangingPunct="true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noProof="false" dirty="false" err="true"/>
              <a:t>请输入正文内容</a:t>
            </a:r>
            <a:endParaRPr lang="en-US" altLang="zh-CN" noProof="false" dirty="false"/>
          </a:p>
          <a:p>
            <a:pPr lvl="0"/>
            <a:endParaRPr lang="en-US" altLang="zh-CN" noProof="false" dirty="false"/>
          </a:p>
        </p:txBody>
      </p:sp>
      <p:sp>
        <p:nvSpPr>
          <p:cNvPr id="2962" name="Text Placeholder 13"/>
          <p:cNvSpPr>
            <a:spLocks noGrp="true"/>
          </p:cNvSpPr>
          <p:nvPr>
            <p:ph type="body" sz="quarter" idx="35" hasCustomPrompt="true"/>
          </p:nvPr>
        </p:nvSpPr>
        <p:spPr>
          <a:xfrm>
            <a:off x="507365" y="4689036"/>
            <a:ext cx="4856400" cy="190726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lang="zh-TW" altLang="en-US" sz="1600" b="true" i="false" kern="120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  <a:lvl2pPr marL="0" indent="0">
              <a:lnSpc>
                <a:spcPct val="100000"/>
              </a:lnSpc>
              <a:spcBef>
                <a:spcPts val="300"/>
              </a:spcBef>
              <a:buNone/>
              <a:defRPr sz="1200"/>
            </a:lvl2pPr>
            <a:lvl3pPr marL="228600" indent="-228600">
              <a:tabLst>
                <a:tab pos="92075" algn="l"/>
              </a:tabLst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 dirty="false"/>
              <a:t>请输入小标题</a:t>
            </a:r>
            <a:endParaRPr lang="zh-TW" altLang="en-US" noProof="false" dirty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lang="zh-TW" altLang="en-US" noProof="false" dirty="false"/>
          </a:p>
          <a:p>
            <a:pPr lvl="0"/>
            <a:endParaRPr lang="en-US" noProof="false" dirty="false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p="http://schemas.openxmlformats.org/presentationml/2006/main">
  <p:cSld name="Left title and text">
    <p:spTree>
      <p:nvGrpSpPr>
        <p:cNvPr id="296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7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/>
          <a:lstStyle/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2968" name="Text Placeholder 12"/>
          <p:cNvSpPr>
            <a:spLocks noGrp="true"/>
          </p:cNvSpPr>
          <p:nvPr>
            <p:ph type="body" sz="quarter" idx="14" hasCustomPrompt="true"/>
          </p:nvPr>
        </p:nvSpPr>
        <p:spPr>
          <a:xfrm>
            <a:off x="498474" y="2280214"/>
            <a:ext cx="5489575" cy="15126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lang="en-US" sz="900" b="false" i="false" kern="1200" cap="all" spc="150" baseline="0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sz="1200"/>
            </a:lvl3pPr>
          </a:lstStyle>
          <a:p>
            <a:pPr lvl="0"/>
            <a:r>
              <a:rPr lang="en-US" noProof="false" err="true"/>
              <a:t>请输入副标题</a:t>
            </a:r>
            <a:endParaRPr lang="en-US" noProof="false"/>
          </a:p>
        </p:txBody>
      </p:sp>
      <p:sp>
        <p:nvSpPr>
          <p:cNvPr id="2969" name="Text Placeholder 8"/>
          <p:cNvSpPr>
            <a:spLocks noGrp="true"/>
          </p:cNvSpPr>
          <p:nvPr>
            <p:ph type="body" sz="quarter" idx="30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altLang="zh-CN" noProof="false" err="true"/>
              <a:t>来源</a:t>
            </a:r>
            <a:r>
              <a:rPr lang="zh-CN" altLang="en-US" noProof="false"/>
              <a:t>：</a:t>
            </a:r>
            <a:endParaRPr lang="en-US" altLang="zh-CN" noProof="false"/>
          </a:p>
        </p:txBody>
      </p:sp>
      <p:sp>
        <p:nvSpPr>
          <p:cNvPr id="2970" name="Text Placeholder 12"/>
          <p:cNvSpPr>
            <a:spLocks noGrp="true"/>
          </p:cNvSpPr>
          <p:nvPr>
            <p:ph type="body" sz="quarter" idx="31" hasCustomPrompt="true"/>
          </p:nvPr>
        </p:nvSpPr>
        <p:spPr>
          <a:xfrm>
            <a:off x="498474" y="3749051"/>
            <a:ext cx="5489575" cy="20346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00" b="false" i="false" kern="1200" cap="none" spc="0" baseline="0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lang="en-GB" sz="1200" kern="1200" dirty="fals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noProof="false" dirty="false" err="true"/>
              <a:t>请输入正文内容</a:t>
            </a:r>
            <a:endParaRPr lang="en-US" noProof="false" dirty="false"/>
          </a:p>
        </p:txBody>
      </p:sp>
      <p:sp>
        <p:nvSpPr>
          <p:cNvPr id="2971" name="Text Placeholder 5"/>
          <p:cNvSpPr>
            <a:spLocks noGrp="true"/>
          </p:cNvSpPr>
          <p:nvPr>
            <p:ph type="body" sz="quarter" idx="24" hasCustomPrompt="true"/>
          </p:nvPr>
        </p:nvSpPr>
        <p:spPr>
          <a:xfrm>
            <a:off x="498474" y="2479040"/>
            <a:ext cx="5489575" cy="1171505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200" b="true" i="false" spc="-50" baseline="0">
                <a:latin typeface="Noto Sans S Chinese Bold" panose="020B0500000000000000" pitchFamily="34" charset="-128"/>
                <a:ea typeface="Noto Sans S Chinese Bold" panose="020B0500000000000000" pitchFamily="34" charset="-128"/>
              </a:defRPr>
            </a:lvl1pPr>
          </a:lstStyle>
          <a:p>
            <a:pPr lvl="0"/>
            <a:r>
              <a:rPr lang="en-US" noProof="false" err="true"/>
              <a:t>请输入标题</a:t>
            </a:r>
            <a:endParaRPr lang="en-US" noProof="false"/>
          </a:p>
          <a:p>
            <a:pPr lvl="0"/>
            <a:r>
              <a:rPr lang="en-US" noProof="false" err="true"/>
              <a:t>请输入标题</a:t>
            </a:r>
            <a:endParaRPr lang="en-US" noProof="false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p="http://schemas.openxmlformats.org/presentationml/2006/main">
  <p:cSld name="1_Left title and text">
    <p:bg>
      <p:bgPr>
        <a:solidFill>
          <a:schemeClr val="tx1"/>
        </a:solidFill>
        <a:effectLst/>
      </p:bgPr>
    </p:bg>
    <p:spTree>
      <p:nvGrpSpPr>
        <p:cNvPr id="297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3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2974" name="Text Placeholder 12"/>
          <p:cNvSpPr>
            <a:spLocks noGrp="true"/>
          </p:cNvSpPr>
          <p:nvPr>
            <p:ph type="body" sz="quarter" idx="14" hasCustomPrompt="true"/>
          </p:nvPr>
        </p:nvSpPr>
        <p:spPr>
          <a:xfrm>
            <a:off x="498474" y="2280214"/>
            <a:ext cx="5489575" cy="15126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lang="en-US" sz="900" b="false" i="false" kern="1200" cap="all" spc="150" baseline="0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sz="1200"/>
            </a:lvl3pPr>
          </a:lstStyle>
          <a:p>
            <a:pPr lvl="0"/>
            <a:r>
              <a:rPr lang="en-US" noProof="false" err="true"/>
              <a:t>请输入副标题</a:t>
            </a:r>
            <a:endParaRPr lang="en-US" noProof="false"/>
          </a:p>
        </p:txBody>
      </p:sp>
      <p:sp>
        <p:nvSpPr>
          <p:cNvPr id="2975" name="Text Placeholder 8"/>
          <p:cNvSpPr>
            <a:spLocks noGrp="true"/>
          </p:cNvSpPr>
          <p:nvPr>
            <p:ph type="body" sz="quarter" idx="30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altLang="zh-CN" noProof="false" err="true"/>
              <a:t>来源</a:t>
            </a:r>
            <a:r>
              <a:rPr lang="zh-CN" altLang="en-US" noProof="false"/>
              <a:t>：</a:t>
            </a:r>
            <a:endParaRPr lang="en-US" altLang="zh-CN" noProof="false"/>
          </a:p>
        </p:txBody>
      </p:sp>
      <p:sp>
        <p:nvSpPr>
          <p:cNvPr id="2976" name="Text Placeholder 12"/>
          <p:cNvSpPr>
            <a:spLocks noGrp="true"/>
          </p:cNvSpPr>
          <p:nvPr>
            <p:ph type="body" sz="quarter" idx="31" hasCustomPrompt="true"/>
          </p:nvPr>
        </p:nvSpPr>
        <p:spPr>
          <a:xfrm>
            <a:off x="498474" y="3764813"/>
            <a:ext cx="5489575" cy="20346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00" b="false" i="false" kern="1200" cap="none" spc="0" baseline="0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lang="en-GB" sz="1200" kern="1200" dirty="fals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TW" noProof="false" dirty="false" err="true"/>
              <a:t>请输入正文内容</a:t>
            </a:r>
            <a:endParaRPr lang="en-US" altLang="zh-TW" noProof="false" dirty="false"/>
          </a:p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noProof="false" dirty="false"/>
          </a:p>
        </p:txBody>
      </p:sp>
      <p:sp>
        <p:nvSpPr>
          <p:cNvPr id="2977" name="Text Placeholder 5"/>
          <p:cNvSpPr>
            <a:spLocks noGrp="true"/>
          </p:cNvSpPr>
          <p:nvPr>
            <p:ph type="body" sz="quarter" idx="24" hasCustomPrompt="true"/>
          </p:nvPr>
        </p:nvSpPr>
        <p:spPr>
          <a:xfrm>
            <a:off x="498474" y="2479040"/>
            <a:ext cx="5489575" cy="1171505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200" b="true" i="false" spc="-50" baseline="0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</a:defRPr>
            </a:lvl1pPr>
          </a:lstStyle>
          <a:p>
            <a:pPr lvl="0"/>
            <a:r>
              <a:rPr lang="zh-TW" altLang="en-US" noProof="false"/>
              <a:t>请输入标题</a:t>
            </a:r>
            <a:endParaRPr lang="zh-TW" altLang="en-US" noProof="false"/>
          </a:p>
          <a:p>
            <a:pPr lvl="0"/>
            <a:r>
              <a:rPr lang="zh-TW" altLang="en-US" noProof="false"/>
              <a:t>请输入标题</a:t>
            </a:r>
            <a:endParaRPr lang="zh-TW" altLang="en-US" noProof="false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p="http://schemas.openxmlformats.org/presentationml/2006/main">
  <p:cSld name="Left title and text right content">
    <p:spTree>
      <p:nvGrpSpPr>
        <p:cNvPr id="297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9" name="Text Placeholder 12"/>
          <p:cNvSpPr>
            <a:spLocks noGrp="true"/>
          </p:cNvSpPr>
          <p:nvPr>
            <p:ph type="body" sz="quarter" idx="31" hasCustomPrompt="true"/>
          </p:nvPr>
        </p:nvSpPr>
        <p:spPr>
          <a:xfrm>
            <a:off x="498474" y="2211133"/>
            <a:ext cx="3563939" cy="1369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lang="en-US" sz="1100" b="false" i="false" kern="1200" cap="all" spc="150" baseline="0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sz="1200"/>
            </a:lvl3pPr>
          </a:lstStyle>
          <a:p>
            <a:pPr lvl="0"/>
            <a:r>
              <a:rPr lang="en-US" noProof="false" err="true"/>
              <a:t>请输入副标题</a:t>
            </a:r>
            <a:endParaRPr lang="en-US" noProof="false"/>
          </a:p>
        </p:txBody>
      </p:sp>
      <p:sp>
        <p:nvSpPr>
          <p:cNvPr id="2980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/>
          <a:lstStyle/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2981" name="Content Placeholder 13"/>
          <p:cNvSpPr>
            <a:spLocks noGrp="true"/>
          </p:cNvSpPr>
          <p:nvPr>
            <p:ph sz="quarter" idx="14" hasCustomPrompt="true"/>
          </p:nvPr>
        </p:nvSpPr>
        <p:spPr>
          <a:xfrm>
            <a:off x="4314825" y="1198563"/>
            <a:ext cx="7378701" cy="4859337"/>
          </a:xfrm>
        </p:spPr>
        <p:txBody>
          <a:bodyPr/>
          <a:lstStyle>
            <a:lvl1pPr marL="0" indent="0">
              <a:buNone/>
              <a:defRPr sz="1800">
                <a:latin typeface="Noto Sans S Chinese Regular" panose="020B0500000000000000" pitchFamily="34" charset="-128"/>
                <a:ea typeface="Noto Sans S Chinese Regular" panose="020B0500000000000000" pitchFamily="34" charset="-128"/>
              </a:defRPr>
            </a:lvl1pPr>
          </a:lstStyle>
          <a:p>
            <a:pPr lvl="0"/>
            <a:r>
              <a:rPr lang="en-US" noProof="false" err="true"/>
              <a:t>单击插入图片</a:t>
            </a:r>
            <a:r>
              <a:rPr lang="en-US" altLang="zh-CN" noProof="false"/>
              <a:t>/</a:t>
            </a:r>
            <a:r>
              <a:rPr lang="zh-CN" altLang="en-US" noProof="false"/>
              <a:t>图表</a:t>
            </a:r>
            <a:endParaRPr lang="en-US" noProof="false"/>
          </a:p>
        </p:txBody>
      </p:sp>
      <p:sp>
        <p:nvSpPr>
          <p:cNvPr id="2982" name="Text Placeholder 8"/>
          <p:cNvSpPr>
            <a:spLocks noGrp="true"/>
          </p:cNvSpPr>
          <p:nvPr>
            <p:ph type="body" sz="quarter" idx="30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altLang="zh-CN" noProof="false" err="true"/>
              <a:t>来源</a:t>
            </a:r>
            <a:r>
              <a:rPr lang="zh-CN" altLang="en-US" noProof="false"/>
              <a:t>：</a:t>
            </a:r>
            <a:endParaRPr lang="en-US" altLang="zh-CN" noProof="false"/>
          </a:p>
        </p:txBody>
      </p:sp>
      <p:sp>
        <p:nvSpPr>
          <p:cNvPr id="2983" name="Text Placeholder 5"/>
          <p:cNvSpPr>
            <a:spLocks noGrp="true"/>
          </p:cNvSpPr>
          <p:nvPr>
            <p:ph type="body" sz="quarter" idx="24" hasCustomPrompt="true"/>
          </p:nvPr>
        </p:nvSpPr>
        <p:spPr>
          <a:xfrm>
            <a:off x="507365" y="2431836"/>
            <a:ext cx="3563938" cy="81504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3200" b="true" i="false" spc="-50" baseline="0">
                <a:latin typeface="Noto Sans S Chinese Bold" panose="020B0500000000000000" pitchFamily="34" charset="-128"/>
                <a:ea typeface="Noto Sans S Chinese Bold" panose="020B0500000000000000" pitchFamily="34" charset="-128"/>
              </a:defRPr>
            </a:lvl1pPr>
          </a:lstStyle>
          <a:p>
            <a:pPr lvl="0"/>
            <a:r>
              <a:rPr lang="en-US" noProof="false" err="true"/>
              <a:t>请输入标题</a:t>
            </a:r>
            <a:endParaRPr lang="en-US" noProof="false"/>
          </a:p>
          <a:p>
            <a:pPr lvl="0"/>
            <a:r>
              <a:rPr lang="en-US" noProof="false" err="true"/>
              <a:t>请输入标题</a:t>
            </a:r>
            <a:endParaRPr lang="en-US" noProof="false"/>
          </a:p>
        </p:txBody>
      </p:sp>
      <p:sp>
        <p:nvSpPr>
          <p:cNvPr id="2984" name="Text Placeholder 12"/>
          <p:cNvSpPr>
            <a:spLocks noGrp="true"/>
          </p:cNvSpPr>
          <p:nvPr>
            <p:ph type="body" sz="quarter" idx="33" hasCustomPrompt="true"/>
          </p:nvPr>
        </p:nvSpPr>
        <p:spPr>
          <a:xfrm>
            <a:off x="498474" y="3390465"/>
            <a:ext cx="3563939" cy="241116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00" b="false" i="false" kern="1200" cap="none" spc="0" baseline="0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lang="en-GB" sz="1200" kern="1200" dirty="fals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noProof="false" dirty="false" err="true"/>
              <a:t>请输入正文内容</a:t>
            </a:r>
            <a:endParaRPr lang="en-US" noProof="false" dirty="false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p="http://schemas.openxmlformats.org/presentationml/2006/main">
  <p:cSld name="1_Left title and text right content">
    <p:bg>
      <p:bgPr>
        <a:solidFill>
          <a:schemeClr val="tx1"/>
        </a:solidFill>
        <a:effectLst/>
      </p:bgPr>
    </p:bg>
    <p:spTree>
      <p:nvGrpSpPr>
        <p:cNvPr id="298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6" name="Text Placeholder 12"/>
          <p:cNvSpPr>
            <a:spLocks noGrp="true"/>
          </p:cNvSpPr>
          <p:nvPr>
            <p:ph type="body" sz="quarter" idx="31" hasCustomPrompt="true"/>
          </p:nvPr>
        </p:nvSpPr>
        <p:spPr>
          <a:xfrm>
            <a:off x="498474" y="2211133"/>
            <a:ext cx="3563939" cy="1369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lang="en-US" sz="1100" b="false" i="false" kern="1200" cap="all" spc="150" baseline="0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sz="1200"/>
            </a:lvl3pPr>
          </a:lstStyle>
          <a:p>
            <a:pPr lvl="0"/>
            <a:r>
              <a:rPr lang="en-US" noProof="false" err="true"/>
              <a:t>请输入副标题</a:t>
            </a:r>
            <a:endParaRPr lang="en-US" noProof="false"/>
          </a:p>
        </p:txBody>
      </p:sp>
      <p:sp>
        <p:nvSpPr>
          <p:cNvPr id="2987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2988" name="Content Placeholder 13"/>
          <p:cNvSpPr>
            <a:spLocks noGrp="true"/>
          </p:cNvSpPr>
          <p:nvPr>
            <p:ph sz="quarter" idx="14" hasCustomPrompt="true"/>
          </p:nvPr>
        </p:nvSpPr>
        <p:spPr>
          <a:xfrm>
            <a:off x="4314825" y="1198563"/>
            <a:ext cx="7378701" cy="4859337"/>
          </a:xfrm>
        </p:spPr>
        <p:txBody>
          <a:bodyPr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TW" noProof="false" err="true"/>
              <a:t>单击此处插入图片</a:t>
            </a:r>
            <a:r>
              <a:rPr lang="en-US" altLang="zh-CN" noProof="false"/>
              <a:t>/</a:t>
            </a:r>
            <a:r>
              <a:rPr lang="zh-CN" altLang="en-US" noProof="false"/>
              <a:t>图表</a:t>
            </a:r>
            <a:endParaRPr lang="en-US" altLang="zh-TW" noProof="false"/>
          </a:p>
        </p:txBody>
      </p:sp>
      <p:sp>
        <p:nvSpPr>
          <p:cNvPr id="2989" name="Text Placeholder 8"/>
          <p:cNvSpPr>
            <a:spLocks noGrp="true"/>
          </p:cNvSpPr>
          <p:nvPr>
            <p:ph type="body" sz="quarter" idx="30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altLang="zh-CN" noProof="false" err="true"/>
              <a:t>来源</a:t>
            </a:r>
            <a:r>
              <a:rPr lang="zh-CN" altLang="en-US" noProof="false"/>
              <a:t>：</a:t>
            </a:r>
            <a:endParaRPr lang="en-US" altLang="zh-CN" noProof="false"/>
          </a:p>
        </p:txBody>
      </p:sp>
      <p:sp>
        <p:nvSpPr>
          <p:cNvPr id="2990" name="Text Placeholder 5"/>
          <p:cNvSpPr>
            <a:spLocks noGrp="true"/>
          </p:cNvSpPr>
          <p:nvPr>
            <p:ph type="body" sz="quarter" idx="24" hasCustomPrompt="true"/>
          </p:nvPr>
        </p:nvSpPr>
        <p:spPr>
          <a:xfrm>
            <a:off x="507365" y="2431836"/>
            <a:ext cx="3563938" cy="81504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lang="en-US" sz="3200" b="true" i="false" kern="1200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noProof="false" err="true"/>
              <a:t>请输入标题</a:t>
            </a:r>
            <a:endParaRPr lang="en-US" noProof="false"/>
          </a:p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noProof="false" err="true"/>
              <a:t>请输入标题</a:t>
            </a:r>
            <a:endParaRPr lang="en-US" noProof="false"/>
          </a:p>
        </p:txBody>
      </p:sp>
      <p:sp>
        <p:nvSpPr>
          <p:cNvPr id="2991" name="Text Placeholder 12"/>
          <p:cNvSpPr>
            <a:spLocks noGrp="true"/>
          </p:cNvSpPr>
          <p:nvPr>
            <p:ph type="body" sz="quarter" idx="33" hasCustomPrompt="true"/>
          </p:nvPr>
        </p:nvSpPr>
        <p:spPr>
          <a:xfrm>
            <a:off x="498474" y="3390465"/>
            <a:ext cx="3563939" cy="241116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00" b="false" i="false" kern="1200" cap="none" spc="0" baseline="0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lang="en-GB" sz="1200" kern="1200" dirty="fals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noProof="false" dirty="false" err="true"/>
              <a:t>请输入正文内容</a:t>
            </a:r>
            <a:endParaRPr lang="en-US" noProof="false" dirty="false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p="http://schemas.openxmlformats.org/presentationml/2006/main">
  <p:cSld name="Title and source">
    <p:spTree>
      <p:nvGrpSpPr>
        <p:cNvPr id="299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3" name="Title 1"/>
          <p:cNvSpPr>
            <a:spLocks noGrp="true"/>
          </p:cNvSpPr>
          <p:nvPr>
            <p:ph type="title" hasCustomPrompt="true"/>
          </p:nvPr>
        </p:nvSpPr>
        <p:spPr>
          <a:xfrm>
            <a:off x="507365" y="546672"/>
            <a:ext cx="11186160" cy="478853"/>
          </a:xfrm>
        </p:spPr>
        <p:txBody>
          <a:bodyPr anchor="b" anchorCtr="false"/>
          <a:lstStyle>
            <a:lvl1pPr>
              <a:defRPr sz="3000" b="true" i="false" spc="-50" baseline="0">
                <a:latin typeface="Noto Sans S Chinese Bold" panose="020B0500000000000000" pitchFamily="34" charset="-128"/>
                <a:ea typeface="Noto Sans S Chinese Bold" panose="020B0500000000000000" pitchFamily="34" charset="-128"/>
              </a:defRPr>
            </a:lvl1pPr>
          </a:lstStyle>
          <a:p>
            <a:pPr/>
            <a:r>
              <a:rPr lang="en-US" noProof="false" err="true"/>
              <a:t>请输入标题</a:t>
            </a:r>
            <a:endParaRPr lang="en-US" noProof="false"/>
          </a:p>
        </p:txBody>
      </p:sp>
      <p:sp>
        <p:nvSpPr>
          <p:cNvPr id="2994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/>
          <a:lstStyle/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2995" name="Text Placeholder 11"/>
          <p:cNvSpPr>
            <a:spLocks noGrp="true"/>
          </p:cNvSpPr>
          <p:nvPr>
            <p:ph type="body" sz="quarter" idx="21" hasCustomPrompt="true"/>
          </p:nvPr>
        </p:nvSpPr>
        <p:spPr>
          <a:xfrm>
            <a:off x="507365" y="419989"/>
            <a:ext cx="3807460" cy="126683"/>
          </a:xfrm>
        </p:spPr>
        <p:txBody>
          <a:bodyPr/>
          <a:lstStyle>
            <a:lvl1pPr marL="0" indent="0">
              <a:buNone/>
              <a:defRPr sz="900" b="false" i="false" cap="all" spc="150" baseline="0"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Amazon Ember Mono" panose="020B0509020204020204" pitchFamily="49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 altLang="zh-CN" noProof="false" err="true"/>
              <a:t>请输入演讲日期</a:t>
            </a:r>
            <a:r>
              <a:rPr lang="zh-CN" altLang="en-US" noProof="false"/>
              <a:t>（可选）</a:t>
            </a:r>
            <a:endParaRPr lang="en-US" noProof="false"/>
          </a:p>
        </p:txBody>
      </p:sp>
      <p:sp>
        <p:nvSpPr>
          <p:cNvPr id="2996" name="Text Placeholder 8"/>
          <p:cNvSpPr>
            <a:spLocks noGrp="true"/>
          </p:cNvSpPr>
          <p:nvPr>
            <p:ph type="body" sz="quarter" idx="30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altLang="zh-CN" noProof="false" err="true"/>
              <a:t>来源</a:t>
            </a:r>
            <a:r>
              <a:rPr lang="zh-CN" altLang="en-US" noProof="false"/>
              <a:t>：</a:t>
            </a:r>
            <a:endParaRPr lang="en-US" altLang="zh-CN" noProof="false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p="http://schemas.openxmlformats.org/presentationml/2006/main">
  <p:cSld name="1_Title and source">
    <p:bg>
      <p:bgPr>
        <a:solidFill>
          <a:schemeClr val="tx1"/>
        </a:solidFill>
        <a:effectLst/>
      </p:bgPr>
    </p:bg>
    <p:spTree>
      <p:nvGrpSpPr>
        <p:cNvPr id="299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8" name="Title 1"/>
          <p:cNvSpPr>
            <a:spLocks noGrp="true"/>
          </p:cNvSpPr>
          <p:nvPr>
            <p:ph type="title" hasCustomPrompt="true"/>
          </p:nvPr>
        </p:nvSpPr>
        <p:spPr>
          <a:xfrm>
            <a:off x="507365" y="546672"/>
            <a:ext cx="11186160" cy="478853"/>
          </a:xfrm>
        </p:spPr>
        <p:txBody>
          <a:bodyPr anchor="b" anchorCtr="false"/>
          <a:lstStyle>
            <a:lvl1pPr>
              <a:defRPr sz="3000" spc="-50" baseline="0">
                <a:solidFill>
                  <a:schemeClr val="bg1"/>
                </a:solidFill>
              </a:defRPr>
            </a:lvl1pPr>
          </a:lstStyle>
          <a:p>
            <a:pPr/>
            <a:r>
              <a:rPr lang="en-US" altLang="zh-TW" noProof="false" err="true"/>
              <a:t>请输入标题</a:t>
            </a:r>
            <a:endParaRPr lang="en-US" noProof="false"/>
          </a:p>
        </p:txBody>
      </p:sp>
      <p:sp>
        <p:nvSpPr>
          <p:cNvPr id="2999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3000" name="Text Placeholder 11"/>
          <p:cNvSpPr>
            <a:spLocks noGrp="true"/>
          </p:cNvSpPr>
          <p:nvPr>
            <p:ph type="body" sz="quarter" idx="21" hasCustomPrompt="true"/>
          </p:nvPr>
        </p:nvSpPr>
        <p:spPr>
          <a:xfrm>
            <a:off x="507365" y="419989"/>
            <a:ext cx="3807460" cy="126683"/>
          </a:xfrm>
        </p:spPr>
        <p:txBody>
          <a:bodyPr/>
          <a:lstStyle>
            <a:lvl1pPr marL="0" indent="0">
              <a:buNone/>
              <a:defRPr sz="900" b="false" i="false" cap="all" spc="150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 noProof="false" err="true"/>
              <a:t>请输入演讲日期</a:t>
            </a:r>
            <a:r>
              <a:rPr lang="zh-CN" altLang="en-US" noProof="false"/>
              <a:t>（可选）</a:t>
            </a:r>
            <a:endParaRPr lang="en-US" noProof="false"/>
          </a:p>
        </p:txBody>
      </p:sp>
      <p:sp>
        <p:nvSpPr>
          <p:cNvPr id="3001" name="Text Placeholder 8"/>
          <p:cNvSpPr>
            <a:spLocks noGrp="true"/>
          </p:cNvSpPr>
          <p:nvPr>
            <p:ph type="body" sz="quarter" idx="30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altLang="zh-CN" noProof="false" err="true"/>
              <a:t>来源</a:t>
            </a:r>
            <a:r>
              <a:rPr lang="zh-CN" altLang="en-US" noProof="false"/>
              <a:t>：</a:t>
            </a:r>
            <a:endParaRPr lang="en-US" altLang="zh-CN" noProof="false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p="http://schemas.openxmlformats.org/presentationml/2006/main">
  <p:cSld name="Content blocks image right large figure">
    <p:spTree>
      <p:nvGrpSpPr>
        <p:cNvPr id="300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3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3004" name="Picture Placeholder 7"/>
          <p:cNvSpPr>
            <a:spLocks noGrp="true"/>
          </p:cNvSpPr>
          <p:nvPr>
            <p:ph type="pic" sz="quarter" idx="15" hasCustomPrompt="true"/>
          </p:nvPr>
        </p:nvSpPr>
        <p:spPr>
          <a:xfrm>
            <a:off x="6203950" y="512763"/>
            <a:ext cx="5461976" cy="5747360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noProof="false" err="true"/>
              <a:t>单击插入图片</a:t>
            </a:r>
            <a:endParaRPr lang="en-US" noProof="false"/>
          </a:p>
        </p:txBody>
      </p:sp>
      <p:sp>
        <p:nvSpPr>
          <p:cNvPr id="3005" name="Text Placeholder 12"/>
          <p:cNvSpPr>
            <a:spLocks noGrp="true"/>
          </p:cNvSpPr>
          <p:nvPr>
            <p:ph type="body" sz="quarter" idx="14" hasCustomPrompt="true"/>
          </p:nvPr>
        </p:nvSpPr>
        <p:spPr>
          <a:xfrm>
            <a:off x="498475" y="3141663"/>
            <a:ext cx="5112000" cy="3025457"/>
          </a:xfrm>
        </p:spPr>
        <p:txBody>
          <a:bodyPr anchor="b" anchorCtr="false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lang="en-US" altLang="zh-CN" sz="32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914400" indent="0">
              <a:buNone/>
              <a:defRPr/>
            </a:lvl3pPr>
          </a:lstStyle>
          <a:p>
            <a:pPr marL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noProof="false" err="true"/>
              <a:t>请输入短标题</a:t>
            </a:r>
            <a:endParaRPr lang="en-US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请输入短标题</a:t>
            </a:r>
            <a:endParaRPr lang="en-US" altLang="zh-CN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请输入短标题</a:t>
            </a:r>
            <a:endParaRPr lang="en-US" altLang="zh-CN" noProof="false"/>
          </a:p>
        </p:txBody>
      </p:sp>
      <p:sp>
        <p:nvSpPr>
          <p:cNvPr id="3006" name="Text Placeholder 8"/>
          <p:cNvSpPr>
            <a:spLocks noGrp="true"/>
          </p:cNvSpPr>
          <p:nvPr>
            <p:ph type="body" sz="quarter" idx="16" hasCustomPrompt="true"/>
          </p:nvPr>
        </p:nvSpPr>
        <p:spPr>
          <a:xfrm>
            <a:off x="506639" y="308430"/>
            <a:ext cx="5112000" cy="2101850"/>
          </a:xfrm>
        </p:spPr>
        <p:txBody>
          <a:bodyPr>
            <a:noAutofit/>
          </a:bodyPr>
          <a:lstStyle>
            <a:lvl1pPr marL="0" indent="0">
              <a:buNone/>
              <a:defRPr sz="15000" b="true" i="false">
                <a:solidFill>
                  <a:srgbClr val="F55600"/>
                </a:solidFill>
                <a:latin typeface="+mj-lt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false"/>
              <a:t>#$%</a:t>
            </a:r>
            <a:endParaRPr lang="en-US" noProof="false"/>
          </a:p>
        </p:txBody>
      </p:sp>
      <p:sp>
        <p:nvSpPr>
          <p:cNvPr id="3007" name="Text Placeholder 8"/>
          <p:cNvSpPr>
            <a:spLocks noGrp="true"/>
          </p:cNvSpPr>
          <p:nvPr>
            <p:ph type="body" sz="quarter" idx="23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altLang="zh-CN" noProof="false" err="true"/>
              <a:t>来源</a:t>
            </a:r>
            <a:r>
              <a:rPr lang="zh-CN" altLang="en-US" noProof="false"/>
              <a:t>：</a:t>
            </a:r>
            <a:endParaRPr lang="en-US" altLang="zh-CN" noProof="false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p="http://schemas.openxmlformats.org/presentationml/2006/main">
  <p:cSld name="Content blocks image right">
    <p:spTree>
      <p:nvGrpSpPr>
        <p:cNvPr id="300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9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3010" name="Picture Placeholder 7"/>
          <p:cNvSpPr>
            <a:spLocks noGrp="true"/>
          </p:cNvSpPr>
          <p:nvPr>
            <p:ph type="pic" sz="quarter" idx="15" hasCustomPrompt="true"/>
          </p:nvPr>
        </p:nvSpPr>
        <p:spPr>
          <a:xfrm>
            <a:off x="6203950" y="512763"/>
            <a:ext cx="5461976" cy="5747360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单击插入图片</a:t>
            </a:r>
            <a:endParaRPr lang="en-US" altLang="zh-CN" noProof="false"/>
          </a:p>
        </p:txBody>
      </p:sp>
      <p:sp>
        <p:nvSpPr>
          <p:cNvPr id="3011" name="Text Placeholder 8"/>
          <p:cNvSpPr>
            <a:spLocks noGrp="true"/>
          </p:cNvSpPr>
          <p:nvPr>
            <p:ph type="body" sz="quarter" idx="23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altLang="zh-CN" noProof="false" err="true"/>
              <a:t>来源</a:t>
            </a:r>
            <a:r>
              <a:rPr lang="zh-CN" altLang="en-US" noProof="false"/>
              <a:t>：</a:t>
            </a:r>
            <a:endParaRPr lang="en-US" altLang="zh-CN" noProof="false"/>
          </a:p>
        </p:txBody>
      </p:sp>
      <p:sp>
        <p:nvSpPr>
          <p:cNvPr id="3012" name="Text Placeholder 12"/>
          <p:cNvSpPr>
            <a:spLocks noGrp="true"/>
          </p:cNvSpPr>
          <p:nvPr>
            <p:ph type="body" sz="quarter" idx="31" hasCustomPrompt="true"/>
          </p:nvPr>
        </p:nvSpPr>
        <p:spPr>
          <a:xfrm>
            <a:off x="498473" y="2787685"/>
            <a:ext cx="4680000" cy="1369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lang="en-US" sz="1100" b="false" i="false" kern="1200" cap="all" spc="150" baseline="0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sz="1200"/>
            </a:lvl3pPr>
          </a:lstStyle>
          <a:p>
            <a:pPr lvl="0"/>
            <a:r>
              <a:rPr lang="en-US" noProof="false" err="true"/>
              <a:t>请输入副标题</a:t>
            </a:r>
            <a:endParaRPr lang="en-US" noProof="false"/>
          </a:p>
        </p:txBody>
      </p:sp>
      <p:sp>
        <p:nvSpPr>
          <p:cNvPr id="3013" name="Text Placeholder 5"/>
          <p:cNvSpPr>
            <a:spLocks noGrp="true"/>
          </p:cNvSpPr>
          <p:nvPr>
            <p:ph type="body" sz="quarter" idx="24" hasCustomPrompt="true"/>
          </p:nvPr>
        </p:nvSpPr>
        <p:spPr>
          <a:xfrm>
            <a:off x="507364" y="3008388"/>
            <a:ext cx="4680000" cy="1340603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lang="en-US" altLang="zh-CN" sz="32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noProof="false" err="true"/>
              <a:t>请输入标题</a:t>
            </a:r>
            <a:endParaRPr lang="en-US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请输入标题</a:t>
            </a:r>
            <a:endParaRPr lang="en-US" altLang="zh-CN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请输入标题</a:t>
            </a:r>
            <a:endParaRPr lang="en-US" altLang="zh-CN" noProof="false"/>
          </a:p>
          <a:p>
            <a:pPr lvl="0"/>
            <a:endParaRPr lang="en-US" noProof="false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p="http://schemas.openxmlformats.org/presentationml/2006/main">
  <p:cSld name="Content blocks image right 2">
    <p:spTree>
      <p:nvGrpSpPr>
        <p:cNvPr id="30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5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3016" name="Picture Placeholder 7"/>
          <p:cNvSpPr>
            <a:spLocks noGrp="true"/>
          </p:cNvSpPr>
          <p:nvPr>
            <p:ph type="pic" sz="quarter" idx="15" hasCustomPrompt="true"/>
          </p:nvPr>
        </p:nvSpPr>
        <p:spPr>
          <a:xfrm>
            <a:off x="6203950" y="512763"/>
            <a:ext cx="5461976" cy="5747360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单击插入图片</a:t>
            </a:r>
            <a:endParaRPr lang="en-US" altLang="zh-CN" noProof="false"/>
          </a:p>
        </p:txBody>
      </p:sp>
      <p:sp>
        <p:nvSpPr>
          <p:cNvPr id="3017" name="Text Placeholder 8"/>
          <p:cNvSpPr>
            <a:spLocks noGrp="true"/>
          </p:cNvSpPr>
          <p:nvPr>
            <p:ph type="body" sz="quarter" idx="23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altLang="zh-CN" noProof="false" err="true"/>
              <a:t>来源</a:t>
            </a:r>
            <a:r>
              <a:rPr lang="zh-CN" altLang="en-US" noProof="false"/>
              <a:t>：</a:t>
            </a:r>
            <a:endParaRPr lang="en-US" altLang="zh-CN" noProof="false"/>
          </a:p>
        </p:txBody>
      </p:sp>
      <p:sp>
        <p:nvSpPr>
          <p:cNvPr id="3018" name="Text Placeholder 12"/>
          <p:cNvSpPr>
            <a:spLocks noGrp="true"/>
          </p:cNvSpPr>
          <p:nvPr>
            <p:ph type="body" sz="quarter" idx="24" hasCustomPrompt="true"/>
          </p:nvPr>
        </p:nvSpPr>
        <p:spPr>
          <a:xfrm>
            <a:off x="498474" y="1923221"/>
            <a:ext cx="4680000" cy="15126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lang="en-US" sz="1100" b="false" i="false" kern="1200" cap="all" spc="150" baseline="0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sz="1200"/>
            </a:lvl3pPr>
          </a:lstStyle>
          <a:p>
            <a:pPr lvl="0"/>
            <a:r>
              <a:rPr lang="en-US" noProof="false" err="true"/>
              <a:t>请输入副标题</a:t>
            </a:r>
            <a:endParaRPr lang="en-US" noProof="false"/>
          </a:p>
        </p:txBody>
      </p:sp>
      <p:sp>
        <p:nvSpPr>
          <p:cNvPr id="3019" name="Text Placeholder 12"/>
          <p:cNvSpPr>
            <a:spLocks noGrp="true"/>
          </p:cNvSpPr>
          <p:nvPr>
            <p:ph type="body" sz="quarter" idx="31" hasCustomPrompt="true"/>
          </p:nvPr>
        </p:nvSpPr>
        <p:spPr>
          <a:xfrm>
            <a:off x="498474" y="3007360"/>
            <a:ext cx="4680000" cy="2677796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00" b="false" i="false" kern="1200" cap="none" spc="0" baseline="0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lang="en-GB" sz="1200" kern="1200" dirty="fals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noProof="false" err="true"/>
              <a:t>请输入正文内容</a:t>
            </a:r>
            <a:endParaRPr lang="en-US" noProof="false"/>
          </a:p>
        </p:txBody>
      </p:sp>
      <p:sp>
        <p:nvSpPr>
          <p:cNvPr id="3020" name="Text Placeholder 5"/>
          <p:cNvSpPr>
            <a:spLocks noGrp="true"/>
          </p:cNvSpPr>
          <p:nvPr>
            <p:ph type="body" sz="quarter" idx="32" hasCustomPrompt="true"/>
          </p:nvPr>
        </p:nvSpPr>
        <p:spPr>
          <a:xfrm>
            <a:off x="498474" y="2133601"/>
            <a:ext cx="4680000" cy="741679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lang="en-US" altLang="zh-CN" sz="28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noProof="false" err="true"/>
              <a:t>请输入标题</a:t>
            </a:r>
            <a:endParaRPr lang="en-US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请输入标题</a:t>
            </a:r>
            <a:endParaRPr lang="en-US" altLang="zh-CN" noProof="false"/>
          </a:p>
          <a:p>
            <a:pPr lvl="0"/>
            <a:endParaRPr lang="en-US" noProof="false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p="http://schemas.openxmlformats.org/presentationml/2006/main">
  <p:cSld name="1_Content blocks image right large figure">
    <p:bg>
      <p:bgPr>
        <a:solidFill>
          <a:schemeClr val="tx1"/>
        </a:solidFill>
        <a:effectLst/>
      </p:bgPr>
    </p:bg>
    <p:spTree>
      <p:nvGrpSpPr>
        <p:cNvPr id="30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2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3023" name="Picture Placeholder 7"/>
          <p:cNvSpPr>
            <a:spLocks noGrp="true"/>
          </p:cNvSpPr>
          <p:nvPr>
            <p:ph type="pic" sz="quarter" idx="15" hasCustomPrompt="true"/>
          </p:nvPr>
        </p:nvSpPr>
        <p:spPr>
          <a:xfrm>
            <a:off x="6203950" y="512763"/>
            <a:ext cx="5461976" cy="5747360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单击插入图片</a:t>
            </a:r>
            <a:endParaRPr lang="en-US" altLang="zh-CN" noProof="false"/>
          </a:p>
        </p:txBody>
      </p:sp>
      <p:sp>
        <p:nvSpPr>
          <p:cNvPr id="3024" name="Text Placeholder 12"/>
          <p:cNvSpPr>
            <a:spLocks noGrp="true"/>
          </p:cNvSpPr>
          <p:nvPr>
            <p:ph type="body" sz="quarter" idx="14" hasCustomPrompt="true"/>
          </p:nvPr>
        </p:nvSpPr>
        <p:spPr>
          <a:xfrm>
            <a:off x="498475" y="3141663"/>
            <a:ext cx="5112000" cy="3025457"/>
          </a:xfrm>
        </p:spPr>
        <p:txBody>
          <a:bodyPr anchor="b" anchorCtr="false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lang="en-US" altLang="zh-TW" sz="3200" b="true" i="false" kern="1200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914400" indent="0">
              <a:buNone/>
              <a:defRPr/>
            </a:lvl3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TW" noProof="false" err="true"/>
              <a:t>请输入</a:t>
            </a:r>
            <a:r>
              <a:rPr lang="zh-TW" altLang="en-US" noProof="false"/>
              <a:t>短</a:t>
            </a:r>
            <a:r>
              <a:rPr lang="en-US" altLang="zh-TW" noProof="false" err="true"/>
              <a:t>标题</a:t>
            </a:r>
            <a:endParaRPr lang="en-US" altLang="zh-TW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TW" noProof="false" err="true"/>
              <a:t>请输入</a:t>
            </a:r>
            <a:r>
              <a:rPr lang="zh-TW" altLang="en-US" noProof="false"/>
              <a:t>短</a:t>
            </a:r>
            <a:r>
              <a:rPr lang="en-US" altLang="zh-TW" noProof="false" err="true"/>
              <a:t>标题</a:t>
            </a:r>
            <a:endParaRPr lang="en-US" altLang="zh-TW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TW" noProof="false" err="true"/>
              <a:t>请输入</a:t>
            </a:r>
            <a:r>
              <a:rPr lang="zh-TW" altLang="en-US" noProof="false"/>
              <a:t>短</a:t>
            </a:r>
            <a:r>
              <a:rPr lang="en-US" altLang="zh-TW" noProof="false" err="true"/>
              <a:t>标题</a:t>
            </a:r>
            <a:endParaRPr lang="en-US" altLang="zh-TW" noProof="false"/>
          </a:p>
        </p:txBody>
      </p:sp>
      <p:sp>
        <p:nvSpPr>
          <p:cNvPr id="3025" name="Text Placeholder 8"/>
          <p:cNvSpPr>
            <a:spLocks noGrp="true"/>
          </p:cNvSpPr>
          <p:nvPr>
            <p:ph type="body" sz="quarter" idx="16" hasCustomPrompt="true"/>
          </p:nvPr>
        </p:nvSpPr>
        <p:spPr>
          <a:xfrm>
            <a:off x="506639" y="308430"/>
            <a:ext cx="5112000" cy="2101850"/>
          </a:xfrm>
        </p:spPr>
        <p:txBody>
          <a:bodyPr>
            <a:noAutofit/>
          </a:bodyPr>
          <a:lstStyle>
            <a:lvl1pPr marL="0" indent="0">
              <a:buNone/>
              <a:defRPr lang="en-US" sz="15000" b="true" i="false" kern="1200" noProof="false" dirty="false">
                <a:solidFill>
                  <a:srgbClr val="F55600"/>
                </a:solidFill>
                <a:latin typeface="+mj-lt"/>
                <a:ea typeface="Noto Sans S Chinese Regular" panose="020B0500000000000000" pitchFamily="34" charset="-128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noProof="false"/>
              <a:t>#$%</a:t>
            </a:r>
            <a:endParaRPr lang="en-US" noProof="false"/>
          </a:p>
        </p:txBody>
      </p:sp>
      <p:sp>
        <p:nvSpPr>
          <p:cNvPr id="3026" name="Text Placeholder 8"/>
          <p:cNvSpPr>
            <a:spLocks noGrp="true"/>
          </p:cNvSpPr>
          <p:nvPr>
            <p:ph type="body" sz="quarter" idx="23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altLang="zh-CN" noProof="false" err="true"/>
              <a:t>来源</a:t>
            </a:r>
            <a:r>
              <a:rPr lang="zh-CN" altLang="en-US" noProof="false"/>
              <a:t>：</a:t>
            </a:r>
            <a:endParaRPr lang="en-US" altLang="zh-CN" noProof="false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p="http://schemas.openxmlformats.org/presentationml/2006/main">
  <p:cSld name="2_Content blocks image right">
    <p:bg>
      <p:bgPr>
        <a:solidFill>
          <a:schemeClr val="tx1"/>
        </a:solidFill>
        <a:effectLst/>
      </p:bgPr>
    </p:bg>
    <p:spTree>
      <p:nvGrpSpPr>
        <p:cNvPr id="30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2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3033" name="Picture Placeholder 7"/>
          <p:cNvSpPr>
            <a:spLocks noGrp="true"/>
          </p:cNvSpPr>
          <p:nvPr>
            <p:ph type="pic" sz="quarter" idx="15" hasCustomPrompt="true"/>
          </p:nvPr>
        </p:nvSpPr>
        <p:spPr>
          <a:xfrm>
            <a:off x="6203950" y="512763"/>
            <a:ext cx="5461976" cy="5747360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单击插入图片</a:t>
            </a:r>
            <a:endParaRPr lang="en-US" altLang="zh-CN" noProof="false"/>
          </a:p>
        </p:txBody>
      </p:sp>
      <p:sp>
        <p:nvSpPr>
          <p:cNvPr id="3034" name="Text Placeholder 8"/>
          <p:cNvSpPr>
            <a:spLocks noGrp="true"/>
          </p:cNvSpPr>
          <p:nvPr>
            <p:ph type="body" sz="quarter" idx="23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altLang="zh-CN" noProof="false" err="true"/>
              <a:t>来源</a:t>
            </a:r>
            <a:r>
              <a:rPr lang="zh-CN" altLang="en-US" noProof="false"/>
              <a:t>：</a:t>
            </a:r>
            <a:endParaRPr lang="en-US" altLang="zh-CN" noProof="false"/>
          </a:p>
        </p:txBody>
      </p:sp>
      <p:sp>
        <p:nvSpPr>
          <p:cNvPr id="3035" name="Text Placeholder 12"/>
          <p:cNvSpPr>
            <a:spLocks noGrp="true"/>
          </p:cNvSpPr>
          <p:nvPr>
            <p:ph type="body" sz="quarter" idx="31" hasCustomPrompt="true"/>
          </p:nvPr>
        </p:nvSpPr>
        <p:spPr>
          <a:xfrm>
            <a:off x="498473" y="2787685"/>
            <a:ext cx="4680000" cy="1369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lang="en-US" sz="1100" b="false" i="false" kern="1200" cap="all" spc="150" baseline="0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sz="1200"/>
            </a:lvl3pPr>
          </a:lstStyle>
          <a:p>
            <a:pPr lvl="0"/>
            <a:r>
              <a:rPr lang="en-US" noProof="false" err="true"/>
              <a:t>请输入副标题</a:t>
            </a:r>
            <a:endParaRPr lang="en-US" noProof="false"/>
          </a:p>
        </p:txBody>
      </p:sp>
      <p:sp>
        <p:nvSpPr>
          <p:cNvPr id="3036" name="Text Placeholder 5"/>
          <p:cNvSpPr>
            <a:spLocks noGrp="true"/>
          </p:cNvSpPr>
          <p:nvPr>
            <p:ph type="body" sz="quarter" idx="24" hasCustomPrompt="true"/>
          </p:nvPr>
        </p:nvSpPr>
        <p:spPr>
          <a:xfrm>
            <a:off x="507364" y="3008388"/>
            <a:ext cx="4680000" cy="1340603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lang="en-US" altLang="zh-TW" sz="3200" b="true" i="false" kern="1200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TW" noProof="false" err="true"/>
              <a:t>请输入标题</a:t>
            </a:r>
            <a:endParaRPr lang="en-US" altLang="zh-TW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TW" noProof="false" err="true"/>
              <a:t>请输入标题</a:t>
            </a:r>
            <a:endParaRPr lang="en-US" altLang="zh-TW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TW" noProof="false" err="true"/>
              <a:t>请输入标题</a:t>
            </a:r>
            <a:endParaRPr lang="en-US" altLang="zh-TW" noProof="false"/>
          </a:p>
          <a:p>
            <a:pPr lvl="0"/>
            <a:endParaRPr lang="en-US" noProof="false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p="http://schemas.openxmlformats.org/presentationml/2006/main">
  <p:cSld name="1_Content blocks image right 2">
    <p:bg>
      <p:bgPr>
        <a:solidFill>
          <a:schemeClr val="tx1"/>
        </a:solidFill>
        <a:effectLst/>
      </p:bgPr>
    </p:bg>
    <p:spTree>
      <p:nvGrpSpPr>
        <p:cNvPr id="30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8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3039" name="Picture Placeholder 7"/>
          <p:cNvSpPr>
            <a:spLocks noGrp="true"/>
          </p:cNvSpPr>
          <p:nvPr>
            <p:ph type="pic" sz="quarter" idx="15" hasCustomPrompt="true"/>
          </p:nvPr>
        </p:nvSpPr>
        <p:spPr>
          <a:xfrm>
            <a:off x="6203950" y="512763"/>
            <a:ext cx="5461976" cy="5747360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单击插入图片</a:t>
            </a:r>
            <a:endParaRPr lang="en-US" altLang="zh-CN" noProof="false"/>
          </a:p>
        </p:txBody>
      </p:sp>
      <p:sp>
        <p:nvSpPr>
          <p:cNvPr id="3040" name="Text Placeholder 8"/>
          <p:cNvSpPr>
            <a:spLocks noGrp="true"/>
          </p:cNvSpPr>
          <p:nvPr>
            <p:ph type="body" sz="quarter" idx="23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altLang="zh-CN" noProof="false" err="true"/>
              <a:t>来源</a:t>
            </a:r>
            <a:r>
              <a:rPr lang="zh-CN" altLang="en-US" noProof="false"/>
              <a:t>：</a:t>
            </a:r>
            <a:endParaRPr lang="en-US" altLang="zh-CN" noProof="false"/>
          </a:p>
        </p:txBody>
      </p:sp>
      <p:sp>
        <p:nvSpPr>
          <p:cNvPr id="3041" name="Text Placeholder 12"/>
          <p:cNvSpPr>
            <a:spLocks noGrp="true"/>
          </p:cNvSpPr>
          <p:nvPr>
            <p:ph type="body" sz="quarter" idx="24" hasCustomPrompt="true"/>
          </p:nvPr>
        </p:nvSpPr>
        <p:spPr>
          <a:xfrm>
            <a:off x="498474" y="1923221"/>
            <a:ext cx="4680000" cy="15126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lang="en-US" sz="1100" b="false" i="false" kern="1200" cap="all" spc="150" baseline="0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sz="1200"/>
            </a:lvl3pPr>
          </a:lstStyle>
          <a:p>
            <a:pPr lvl="0"/>
            <a:r>
              <a:rPr lang="en-US" noProof="false" err="true"/>
              <a:t>请输入副标题</a:t>
            </a:r>
            <a:endParaRPr lang="en-US" noProof="false"/>
          </a:p>
        </p:txBody>
      </p:sp>
      <p:sp>
        <p:nvSpPr>
          <p:cNvPr id="3042" name="Text Placeholder 12"/>
          <p:cNvSpPr>
            <a:spLocks noGrp="true"/>
          </p:cNvSpPr>
          <p:nvPr>
            <p:ph type="body" sz="quarter" idx="31" hasCustomPrompt="true"/>
          </p:nvPr>
        </p:nvSpPr>
        <p:spPr>
          <a:xfrm>
            <a:off x="498474" y="3007360"/>
            <a:ext cx="4680000" cy="2677796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00" b="false" i="false" kern="1200" cap="none" spc="0" baseline="0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lang="en-GB" sz="1200" kern="1200" dirty="fals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zh-TW" altLang="en-US" noProof="false"/>
              <a:t>请输入正文内容</a:t>
            </a:r>
            <a:endParaRPr lang="zh-TW" altLang="en-US" noProof="false"/>
          </a:p>
        </p:txBody>
      </p:sp>
      <p:sp>
        <p:nvSpPr>
          <p:cNvPr id="3043" name="Text Placeholder 5"/>
          <p:cNvSpPr>
            <a:spLocks noGrp="true"/>
          </p:cNvSpPr>
          <p:nvPr>
            <p:ph type="body" sz="quarter" idx="32" hasCustomPrompt="true"/>
          </p:nvPr>
        </p:nvSpPr>
        <p:spPr>
          <a:xfrm>
            <a:off x="498474" y="2133601"/>
            <a:ext cx="4680000" cy="741679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lang="en-US" altLang="zh-TW" sz="2800" b="true" i="false" kern="1200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TW" noProof="false" err="true"/>
              <a:t>请输入标题</a:t>
            </a:r>
            <a:endParaRPr lang="en-US" altLang="zh-TW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TW" noProof="false" err="true"/>
              <a:t>请输入标题</a:t>
            </a:r>
            <a:endParaRPr lang="en-US" altLang="zh-TW" noProof="false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p="http://schemas.openxmlformats.org/presentationml/2006/main">
  <p:cSld name="Content blocks 2 images right large figure">
    <p:spTree>
      <p:nvGrpSpPr>
        <p:cNvPr id="30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5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3046" name="Text Placeholder 12"/>
          <p:cNvSpPr>
            <a:spLocks noGrp="true"/>
          </p:cNvSpPr>
          <p:nvPr>
            <p:ph type="body" sz="quarter" idx="14" hasCustomPrompt="true"/>
          </p:nvPr>
        </p:nvSpPr>
        <p:spPr>
          <a:xfrm>
            <a:off x="498475" y="3141663"/>
            <a:ext cx="5112000" cy="3025457"/>
          </a:xfrm>
        </p:spPr>
        <p:txBody>
          <a:bodyPr anchor="b" anchorCtr="false"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lang="en-US" altLang="zh-TW" sz="32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914400" indent="0">
              <a:buNone/>
              <a:defRPr/>
            </a:lvl3pPr>
          </a:lstStyle>
          <a:p>
            <a:pPr marL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noProof="false" err="true"/>
              <a:t>请输入短标题</a:t>
            </a:r>
            <a:endParaRPr lang="en-US" noProof="false"/>
          </a:p>
          <a:p>
            <a:pPr marL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noProof="false" err="true"/>
              <a:t>请输入短标题</a:t>
            </a:r>
            <a:endParaRPr lang="en-US" noProof="false"/>
          </a:p>
          <a:p>
            <a:pPr marL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noProof="false" err="true"/>
              <a:t>请输入短标题</a:t>
            </a:r>
            <a:endParaRPr lang="en-US" noProof="false"/>
          </a:p>
        </p:txBody>
      </p:sp>
      <p:sp>
        <p:nvSpPr>
          <p:cNvPr id="3047" name="Text Placeholder 8"/>
          <p:cNvSpPr>
            <a:spLocks noGrp="true"/>
          </p:cNvSpPr>
          <p:nvPr>
            <p:ph type="body" sz="quarter" idx="16" hasCustomPrompt="true"/>
          </p:nvPr>
        </p:nvSpPr>
        <p:spPr>
          <a:xfrm>
            <a:off x="506639" y="308430"/>
            <a:ext cx="5112000" cy="2101850"/>
          </a:xfrm>
        </p:spPr>
        <p:txBody>
          <a:bodyPr>
            <a:noAutofit/>
          </a:bodyPr>
          <a:lstStyle>
            <a:lvl1pPr marL="0" indent="0">
              <a:buNone/>
              <a:defRPr lang="en-US" sz="15000" b="true" i="false" kern="1200" noProof="false" dirty="false">
                <a:solidFill>
                  <a:srgbClr val="F55600"/>
                </a:solidFill>
                <a:latin typeface="+mj-lt"/>
                <a:ea typeface="Noto Sans S Chinese Regular" panose="020B0500000000000000" pitchFamily="34" charset="-128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noProof="false"/>
              <a:t>#$%</a:t>
            </a:r>
            <a:endParaRPr lang="en-US" noProof="false"/>
          </a:p>
        </p:txBody>
      </p:sp>
      <p:sp>
        <p:nvSpPr>
          <p:cNvPr id="3048" name="Picture Placeholder 7"/>
          <p:cNvSpPr>
            <a:spLocks noGrp="true"/>
          </p:cNvSpPr>
          <p:nvPr>
            <p:ph type="pic" sz="quarter" idx="17" hasCustomPrompt="true"/>
          </p:nvPr>
        </p:nvSpPr>
        <p:spPr>
          <a:xfrm>
            <a:off x="6203950" y="512764"/>
            <a:ext cx="5480049" cy="2604056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noProof="false" err="true"/>
              <a:t>单击插入图片</a:t>
            </a:r>
            <a:endParaRPr lang="en-US" noProof="false"/>
          </a:p>
        </p:txBody>
      </p:sp>
      <p:sp>
        <p:nvSpPr>
          <p:cNvPr id="3049" name="Picture Placeholder 7"/>
          <p:cNvSpPr>
            <a:spLocks noGrp="true"/>
          </p:cNvSpPr>
          <p:nvPr>
            <p:ph type="pic" sz="quarter" idx="18" hasCustomPrompt="true"/>
          </p:nvPr>
        </p:nvSpPr>
        <p:spPr>
          <a:xfrm>
            <a:off x="6203950" y="3453845"/>
            <a:ext cx="5480049" cy="2604056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单击插入图片</a:t>
            </a:r>
            <a:endParaRPr lang="en-US" altLang="zh-CN" noProof="false"/>
          </a:p>
        </p:txBody>
      </p:sp>
      <p:sp>
        <p:nvSpPr>
          <p:cNvPr id="3050" name="Text Placeholder 8"/>
          <p:cNvSpPr>
            <a:spLocks noGrp="true"/>
          </p:cNvSpPr>
          <p:nvPr>
            <p:ph type="body" sz="quarter" idx="23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altLang="zh-CN" noProof="false" err="true"/>
              <a:t>来源</a:t>
            </a:r>
            <a:r>
              <a:rPr lang="zh-CN" altLang="en-US" noProof="false"/>
              <a:t>：</a:t>
            </a:r>
            <a:endParaRPr lang="en-US" altLang="zh-CN" noProof="false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p="http://schemas.openxmlformats.org/presentationml/2006/main">
  <p:cSld name="Content blocks 2 images right">
    <p:spTree>
      <p:nvGrpSpPr>
        <p:cNvPr id="30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2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3053" name="Picture Placeholder 7"/>
          <p:cNvSpPr>
            <a:spLocks noGrp="true"/>
          </p:cNvSpPr>
          <p:nvPr>
            <p:ph type="pic" sz="quarter" idx="15" hasCustomPrompt="true"/>
          </p:nvPr>
        </p:nvSpPr>
        <p:spPr>
          <a:xfrm>
            <a:off x="6203950" y="512764"/>
            <a:ext cx="5480049" cy="2604056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noProof="false" err="true"/>
              <a:t>单击插入图片</a:t>
            </a:r>
            <a:endParaRPr lang="en-US" noProof="false"/>
          </a:p>
        </p:txBody>
      </p:sp>
      <p:sp>
        <p:nvSpPr>
          <p:cNvPr id="3054" name="Picture Placeholder 7"/>
          <p:cNvSpPr>
            <a:spLocks noGrp="true"/>
          </p:cNvSpPr>
          <p:nvPr>
            <p:ph type="pic" sz="quarter" idx="16" hasCustomPrompt="true"/>
          </p:nvPr>
        </p:nvSpPr>
        <p:spPr>
          <a:xfrm>
            <a:off x="6203950" y="3453845"/>
            <a:ext cx="5480049" cy="2604056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noProof="false" err="true"/>
              <a:t>单击插入图片</a:t>
            </a:r>
            <a:endParaRPr lang="en-US" noProof="false"/>
          </a:p>
        </p:txBody>
      </p:sp>
      <p:sp>
        <p:nvSpPr>
          <p:cNvPr id="3055" name="Text Placeholder 8"/>
          <p:cNvSpPr>
            <a:spLocks noGrp="true"/>
          </p:cNvSpPr>
          <p:nvPr>
            <p:ph type="body" sz="quarter" idx="23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altLang="zh-CN" noProof="false" err="true"/>
              <a:t>来源</a:t>
            </a:r>
            <a:r>
              <a:rPr lang="zh-CN" altLang="en-US" noProof="false"/>
              <a:t>：</a:t>
            </a:r>
            <a:endParaRPr lang="en-US" altLang="zh-CN" noProof="false"/>
          </a:p>
        </p:txBody>
      </p:sp>
      <p:sp>
        <p:nvSpPr>
          <p:cNvPr id="3056" name="Text Placeholder 12"/>
          <p:cNvSpPr>
            <a:spLocks noGrp="true"/>
          </p:cNvSpPr>
          <p:nvPr>
            <p:ph type="body" sz="quarter" idx="31" hasCustomPrompt="true"/>
          </p:nvPr>
        </p:nvSpPr>
        <p:spPr>
          <a:xfrm>
            <a:off x="498473" y="2787685"/>
            <a:ext cx="4680000" cy="1369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lang="en-US" sz="1100" b="false" i="false" kern="1200" cap="all" spc="150" baseline="0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sz="1200"/>
            </a:lvl3pPr>
          </a:lstStyle>
          <a:p>
            <a:pPr lvl="0"/>
            <a:r>
              <a:rPr lang="en-US" noProof="false" err="true"/>
              <a:t>请输入副标题</a:t>
            </a:r>
            <a:endParaRPr lang="en-US" noProof="false"/>
          </a:p>
        </p:txBody>
      </p:sp>
      <p:sp>
        <p:nvSpPr>
          <p:cNvPr id="3057" name="Text Placeholder 5"/>
          <p:cNvSpPr>
            <a:spLocks noGrp="true"/>
          </p:cNvSpPr>
          <p:nvPr>
            <p:ph type="body" sz="quarter" idx="24" hasCustomPrompt="true"/>
          </p:nvPr>
        </p:nvSpPr>
        <p:spPr>
          <a:xfrm>
            <a:off x="507364" y="3008388"/>
            <a:ext cx="4680000" cy="1340603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lang="en-US" altLang="zh-CN" sz="32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noProof="false" err="true"/>
              <a:t>请输入标题</a:t>
            </a:r>
            <a:endParaRPr lang="en-US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请输入标题</a:t>
            </a:r>
            <a:endParaRPr lang="en-US" altLang="zh-CN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请输入标题</a:t>
            </a:r>
            <a:endParaRPr lang="en-US" altLang="zh-CN" noProof="false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p="http://schemas.openxmlformats.org/presentationml/2006/main">
  <p:cSld name="Content blocks 2 images right 2">
    <p:spTree>
      <p:nvGrpSpPr>
        <p:cNvPr id="305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9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3060" name="Picture Placeholder 7"/>
          <p:cNvSpPr>
            <a:spLocks noGrp="true"/>
          </p:cNvSpPr>
          <p:nvPr>
            <p:ph type="pic" sz="quarter" idx="15" hasCustomPrompt="true"/>
          </p:nvPr>
        </p:nvSpPr>
        <p:spPr>
          <a:xfrm>
            <a:off x="6203950" y="512764"/>
            <a:ext cx="5480049" cy="2604056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单击插入图片</a:t>
            </a:r>
            <a:endParaRPr lang="en-US" altLang="zh-CN" noProof="false"/>
          </a:p>
        </p:txBody>
      </p:sp>
      <p:sp>
        <p:nvSpPr>
          <p:cNvPr id="3061" name="Picture Placeholder 7"/>
          <p:cNvSpPr>
            <a:spLocks noGrp="true"/>
          </p:cNvSpPr>
          <p:nvPr>
            <p:ph type="pic" sz="quarter" idx="18" hasCustomPrompt="true"/>
          </p:nvPr>
        </p:nvSpPr>
        <p:spPr>
          <a:xfrm>
            <a:off x="6203950" y="3453845"/>
            <a:ext cx="5480049" cy="2604056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单击插入图片</a:t>
            </a:r>
            <a:endParaRPr lang="en-US" altLang="zh-CN" noProof="false"/>
          </a:p>
        </p:txBody>
      </p:sp>
      <p:sp>
        <p:nvSpPr>
          <p:cNvPr id="3062" name="Text Placeholder 8"/>
          <p:cNvSpPr>
            <a:spLocks noGrp="true"/>
          </p:cNvSpPr>
          <p:nvPr>
            <p:ph type="body" sz="quarter" idx="23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altLang="zh-CN" noProof="false" err="true"/>
              <a:t>来源</a:t>
            </a:r>
            <a:r>
              <a:rPr lang="zh-CN" altLang="en-US" noProof="false"/>
              <a:t>：</a:t>
            </a:r>
            <a:endParaRPr lang="en-US" altLang="zh-CN" noProof="false"/>
          </a:p>
        </p:txBody>
      </p:sp>
      <p:sp>
        <p:nvSpPr>
          <p:cNvPr id="3063" name="Text Placeholder 12"/>
          <p:cNvSpPr>
            <a:spLocks noGrp="true"/>
          </p:cNvSpPr>
          <p:nvPr>
            <p:ph type="body" sz="quarter" idx="24" hasCustomPrompt="true"/>
          </p:nvPr>
        </p:nvSpPr>
        <p:spPr>
          <a:xfrm>
            <a:off x="498474" y="1923221"/>
            <a:ext cx="4680000" cy="15126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lang="en-US" sz="1100" b="false" i="false" kern="1200" cap="all" spc="150" baseline="0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sz="1200"/>
            </a:lvl3pPr>
          </a:lstStyle>
          <a:p>
            <a:pPr lvl="0"/>
            <a:r>
              <a:rPr lang="en-US" noProof="false" err="true"/>
              <a:t>请输入副标题</a:t>
            </a:r>
            <a:endParaRPr lang="en-US" noProof="false"/>
          </a:p>
        </p:txBody>
      </p:sp>
      <p:sp>
        <p:nvSpPr>
          <p:cNvPr id="3064" name="Text Placeholder 12"/>
          <p:cNvSpPr>
            <a:spLocks noGrp="true"/>
          </p:cNvSpPr>
          <p:nvPr>
            <p:ph type="body" sz="quarter" idx="31" hasCustomPrompt="true"/>
          </p:nvPr>
        </p:nvSpPr>
        <p:spPr>
          <a:xfrm>
            <a:off x="498474" y="3007360"/>
            <a:ext cx="4680000" cy="2677796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00" b="false" i="false" kern="1200" cap="none" spc="0" baseline="0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lang="en-GB" sz="1200" kern="1200" dirty="fals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zh-TW" altLang="en-US" noProof="false"/>
              <a:t>请输入正文内容</a:t>
            </a:r>
            <a:endParaRPr lang="zh-TW" altLang="en-US" noProof="false"/>
          </a:p>
        </p:txBody>
      </p:sp>
      <p:sp>
        <p:nvSpPr>
          <p:cNvPr id="3065" name="Text Placeholder 5"/>
          <p:cNvSpPr>
            <a:spLocks noGrp="true"/>
          </p:cNvSpPr>
          <p:nvPr>
            <p:ph type="body" sz="quarter" idx="32" hasCustomPrompt="true"/>
          </p:nvPr>
        </p:nvSpPr>
        <p:spPr>
          <a:xfrm>
            <a:off x="498474" y="2146127"/>
            <a:ext cx="4680000" cy="741679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lang="en-US" altLang="zh-TW" sz="28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noProof="false" err="true"/>
              <a:t>请输入标题</a:t>
            </a:r>
            <a:endParaRPr lang="en-US" noProof="false"/>
          </a:p>
          <a:p>
            <a:pPr marL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noProof="false" err="true"/>
              <a:t>请输入标题</a:t>
            </a:r>
            <a:endParaRPr lang="en-US" noProof="false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p="http://schemas.openxmlformats.org/presentationml/2006/main">
  <p:cSld name="1_Content blocks 2 images right large figure">
    <p:bg>
      <p:bgPr>
        <a:solidFill>
          <a:schemeClr val="tx1"/>
        </a:solidFill>
        <a:effectLst/>
      </p:bgPr>
    </p:bg>
    <p:spTree>
      <p:nvGrpSpPr>
        <p:cNvPr id="306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7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3068" name="Text Placeholder 12"/>
          <p:cNvSpPr>
            <a:spLocks noGrp="true"/>
          </p:cNvSpPr>
          <p:nvPr>
            <p:ph type="body" sz="quarter" idx="14" hasCustomPrompt="true"/>
          </p:nvPr>
        </p:nvSpPr>
        <p:spPr>
          <a:xfrm>
            <a:off x="498475" y="3141663"/>
            <a:ext cx="5112000" cy="3025457"/>
          </a:xfrm>
        </p:spPr>
        <p:txBody>
          <a:bodyPr anchor="b" anchorCtr="false"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lang="en-US" altLang="zh-TW" sz="3200" b="true" i="false" kern="1200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914400" indent="0">
              <a:buNone/>
              <a:defRPr/>
            </a:lvl3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TW" noProof="false" err="true"/>
              <a:t>请输入</a:t>
            </a:r>
            <a:r>
              <a:rPr lang="zh-TW" altLang="en-US" noProof="false"/>
              <a:t>短</a:t>
            </a:r>
            <a:r>
              <a:rPr lang="en-US" altLang="zh-TW" noProof="false" err="true"/>
              <a:t>标题</a:t>
            </a:r>
            <a:endParaRPr lang="en-US" altLang="zh-TW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TW" noProof="false" err="true"/>
              <a:t>请输入</a:t>
            </a:r>
            <a:r>
              <a:rPr lang="zh-TW" altLang="en-US" noProof="false"/>
              <a:t>短</a:t>
            </a:r>
            <a:r>
              <a:rPr lang="en-US" altLang="zh-TW" noProof="false" err="true"/>
              <a:t>标题</a:t>
            </a:r>
            <a:endParaRPr lang="en-US" altLang="zh-TW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TW" noProof="false" err="true"/>
              <a:t>请输入</a:t>
            </a:r>
            <a:r>
              <a:rPr lang="zh-TW" altLang="en-US" noProof="false"/>
              <a:t>短</a:t>
            </a:r>
            <a:r>
              <a:rPr lang="en-US" altLang="zh-TW" noProof="false" err="true"/>
              <a:t>标题</a:t>
            </a:r>
            <a:endParaRPr lang="en-US" altLang="zh-TW" noProof="false"/>
          </a:p>
        </p:txBody>
      </p:sp>
      <p:sp>
        <p:nvSpPr>
          <p:cNvPr id="3069" name="Text Placeholder 8"/>
          <p:cNvSpPr>
            <a:spLocks noGrp="true"/>
          </p:cNvSpPr>
          <p:nvPr>
            <p:ph type="body" sz="quarter" idx="16" hasCustomPrompt="true"/>
          </p:nvPr>
        </p:nvSpPr>
        <p:spPr>
          <a:xfrm>
            <a:off x="506639" y="308430"/>
            <a:ext cx="5112000" cy="2101850"/>
          </a:xfrm>
        </p:spPr>
        <p:txBody>
          <a:bodyPr>
            <a:noAutofit/>
          </a:bodyPr>
          <a:lstStyle>
            <a:lvl1pPr marL="0" indent="0">
              <a:buNone/>
              <a:defRPr lang="en-US" sz="15000" b="true" i="false" kern="1200" noProof="false" dirty="false">
                <a:solidFill>
                  <a:srgbClr val="F55600"/>
                </a:solidFill>
                <a:latin typeface="+mj-lt"/>
                <a:ea typeface="Noto Sans S Chinese Regular" panose="020B0500000000000000" pitchFamily="34" charset="-128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noProof="false"/>
              <a:t>#$%</a:t>
            </a:r>
            <a:endParaRPr lang="en-US" noProof="false"/>
          </a:p>
        </p:txBody>
      </p:sp>
      <p:sp>
        <p:nvSpPr>
          <p:cNvPr id="3070" name="Picture Placeholder 7"/>
          <p:cNvSpPr>
            <a:spLocks noGrp="true"/>
          </p:cNvSpPr>
          <p:nvPr>
            <p:ph type="pic" sz="quarter" idx="17" hasCustomPrompt="true"/>
          </p:nvPr>
        </p:nvSpPr>
        <p:spPr>
          <a:xfrm>
            <a:off x="6203950" y="512764"/>
            <a:ext cx="5480049" cy="2604056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单击插入图片</a:t>
            </a:r>
            <a:endParaRPr lang="en-US" altLang="zh-CN" noProof="false"/>
          </a:p>
        </p:txBody>
      </p:sp>
      <p:sp>
        <p:nvSpPr>
          <p:cNvPr id="3071" name="Picture Placeholder 7"/>
          <p:cNvSpPr>
            <a:spLocks noGrp="true"/>
          </p:cNvSpPr>
          <p:nvPr>
            <p:ph type="pic" sz="quarter" idx="18" hasCustomPrompt="true"/>
          </p:nvPr>
        </p:nvSpPr>
        <p:spPr>
          <a:xfrm>
            <a:off x="6203950" y="3453845"/>
            <a:ext cx="5480049" cy="2604056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单击插入图片</a:t>
            </a:r>
            <a:endParaRPr lang="en-US" altLang="zh-CN" noProof="false"/>
          </a:p>
        </p:txBody>
      </p:sp>
      <p:sp>
        <p:nvSpPr>
          <p:cNvPr id="3072" name="Text Placeholder 8"/>
          <p:cNvSpPr>
            <a:spLocks noGrp="true"/>
          </p:cNvSpPr>
          <p:nvPr>
            <p:ph type="body" sz="quarter" idx="23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altLang="zh-CN" noProof="false" err="true"/>
              <a:t>来源</a:t>
            </a:r>
            <a:r>
              <a:rPr lang="zh-CN" altLang="en-US" noProof="false"/>
              <a:t>：</a:t>
            </a:r>
            <a:endParaRPr lang="en-US" altLang="zh-CN" noProof="false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p="http://schemas.openxmlformats.org/presentationml/2006/main">
  <p:cSld name="1_Content blocks 2 images right">
    <p:bg>
      <p:bgPr>
        <a:solidFill>
          <a:schemeClr val="tx1"/>
        </a:solidFill>
        <a:effectLst/>
      </p:bgPr>
    </p:bg>
    <p:spTree>
      <p:nvGrpSpPr>
        <p:cNvPr id="307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3075" name="Picture Placeholder 7"/>
          <p:cNvSpPr>
            <a:spLocks noGrp="true"/>
          </p:cNvSpPr>
          <p:nvPr>
            <p:ph type="pic" sz="quarter" idx="15" hasCustomPrompt="true"/>
          </p:nvPr>
        </p:nvSpPr>
        <p:spPr>
          <a:xfrm>
            <a:off x="6203950" y="512764"/>
            <a:ext cx="5480049" cy="2604056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单击插入图片</a:t>
            </a:r>
            <a:endParaRPr lang="en-US" altLang="zh-CN" noProof="false"/>
          </a:p>
        </p:txBody>
      </p:sp>
      <p:sp>
        <p:nvSpPr>
          <p:cNvPr id="3076" name="Picture Placeholder 7"/>
          <p:cNvSpPr>
            <a:spLocks noGrp="true"/>
          </p:cNvSpPr>
          <p:nvPr>
            <p:ph type="pic" sz="quarter" idx="16" hasCustomPrompt="true"/>
          </p:nvPr>
        </p:nvSpPr>
        <p:spPr>
          <a:xfrm>
            <a:off x="6203950" y="3453845"/>
            <a:ext cx="5480049" cy="2604056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单击插入图片</a:t>
            </a:r>
            <a:endParaRPr lang="en-US" altLang="zh-CN" noProof="false"/>
          </a:p>
        </p:txBody>
      </p:sp>
      <p:sp>
        <p:nvSpPr>
          <p:cNvPr id="3077" name="Text Placeholder 8"/>
          <p:cNvSpPr>
            <a:spLocks noGrp="true"/>
          </p:cNvSpPr>
          <p:nvPr>
            <p:ph type="body" sz="quarter" idx="23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altLang="zh-CN" noProof="false" err="true"/>
              <a:t>来源</a:t>
            </a:r>
            <a:r>
              <a:rPr lang="zh-CN" altLang="en-US" noProof="false"/>
              <a:t>：</a:t>
            </a:r>
            <a:endParaRPr lang="en-US" altLang="zh-CN" noProof="false"/>
          </a:p>
        </p:txBody>
      </p:sp>
      <p:sp>
        <p:nvSpPr>
          <p:cNvPr id="3078" name="Text Placeholder 12"/>
          <p:cNvSpPr>
            <a:spLocks noGrp="true"/>
          </p:cNvSpPr>
          <p:nvPr>
            <p:ph type="body" sz="quarter" idx="31" hasCustomPrompt="true"/>
          </p:nvPr>
        </p:nvSpPr>
        <p:spPr>
          <a:xfrm>
            <a:off x="498473" y="2787685"/>
            <a:ext cx="4680000" cy="1369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lang="en-US" sz="1100" b="false" i="false" kern="1200" cap="all" spc="150" baseline="0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sz="1200"/>
            </a:lvl3pPr>
          </a:lstStyle>
          <a:p>
            <a:pPr lvl="0"/>
            <a:r>
              <a:rPr lang="en-US" noProof="false" err="true"/>
              <a:t>请输入副标题</a:t>
            </a:r>
            <a:endParaRPr lang="en-US" noProof="false"/>
          </a:p>
        </p:txBody>
      </p:sp>
      <p:sp>
        <p:nvSpPr>
          <p:cNvPr id="3079" name="Text Placeholder 5"/>
          <p:cNvSpPr>
            <a:spLocks noGrp="true"/>
          </p:cNvSpPr>
          <p:nvPr>
            <p:ph type="body" sz="quarter" idx="24" hasCustomPrompt="true"/>
          </p:nvPr>
        </p:nvSpPr>
        <p:spPr>
          <a:xfrm>
            <a:off x="507364" y="3008388"/>
            <a:ext cx="4680000" cy="1340603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lang="en-US" altLang="zh-TW" sz="3200" b="true" i="false" kern="1200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TW" noProof="false" err="true"/>
              <a:t>请输入标题</a:t>
            </a:r>
            <a:endParaRPr lang="en-US" altLang="zh-TW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TW" noProof="false" err="true"/>
              <a:t>请输入标题</a:t>
            </a:r>
            <a:endParaRPr lang="en-US" altLang="zh-TW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TW" noProof="false" err="true"/>
              <a:t>请输入标题</a:t>
            </a:r>
            <a:endParaRPr lang="en-US" altLang="zh-TW" noProof="false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p="http://schemas.openxmlformats.org/presentationml/2006/main">
  <p:cSld name="1_Content blocks 2 images right 2">
    <p:bg>
      <p:bgPr>
        <a:solidFill>
          <a:schemeClr val="tx1"/>
        </a:solidFill>
        <a:effectLst/>
      </p:bgPr>
    </p:bg>
    <p:spTree>
      <p:nvGrpSpPr>
        <p:cNvPr id="308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1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3082" name="Picture Placeholder 7"/>
          <p:cNvSpPr>
            <a:spLocks noGrp="true"/>
          </p:cNvSpPr>
          <p:nvPr>
            <p:ph type="pic" sz="quarter" idx="15" hasCustomPrompt="true"/>
          </p:nvPr>
        </p:nvSpPr>
        <p:spPr>
          <a:xfrm>
            <a:off x="6203950" y="512764"/>
            <a:ext cx="5480049" cy="2604056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单击插入图片</a:t>
            </a:r>
            <a:endParaRPr lang="en-US" altLang="zh-CN" noProof="false"/>
          </a:p>
        </p:txBody>
      </p:sp>
      <p:sp>
        <p:nvSpPr>
          <p:cNvPr id="3083" name="Picture Placeholder 7"/>
          <p:cNvSpPr>
            <a:spLocks noGrp="true"/>
          </p:cNvSpPr>
          <p:nvPr>
            <p:ph type="pic" sz="quarter" idx="18" hasCustomPrompt="true"/>
          </p:nvPr>
        </p:nvSpPr>
        <p:spPr>
          <a:xfrm>
            <a:off x="6203950" y="3453845"/>
            <a:ext cx="5480049" cy="2604056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单击插入图片</a:t>
            </a:r>
            <a:endParaRPr lang="en-US" altLang="zh-CN" noProof="false"/>
          </a:p>
        </p:txBody>
      </p:sp>
      <p:sp>
        <p:nvSpPr>
          <p:cNvPr id="3084" name="Text Placeholder 8"/>
          <p:cNvSpPr>
            <a:spLocks noGrp="true"/>
          </p:cNvSpPr>
          <p:nvPr>
            <p:ph type="body" sz="quarter" idx="23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altLang="zh-CN" noProof="false" err="true"/>
              <a:t>来源</a:t>
            </a:r>
            <a:r>
              <a:rPr lang="zh-CN" altLang="en-US" noProof="false"/>
              <a:t>：</a:t>
            </a:r>
            <a:endParaRPr lang="en-US" altLang="zh-CN" noProof="false"/>
          </a:p>
        </p:txBody>
      </p:sp>
      <p:sp>
        <p:nvSpPr>
          <p:cNvPr id="3085" name="Text Placeholder 12"/>
          <p:cNvSpPr>
            <a:spLocks noGrp="true"/>
          </p:cNvSpPr>
          <p:nvPr>
            <p:ph type="body" sz="quarter" idx="24" hasCustomPrompt="true"/>
          </p:nvPr>
        </p:nvSpPr>
        <p:spPr>
          <a:xfrm>
            <a:off x="498474" y="1923221"/>
            <a:ext cx="4680000" cy="15126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lang="en-US" sz="1100" b="false" i="false" kern="1200" cap="all" spc="150" baseline="0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sz="1200"/>
            </a:lvl3pPr>
          </a:lstStyle>
          <a:p>
            <a:pPr lvl="0"/>
            <a:r>
              <a:rPr lang="en-US" noProof="false" err="true"/>
              <a:t>请输入副标题</a:t>
            </a:r>
            <a:endParaRPr lang="en-US" noProof="false"/>
          </a:p>
        </p:txBody>
      </p:sp>
      <p:sp>
        <p:nvSpPr>
          <p:cNvPr id="3086" name="Text Placeholder 12"/>
          <p:cNvSpPr>
            <a:spLocks noGrp="true"/>
          </p:cNvSpPr>
          <p:nvPr>
            <p:ph type="body" sz="quarter" idx="31" hasCustomPrompt="true"/>
          </p:nvPr>
        </p:nvSpPr>
        <p:spPr>
          <a:xfrm>
            <a:off x="498474" y="3007360"/>
            <a:ext cx="4680000" cy="2677796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00" b="false" i="false" kern="1200" cap="none" spc="0" baseline="0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lang="en-GB" sz="1200" kern="1200" dirty="fals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zh-TW" altLang="en-US" noProof="false"/>
              <a:t>请输入正文内容</a:t>
            </a:r>
            <a:endParaRPr lang="zh-TW" altLang="en-US" noProof="false"/>
          </a:p>
        </p:txBody>
      </p:sp>
      <p:sp>
        <p:nvSpPr>
          <p:cNvPr id="3087" name="Text Placeholder 5"/>
          <p:cNvSpPr>
            <a:spLocks noGrp="true"/>
          </p:cNvSpPr>
          <p:nvPr>
            <p:ph type="body" sz="quarter" idx="32" hasCustomPrompt="true"/>
          </p:nvPr>
        </p:nvSpPr>
        <p:spPr>
          <a:xfrm>
            <a:off x="498474" y="2133601"/>
            <a:ext cx="4680000" cy="741679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lang="en-US" altLang="zh-TW" sz="2800" b="true" i="false" kern="1200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noProof="false" err="true"/>
              <a:t>请输入标题</a:t>
            </a:r>
            <a:endParaRPr lang="en-US" noProof="false"/>
          </a:p>
          <a:p>
            <a:pPr marL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noProof="false" err="true"/>
              <a:t>请输入标题</a:t>
            </a:r>
            <a:endParaRPr lang="en-US" noProof="false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p="http://schemas.openxmlformats.org/presentationml/2006/main">
  <p:cSld name="Content blocks 3 images right large figure">
    <p:spTree>
      <p:nvGrpSpPr>
        <p:cNvPr id="308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9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3090" name="Text Placeholder 12"/>
          <p:cNvSpPr>
            <a:spLocks noGrp="true"/>
          </p:cNvSpPr>
          <p:nvPr>
            <p:ph type="body" sz="quarter" idx="14" hasCustomPrompt="true"/>
          </p:nvPr>
        </p:nvSpPr>
        <p:spPr>
          <a:xfrm>
            <a:off x="498475" y="3141663"/>
            <a:ext cx="5112000" cy="3025457"/>
          </a:xfrm>
        </p:spPr>
        <p:txBody>
          <a:bodyPr anchor="b" anchorCtr="false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lang="en-US" altLang="zh-TW" sz="32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914400" indent="0">
              <a:buNone/>
              <a:defRPr/>
            </a:lvl3pPr>
          </a:lstStyle>
          <a:p>
            <a:pPr marL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noProof="false" err="true"/>
              <a:t>请输入短标题</a:t>
            </a:r>
            <a:endParaRPr lang="en-US" noProof="false"/>
          </a:p>
          <a:p>
            <a:pPr marL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noProof="false" err="true"/>
              <a:t>请输入短标题</a:t>
            </a:r>
            <a:endParaRPr lang="en-US" noProof="false"/>
          </a:p>
          <a:p>
            <a:pPr marL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noProof="false" err="true"/>
              <a:t>请输入短标题</a:t>
            </a:r>
            <a:endParaRPr lang="en-US" noProof="false"/>
          </a:p>
        </p:txBody>
      </p:sp>
      <p:sp>
        <p:nvSpPr>
          <p:cNvPr id="3091" name="Text Placeholder 8"/>
          <p:cNvSpPr>
            <a:spLocks noGrp="true"/>
          </p:cNvSpPr>
          <p:nvPr>
            <p:ph type="body" sz="quarter" idx="16" hasCustomPrompt="true"/>
          </p:nvPr>
        </p:nvSpPr>
        <p:spPr>
          <a:xfrm>
            <a:off x="506639" y="308430"/>
            <a:ext cx="5112000" cy="2101850"/>
          </a:xfrm>
        </p:spPr>
        <p:txBody>
          <a:bodyPr>
            <a:noAutofit/>
          </a:bodyPr>
          <a:lstStyle>
            <a:lvl1pPr marL="0" indent="0">
              <a:buNone/>
              <a:defRPr lang="en-US" sz="15000" b="true" i="false" kern="1200" noProof="false" dirty="false">
                <a:solidFill>
                  <a:srgbClr val="F55600"/>
                </a:solidFill>
                <a:latin typeface="+mj-lt"/>
                <a:ea typeface="Noto Sans S Chinese Regular" panose="020B0500000000000000" pitchFamily="34" charset="-128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noProof="false"/>
              <a:t>#$%</a:t>
            </a:r>
            <a:endParaRPr lang="en-US" noProof="false"/>
          </a:p>
        </p:txBody>
      </p:sp>
      <p:sp>
        <p:nvSpPr>
          <p:cNvPr id="3092" name="Picture Placeholder 7"/>
          <p:cNvSpPr>
            <a:spLocks noGrp="true"/>
          </p:cNvSpPr>
          <p:nvPr>
            <p:ph type="pic" sz="quarter" idx="17" hasCustomPrompt="true"/>
          </p:nvPr>
        </p:nvSpPr>
        <p:spPr>
          <a:xfrm>
            <a:off x="6203950" y="512764"/>
            <a:ext cx="5480049" cy="2604056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noProof="false" err="true"/>
              <a:t>单击插入图片</a:t>
            </a:r>
            <a:endParaRPr lang="en-US" noProof="false"/>
          </a:p>
        </p:txBody>
      </p:sp>
      <p:sp>
        <p:nvSpPr>
          <p:cNvPr id="3093" name="Picture Placeholder 7"/>
          <p:cNvSpPr>
            <a:spLocks noGrp="true"/>
          </p:cNvSpPr>
          <p:nvPr>
            <p:ph type="pic" sz="quarter" idx="18" hasCustomPrompt="true"/>
          </p:nvPr>
        </p:nvSpPr>
        <p:spPr>
          <a:xfrm>
            <a:off x="6203951" y="3453845"/>
            <a:ext cx="2584450" cy="2604056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单击插入图片</a:t>
            </a:r>
            <a:endParaRPr lang="en-US" altLang="zh-CN" noProof="false"/>
          </a:p>
        </p:txBody>
      </p:sp>
      <p:sp>
        <p:nvSpPr>
          <p:cNvPr id="3094" name="Picture Placeholder 7"/>
          <p:cNvSpPr>
            <a:spLocks noGrp="true"/>
          </p:cNvSpPr>
          <p:nvPr>
            <p:ph type="pic" sz="quarter" idx="20" hasCustomPrompt="true"/>
          </p:nvPr>
        </p:nvSpPr>
        <p:spPr>
          <a:xfrm>
            <a:off x="9099549" y="3453845"/>
            <a:ext cx="2584450" cy="2604056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单击插入图片</a:t>
            </a:r>
            <a:endParaRPr lang="en-US" altLang="zh-CN" noProof="false"/>
          </a:p>
        </p:txBody>
      </p:sp>
      <p:sp>
        <p:nvSpPr>
          <p:cNvPr id="3095" name="Text Placeholder 8"/>
          <p:cNvSpPr>
            <a:spLocks noGrp="true"/>
          </p:cNvSpPr>
          <p:nvPr>
            <p:ph type="body" sz="quarter" idx="23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altLang="zh-CN" noProof="false" err="true"/>
              <a:t>来源</a:t>
            </a:r>
            <a:r>
              <a:rPr lang="zh-CN" altLang="en-US" noProof="false"/>
              <a:t>：</a:t>
            </a:r>
            <a:endParaRPr lang="en-US" altLang="zh-CN" noProof="false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p="http://schemas.openxmlformats.org/presentationml/2006/main">
  <p:cSld name="Content blocks 3 images right">
    <p:spTree>
      <p:nvGrpSpPr>
        <p:cNvPr id="309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7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3098" name="Picture Placeholder 7"/>
          <p:cNvSpPr>
            <a:spLocks noGrp="true"/>
          </p:cNvSpPr>
          <p:nvPr>
            <p:ph type="pic" sz="quarter" idx="15" hasCustomPrompt="true"/>
          </p:nvPr>
        </p:nvSpPr>
        <p:spPr>
          <a:xfrm>
            <a:off x="6203950" y="512764"/>
            <a:ext cx="5480049" cy="2604056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noProof="false" err="true"/>
              <a:t>单击插入图片</a:t>
            </a:r>
            <a:endParaRPr lang="en-US" noProof="false"/>
          </a:p>
        </p:txBody>
      </p:sp>
      <p:sp>
        <p:nvSpPr>
          <p:cNvPr id="3099" name="Picture Placeholder 7"/>
          <p:cNvSpPr>
            <a:spLocks noGrp="true"/>
          </p:cNvSpPr>
          <p:nvPr>
            <p:ph type="pic" sz="quarter" idx="18" hasCustomPrompt="true"/>
          </p:nvPr>
        </p:nvSpPr>
        <p:spPr>
          <a:xfrm>
            <a:off x="6203951" y="3453845"/>
            <a:ext cx="2584450" cy="2604056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单击插入图片</a:t>
            </a:r>
            <a:endParaRPr lang="en-US" altLang="zh-CN" noProof="false"/>
          </a:p>
        </p:txBody>
      </p:sp>
      <p:sp>
        <p:nvSpPr>
          <p:cNvPr id="3100" name="Picture Placeholder 7"/>
          <p:cNvSpPr>
            <a:spLocks noGrp="true"/>
          </p:cNvSpPr>
          <p:nvPr>
            <p:ph type="pic" sz="quarter" idx="20" hasCustomPrompt="true"/>
          </p:nvPr>
        </p:nvSpPr>
        <p:spPr>
          <a:xfrm>
            <a:off x="9099549" y="3453845"/>
            <a:ext cx="2584450" cy="2604056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单击插入图片</a:t>
            </a:r>
            <a:endParaRPr lang="en-US" altLang="zh-CN" noProof="false"/>
          </a:p>
        </p:txBody>
      </p:sp>
      <p:sp>
        <p:nvSpPr>
          <p:cNvPr id="3101" name="Text Placeholder 8"/>
          <p:cNvSpPr>
            <a:spLocks noGrp="true"/>
          </p:cNvSpPr>
          <p:nvPr>
            <p:ph type="body" sz="quarter" idx="23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altLang="zh-CN" noProof="false" err="true"/>
              <a:t>来源</a:t>
            </a:r>
            <a:r>
              <a:rPr lang="zh-CN" altLang="en-US" noProof="false"/>
              <a:t>：</a:t>
            </a:r>
            <a:endParaRPr lang="en-US" altLang="zh-CN" noProof="false"/>
          </a:p>
        </p:txBody>
      </p:sp>
      <p:sp>
        <p:nvSpPr>
          <p:cNvPr id="3102" name="Text Placeholder 12"/>
          <p:cNvSpPr>
            <a:spLocks noGrp="true"/>
          </p:cNvSpPr>
          <p:nvPr>
            <p:ph type="body" sz="quarter" idx="31" hasCustomPrompt="true"/>
          </p:nvPr>
        </p:nvSpPr>
        <p:spPr>
          <a:xfrm>
            <a:off x="498473" y="2787685"/>
            <a:ext cx="4680000" cy="1369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lang="en-US" sz="1100" b="false" i="false" kern="1200" cap="all" spc="150" baseline="0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sz="1200"/>
            </a:lvl3pPr>
          </a:lstStyle>
          <a:p>
            <a:pPr lvl="0"/>
            <a:r>
              <a:rPr lang="en-US" noProof="false" err="true"/>
              <a:t>请输入副标题</a:t>
            </a:r>
            <a:endParaRPr lang="en-US" noProof="false"/>
          </a:p>
        </p:txBody>
      </p:sp>
      <p:sp>
        <p:nvSpPr>
          <p:cNvPr id="3103" name="Text Placeholder 5"/>
          <p:cNvSpPr>
            <a:spLocks noGrp="true"/>
          </p:cNvSpPr>
          <p:nvPr>
            <p:ph type="body" sz="quarter" idx="24" hasCustomPrompt="true"/>
          </p:nvPr>
        </p:nvSpPr>
        <p:spPr>
          <a:xfrm>
            <a:off x="507364" y="3008388"/>
            <a:ext cx="4680000" cy="1340603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lang="en-US" altLang="zh-CN" sz="32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noProof="false" err="true"/>
              <a:t>请输入标题</a:t>
            </a:r>
            <a:endParaRPr lang="en-US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请输入标题</a:t>
            </a:r>
            <a:endParaRPr lang="en-US" altLang="zh-CN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请输入标题</a:t>
            </a:r>
            <a:endParaRPr lang="en-US" altLang="zh-CN" noProof="false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p="http://schemas.openxmlformats.org/presentationml/2006/main">
  <p:cSld name="Content blocks 3 images right 2">
    <p:spTree>
      <p:nvGrpSpPr>
        <p:cNvPr id="310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9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3110" name="Picture Placeholder 7"/>
          <p:cNvSpPr>
            <a:spLocks noGrp="true"/>
          </p:cNvSpPr>
          <p:nvPr>
            <p:ph type="pic" sz="quarter" idx="15" hasCustomPrompt="true"/>
          </p:nvPr>
        </p:nvSpPr>
        <p:spPr>
          <a:xfrm>
            <a:off x="6203950" y="511200"/>
            <a:ext cx="5480049" cy="2604056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noProof="false" err="true"/>
              <a:t>单击插入图片</a:t>
            </a:r>
            <a:endParaRPr lang="en-US" noProof="false"/>
          </a:p>
        </p:txBody>
      </p:sp>
      <p:sp>
        <p:nvSpPr>
          <p:cNvPr id="3111" name="Picture Placeholder 7"/>
          <p:cNvSpPr>
            <a:spLocks noGrp="true"/>
          </p:cNvSpPr>
          <p:nvPr>
            <p:ph type="pic" sz="quarter" idx="18" hasCustomPrompt="true"/>
          </p:nvPr>
        </p:nvSpPr>
        <p:spPr>
          <a:xfrm>
            <a:off x="6203951" y="3453845"/>
            <a:ext cx="2584450" cy="2604056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noProof="false" err="true"/>
              <a:t>单击插入图片</a:t>
            </a:r>
            <a:endParaRPr lang="en-US" noProof="false"/>
          </a:p>
        </p:txBody>
      </p:sp>
      <p:sp>
        <p:nvSpPr>
          <p:cNvPr id="3112" name="Picture Placeholder 7"/>
          <p:cNvSpPr>
            <a:spLocks noGrp="true"/>
          </p:cNvSpPr>
          <p:nvPr>
            <p:ph type="pic" sz="quarter" idx="20" hasCustomPrompt="true"/>
          </p:nvPr>
        </p:nvSpPr>
        <p:spPr>
          <a:xfrm>
            <a:off x="9099549" y="3453845"/>
            <a:ext cx="2584450" cy="2604056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noProof="false" err="true"/>
              <a:t>单击插入图片</a:t>
            </a:r>
            <a:endParaRPr lang="en-US" noProof="false"/>
          </a:p>
        </p:txBody>
      </p:sp>
      <p:sp>
        <p:nvSpPr>
          <p:cNvPr id="3113" name="Text Placeholder 8"/>
          <p:cNvSpPr>
            <a:spLocks noGrp="true"/>
          </p:cNvSpPr>
          <p:nvPr>
            <p:ph type="body" sz="quarter" idx="23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altLang="zh-CN" noProof="false" err="true"/>
              <a:t>来源</a:t>
            </a:r>
            <a:r>
              <a:rPr lang="zh-CN" altLang="en-US" noProof="false"/>
              <a:t>：</a:t>
            </a:r>
            <a:endParaRPr lang="en-US" altLang="zh-CN" noProof="false"/>
          </a:p>
        </p:txBody>
      </p:sp>
      <p:sp>
        <p:nvSpPr>
          <p:cNvPr id="3114" name="Text Placeholder 12"/>
          <p:cNvSpPr>
            <a:spLocks noGrp="true"/>
          </p:cNvSpPr>
          <p:nvPr>
            <p:ph type="body" sz="quarter" idx="24" hasCustomPrompt="true"/>
          </p:nvPr>
        </p:nvSpPr>
        <p:spPr>
          <a:xfrm>
            <a:off x="498474" y="1923221"/>
            <a:ext cx="4680000" cy="15126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lang="en-US" sz="1100" b="false" i="false" kern="1200" cap="all" spc="150" baseline="0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sz="1200"/>
            </a:lvl3pPr>
          </a:lstStyle>
          <a:p>
            <a:pPr lvl="0"/>
            <a:r>
              <a:rPr lang="en-US" noProof="false" err="true"/>
              <a:t>请输入副标题</a:t>
            </a:r>
            <a:endParaRPr lang="en-US" noProof="false"/>
          </a:p>
        </p:txBody>
      </p:sp>
      <p:sp>
        <p:nvSpPr>
          <p:cNvPr id="3115" name="Text Placeholder 12"/>
          <p:cNvSpPr>
            <a:spLocks noGrp="true"/>
          </p:cNvSpPr>
          <p:nvPr>
            <p:ph type="body" sz="quarter" idx="31" hasCustomPrompt="true"/>
          </p:nvPr>
        </p:nvSpPr>
        <p:spPr>
          <a:xfrm>
            <a:off x="498474" y="3007360"/>
            <a:ext cx="4680000" cy="2677796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00" b="false" i="false" kern="1200" cap="none" spc="0" baseline="0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lang="en-GB" sz="1200" kern="1200" dirty="fals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noProof="false" err="true"/>
              <a:t>请输入正文内容</a:t>
            </a:r>
            <a:endParaRPr lang="en-US" noProof="false"/>
          </a:p>
        </p:txBody>
      </p:sp>
      <p:sp>
        <p:nvSpPr>
          <p:cNvPr id="3116" name="Text Placeholder 5"/>
          <p:cNvSpPr>
            <a:spLocks noGrp="true"/>
          </p:cNvSpPr>
          <p:nvPr>
            <p:ph type="body" sz="quarter" idx="32" hasCustomPrompt="true"/>
          </p:nvPr>
        </p:nvSpPr>
        <p:spPr>
          <a:xfrm>
            <a:off x="498474" y="2133601"/>
            <a:ext cx="4680000" cy="741679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lang="en-US" altLang="zh-CN" sz="28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noProof="false" err="true"/>
              <a:t>请输入标题</a:t>
            </a:r>
            <a:endParaRPr lang="en-US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请输入标题</a:t>
            </a:r>
            <a:endParaRPr lang="en-US" altLang="zh-CN" noProof="false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p="http://schemas.openxmlformats.org/presentationml/2006/main">
  <p:cSld name="1_Content blocks 3 images right large figure">
    <p:bg>
      <p:bgPr>
        <a:solidFill>
          <a:schemeClr val="tx1"/>
        </a:solidFill>
        <a:effectLst/>
      </p:bgPr>
    </p:bg>
    <p:spTree>
      <p:nvGrpSpPr>
        <p:cNvPr id="31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8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3119" name="Text Placeholder 12"/>
          <p:cNvSpPr>
            <a:spLocks noGrp="true"/>
          </p:cNvSpPr>
          <p:nvPr>
            <p:ph type="body" sz="quarter" idx="14" hasCustomPrompt="true"/>
          </p:nvPr>
        </p:nvSpPr>
        <p:spPr>
          <a:xfrm>
            <a:off x="498475" y="3141663"/>
            <a:ext cx="5112000" cy="3025457"/>
          </a:xfrm>
        </p:spPr>
        <p:txBody>
          <a:bodyPr anchor="b" anchorCtr="false"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lang="zh-TW" altLang="en-US" sz="3200" b="true" i="false" kern="1200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914400" indent="0">
              <a:buNone/>
              <a:defRPr/>
            </a:lvl3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请输入短标题</a:t>
            </a:r>
            <a:endParaRPr lang="zh-TW" altLang="en-US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请输入短标题</a:t>
            </a:r>
            <a:endParaRPr lang="zh-TW" altLang="en-US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请输入短标题</a:t>
            </a:r>
            <a:endParaRPr lang="zh-TW" altLang="en-US" noProof="false"/>
          </a:p>
        </p:txBody>
      </p:sp>
      <p:sp>
        <p:nvSpPr>
          <p:cNvPr id="3120" name="Text Placeholder 8"/>
          <p:cNvSpPr>
            <a:spLocks noGrp="true"/>
          </p:cNvSpPr>
          <p:nvPr>
            <p:ph type="body" sz="quarter" idx="16" hasCustomPrompt="true"/>
          </p:nvPr>
        </p:nvSpPr>
        <p:spPr>
          <a:xfrm>
            <a:off x="506639" y="308430"/>
            <a:ext cx="5112000" cy="2101850"/>
          </a:xfrm>
        </p:spPr>
        <p:txBody>
          <a:bodyPr>
            <a:noAutofit/>
          </a:bodyPr>
          <a:lstStyle>
            <a:lvl1pPr marL="0" indent="0">
              <a:buNone/>
              <a:defRPr lang="en-US" sz="15000" b="true" i="false" kern="1200" noProof="false" dirty="false">
                <a:solidFill>
                  <a:srgbClr val="F55600"/>
                </a:solidFill>
                <a:latin typeface="+mj-lt"/>
                <a:ea typeface="Noto Sans S Chinese Regular" panose="020B0500000000000000" pitchFamily="34" charset="-128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noProof="false"/>
              <a:t>#$%</a:t>
            </a:r>
            <a:endParaRPr lang="en-US" noProof="false"/>
          </a:p>
        </p:txBody>
      </p:sp>
      <p:sp>
        <p:nvSpPr>
          <p:cNvPr id="3121" name="Picture Placeholder 7"/>
          <p:cNvSpPr>
            <a:spLocks noGrp="true"/>
          </p:cNvSpPr>
          <p:nvPr>
            <p:ph type="pic" sz="quarter" idx="17" hasCustomPrompt="true"/>
          </p:nvPr>
        </p:nvSpPr>
        <p:spPr>
          <a:xfrm>
            <a:off x="6203950" y="512764"/>
            <a:ext cx="5480049" cy="2604056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单击插入图片</a:t>
            </a:r>
            <a:endParaRPr lang="en-US" altLang="zh-CN" noProof="false"/>
          </a:p>
        </p:txBody>
      </p:sp>
      <p:sp>
        <p:nvSpPr>
          <p:cNvPr id="3122" name="Picture Placeholder 7"/>
          <p:cNvSpPr>
            <a:spLocks noGrp="true"/>
          </p:cNvSpPr>
          <p:nvPr>
            <p:ph type="pic" sz="quarter" idx="18" hasCustomPrompt="true"/>
          </p:nvPr>
        </p:nvSpPr>
        <p:spPr>
          <a:xfrm>
            <a:off x="6203951" y="3453845"/>
            <a:ext cx="2584450" cy="2604056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单击插入图片</a:t>
            </a:r>
            <a:endParaRPr lang="en-US" altLang="zh-CN" noProof="false"/>
          </a:p>
        </p:txBody>
      </p:sp>
      <p:sp>
        <p:nvSpPr>
          <p:cNvPr id="3123" name="Picture Placeholder 7"/>
          <p:cNvSpPr>
            <a:spLocks noGrp="true"/>
          </p:cNvSpPr>
          <p:nvPr>
            <p:ph type="pic" sz="quarter" idx="20" hasCustomPrompt="true"/>
          </p:nvPr>
        </p:nvSpPr>
        <p:spPr>
          <a:xfrm>
            <a:off x="9099549" y="3453845"/>
            <a:ext cx="2584450" cy="2604056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单击插入图片</a:t>
            </a:r>
            <a:endParaRPr lang="en-US" altLang="zh-CN" noProof="false"/>
          </a:p>
        </p:txBody>
      </p:sp>
      <p:sp>
        <p:nvSpPr>
          <p:cNvPr id="3124" name="Text Placeholder 8"/>
          <p:cNvSpPr>
            <a:spLocks noGrp="true"/>
          </p:cNvSpPr>
          <p:nvPr>
            <p:ph type="body" sz="quarter" idx="23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altLang="zh-CN" noProof="false" err="true"/>
              <a:t>来源</a:t>
            </a:r>
            <a:r>
              <a:rPr lang="zh-CN" altLang="en-US" noProof="false"/>
              <a:t>：</a:t>
            </a:r>
            <a:endParaRPr lang="en-US" altLang="zh-CN" noProof="false"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p="http://schemas.openxmlformats.org/presentationml/2006/main">
  <p:cSld name="1_Content blocks 3 images right">
    <p:bg>
      <p:bgPr>
        <a:solidFill>
          <a:schemeClr val="tx1"/>
        </a:solidFill>
        <a:effectLst/>
      </p:bgPr>
    </p:bg>
    <p:spTree>
      <p:nvGrpSpPr>
        <p:cNvPr id="31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6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3127" name="Picture Placeholder 7"/>
          <p:cNvSpPr>
            <a:spLocks noGrp="true"/>
          </p:cNvSpPr>
          <p:nvPr>
            <p:ph type="pic" sz="quarter" idx="15" hasCustomPrompt="true"/>
          </p:nvPr>
        </p:nvSpPr>
        <p:spPr>
          <a:xfrm>
            <a:off x="6203950" y="512764"/>
            <a:ext cx="5480049" cy="2604056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单击插入图片</a:t>
            </a:r>
            <a:endParaRPr lang="en-US" altLang="zh-CN" noProof="false"/>
          </a:p>
        </p:txBody>
      </p:sp>
      <p:sp>
        <p:nvSpPr>
          <p:cNvPr id="3128" name="Picture Placeholder 7"/>
          <p:cNvSpPr>
            <a:spLocks noGrp="true"/>
          </p:cNvSpPr>
          <p:nvPr>
            <p:ph type="pic" sz="quarter" idx="18" hasCustomPrompt="true"/>
          </p:nvPr>
        </p:nvSpPr>
        <p:spPr>
          <a:xfrm>
            <a:off x="6203951" y="3453845"/>
            <a:ext cx="2584450" cy="2604056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单击插入图片</a:t>
            </a:r>
            <a:endParaRPr lang="en-US" altLang="zh-CN" noProof="false"/>
          </a:p>
        </p:txBody>
      </p:sp>
      <p:sp>
        <p:nvSpPr>
          <p:cNvPr id="3129" name="Picture Placeholder 7"/>
          <p:cNvSpPr>
            <a:spLocks noGrp="true"/>
          </p:cNvSpPr>
          <p:nvPr>
            <p:ph type="pic" sz="quarter" idx="20" hasCustomPrompt="true"/>
          </p:nvPr>
        </p:nvSpPr>
        <p:spPr>
          <a:xfrm>
            <a:off x="9099549" y="3453845"/>
            <a:ext cx="2584450" cy="2604056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单击插入图片</a:t>
            </a:r>
            <a:endParaRPr lang="en-US" altLang="zh-CN" noProof="false"/>
          </a:p>
        </p:txBody>
      </p:sp>
      <p:sp>
        <p:nvSpPr>
          <p:cNvPr id="3130" name="Text Placeholder 8"/>
          <p:cNvSpPr>
            <a:spLocks noGrp="true"/>
          </p:cNvSpPr>
          <p:nvPr>
            <p:ph type="body" sz="quarter" idx="23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altLang="zh-CN" noProof="false" err="true"/>
              <a:t>来源</a:t>
            </a:r>
            <a:r>
              <a:rPr lang="zh-CN" altLang="en-US" noProof="false"/>
              <a:t>：</a:t>
            </a:r>
            <a:endParaRPr lang="en-US" altLang="zh-CN" noProof="false"/>
          </a:p>
        </p:txBody>
      </p:sp>
      <p:sp>
        <p:nvSpPr>
          <p:cNvPr id="3131" name="Text Placeholder 12"/>
          <p:cNvSpPr>
            <a:spLocks noGrp="true"/>
          </p:cNvSpPr>
          <p:nvPr>
            <p:ph type="body" sz="quarter" idx="31" hasCustomPrompt="true"/>
          </p:nvPr>
        </p:nvSpPr>
        <p:spPr>
          <a:xfrm>
            <a:off x="498473" y="2787685"/>
            <a:ext cx="4680000" cy="1369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lang="en-US" sz="1100" b="false" i="false" kern="1200" cap="all" spc="150" baseline="0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sz="1200"/>
            </a:lvl3pPr>
          </a:lstStyle>
          <a:p>
            <a:pPr lvl="0"/>
            <a:r>
              <a:rPr lang="en-US" noProof="false" err="true"/>
              <a:t>请输入副标题</a:t>
            </a:r>
            <a:endParaRPr lang="en-US" noProof="false"/>
          </a:p>
        </p:txBody>
      </p:sp>
      <p:sp>
        <p:nvSpPr>
          <p:cNvPr id="3132" name="Text Placeholder 5"/>
          <p:cNvSpPr>
            <a:spLocks noGrp="true"/>
          </p:cNvSpPr>
          <p:nvPr>
            <p:ph type="body" sz="quarter" idx="24" hasCustomPrompt="true"/>
          </p:nvPr>
        </p:nvSpPr>
        <p:spPr>
          <a:xfrm>
            <a:off x="507364" y="3008388"/>
            <a:ext cx="4680000" cy="1340603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lang="zh-TW" altLang="en-US" sz="3200" b="true" i="false" kern="1200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zh-TW" altLang="en-US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zh-TW" altLang="en-US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zh-TW" altLang="en-US" noProof="false"/>
          </a:p>
          <a:p>
            <a:pPr lvl="0"/>
            <a:endParaRPr lang="en-US" noProof="false"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p="http://schemas.openxmlformats.org/presentationml/2006/main">
  <p:cSld name="1_Content blocks 3 images right 2">
    <p:bg>
      <p:bgPr>
        <a:solidFill>
          <a:schemeClr val="tx1"/>
        </a:solidFill>
        <a:effectLst/>
      </p:bgPr>
    </p:bg>
    <p:spTree>
      <p:nvGrpSpPr>
        <p:cNvPr id="31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4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3135" name="Picture Placeholder 7"/>
          <p:cNvSpPr>
            <a:spLocks noGrp="true"/>
          </p:cNvSpPr>
          <p:nvPr>
            <p:ph type="pic" sz="quarter" idx="15" hasCustomPrompt="true"/>
          </p:nvPr>
        </p:nvSpPr>
        <p:spPr>
          <a:xfrm>
            <a:off x="6203950" y="511200"/>
            <a:ext cx="5480049" cy="2604056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单击插入图片</a:t>
            </a:r>
            <a:endParaRPr lang="en-US" altLang="zh-CN" noProof="false"/>
          </a:p>
        </p:txBody>
      </p:sp>
      <p:sp>
        <p:nvSpPr>
          <p:cNvPr id="3136" name="Picture Placeholder 7"/>
          <p:cNvSpPr>
            <a:spLocks noGrp="true"/>
          </p:cNvSpPr>
          <p:nvPr>
            <p:ph type="pic" sz="quarter" idx="18" hasCustomPrompt="true"/>
          </p:nvPr>
        </p:nvSpPr>
        <p:spPr>
          <a:xfrm>
            <a:off x="6203951" y="3453845"/>
            <a:ext cx="2584450" cy="2604056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单击插入图片</a:t>
            </a:r>
            <a:endParaRPr lang="en-US" altLang="zh-CN" noProof="false"/>
          </a:p>
        </p:txBody>
      </p:sp>
      <p:sp>
        <p:nvSpPr>
          <p:cNvPr id="3137" name="Picture Placeholder 7"/>
          <p:cNvSpPr>
            <a:spLocks noGrp="true"/>
          </p:cNvSpPr>
          <p:nvPr>
            <p:ph type="pic" sz="quarter" idx="20" hasCustomPrompt="true"/>
          </p:nvPr>
        </p:nvSpPr>
        <p:spPr>
          <a:xfrm>
            <a:off x="9099549" y="3453845"/>
            <a:ext cx="2584450" cy="2604056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单击插入图片</a:t>
            </a:r>
            <a:endParaRPr lang="en-US" altLang="zh-CN" noProof="false"/>
          </a:p>
        </p:txBody>
      </p:sp>
      <p:sp>
        <p:nvSpPr>
          <p:cNvPr id="3138" name="Text Placeholder 8"/>
          <p:cNvSpPr>
            <a:spLocks noGrp="true"/>
          </p:cNvSpPr>
          <p:nvPr>
            <p:ph type="body" sz="quarter" idx="23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altLang="zh-CN" noProof="false" err="true"/>
              <a:t>来源</a:t>
            </a:r>
            <a:r>
              <a:rPr lang="zh-CN" altLang="en-US" noProof="false"/>
              <a:t>：</a:t>
            </a:r>
            <a:endParaRPr lang="en-US" altLang="zh-CN" noProof="false"/>
          </a:p>
        </p:txBody>
      </p:sp>
      <p:sp>
        <p:nvSpPr>
          <p:cNvPr id="3139" name="Text Placeholder 12"/>
          <p:cNvSpPr>
            <a:spLocks noGrp="true"/>
          </p:cNvSpPr>
          <p:nvPr>
            <p:ph type="body" sz="quarter" idx="24" hasCustomPrompt="true"/>
          </p:nvPr>
        </p:nvSpPr>
        <p:spPr>
          <a:xfrm>
            <a:off x="498474" y="1923221"/>
            <a:ext cx="4680000" cy="15126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lang="en-US" sz="1100" b="false" i="false" kern="1200" cap="all" spc="150" baseline="0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sz="1200"/>
            </a:lvl3pPr>
          </a:lstStyle>
          <a:p>
            <a:pPr lvl="0"/>
            <a:r>
              <a:rPr lang="en-US" noProof="false" err="true"/>
              <a:t>请输入副标题</a:t>
            </a:r>
            <a:endParaRPr lang="en-US" noProof="false"/>
          </a:p>
        </p:txBody>
      </p:sp>
      <p:sp>
        <p:nvSpPr>
          <p:cNvPr id="3140" name="Text Placeholder 12"/>
          <p:cNvSpPr>
            <a:spLocks noGrp="true"/>
          </p:cNvSpPr>
          <p:nvPr>
            <p:ph type="body" sz="quarter" idx="31" hasCustomPrompt="true"/>
          </p:nvPr>
        </p:nvSpPr>
        <p:spPr>
          <a:xfrm>
            <a:off x="498474" y="3007360"/>
            <a:ext cx="4680000" cy="2677796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00" b="false" i="false" kern="1200" cap="none" spc="0" baseline="0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lang="en-GB" sz="1200" kern="1200" dirty="fals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zh-TW" altLang="en-US" noProof="false"/>
              <a:t>请输入正文内容</a:t>
            </a:r>
            <a:endParaRPr lang="zh-TW" altLang="en-US" noProof="false"/>
          </a:p>
        </p:txBody>
      </p:sp>
      <p:sp>
        <p:nvSpPr>
          <p:cNvPr id="3141" name="Text Placeholder 5"/>
          <p:cNvSpPr>
            <a:spLocks noGrp="true"/>
          </p:cNvSpPr>
          <p:nvPr>
            <p:ph type="body" sz="quarter" idx="32" hasCustomPrompt="true"/>
          </p:nvPr>
        </p:nvSpPr>
        <p:spPr>
          <a:xfrm>
            <a:off x="498474" y="2133601"/>
            <a:ext cx="4680000" cy="741679"/>
          </a:xfrm>
        </p:spPr>
        <p:txBody>
          <a:bodyPr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lang="zh-TW" altLang="en-US" sz="2800" b="true" i="false" kern="1200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 dirty="false"/>
              <a:t>请输入标题</a:t>
            </a:r>
            <a:endParaRPr lang="zh-TW" altLang="en-US" noProof="false" dirty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 dirty="false"/>
              <a:t>请输入标题</a:t>
            </a:r>
            <a:endParaRPr lang="zh-TW" altLang="en-US" noProof="false" dirty="false"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p="http://schemas.openxmlformats.org/presentationml/2006/main">
  <p:cSld name="Content blocks 4 images right large figure">
    <p:spTree>
      <p:nvGrpSpPr>
        <p:cNvPr id="31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3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3144" name="Text Placeholder 12"/>
          <p:cNvSpPr>
            <a:spLocks noGrp="true"/>
          </p:cNvSpPr>
          <p:nvPr>
            <p:ph type="body" sz="quarter" idx="14" hasCustomPrompt="true"/>
          </p:nvPr>
        </p:nvSpPr>
        <p:spPr>
          <a:xfrm>
            <a:off x="498475" y="3141663"/>
            <a:ext cx="5112000" cy="3025457"/>
          </a:xfrm>
        </p:spPr>
        <p:txBody>
          <a:bodyPr anchor="b" anchorCtr="false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lang="en-US" altLang="zh-CN" sz="32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914400" indent="0">
              <a:buNone/>
              <a:defRPr/>
            </a:lvl3pPr>
          </a:lstStyle>
          <a:p>
            <a:pPr marL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noProof="false" err="true"/>
              <a:t>请输入短标题</a:t>
            </a:r>
            <a:endParaRPr lang="en-US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请输入短标题</a:t>
            </a:r>
            <a:endParaRPr lang="en-US" altLang="zh-CN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请输入短标题</a:t>
            </a:r>
            <a:endParaRPr lang="en-US" altLang="zh-CN" noProof="false"/>
          </a:p>
        </p:txBody>
      </p:sp>
      <p:sp>
        <p:nvSpPr>
          <p:cNvPr id="3145" name="Text Placeholder 8"/>
          <p:cNvSpPr>
            <a:spLocks noGrp="true"/>
          </p:cNvSpPr>
          <p:nvPr>
            <p:ph type="body" sz="quarter" idx="16" hasCustomPrompt="true"/>
          </p:nvPr>
        </p:nvSpPr>
        <p:spPr>
          <a:xfrm>
            <a:off x="506639" y="308430"/>
            <a:ext cx="5112000" cy="2101850"/>
          </a:xfrm>
        </p:spPr>
        <p:txBody>
          <a:bodyPr>
            <a:noAutofit/>
          </a:bodyPr>
          <a:lstStyle>
            <a:lvl1pPr marL="0" indent="0">
              <a:buNone/>
              <a:defRPr lang="en-US" sz="15000" b="true" i="false" kern="1200" noProof="false" dirty="false">
                <a:solidFill>
                  <a:srgbClr val="F55600"/>
                </a:solidFill>
                <a:latin typeface="+mj-lt"/>
                <a:ea typeface="Noto Sans S Chinese Regular" panose="020B0500000000000000" pitchFamily="34" charset="-128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noProof="false"/>
              <a:t>#$%</a:t>
            </a:r>
            <a:endParaRPr lang="en-US" noProof="false"/>
          </a:p>
        </p:txBody>
      </p:sp>
      <p:sp>
        <p:nvSpPr>
          <p:cNvPr id="3146" name="Picture Placeholder 7"/>
          <p:cNvSpPr>
            <a:spLocks noGrp="true"/>
          </p:cNvSpPr>
          <p:nvPr>
            <p:ph type="pic" sz="quarter" idx="18" hasCustomPrompt="true"/>
          </p:nvPr>
        </p:nvSpPr>
        <p:spPr>
          <a:xfrm>
            <a:off x="6203951" y="3453845"/>
            <a:ext cx="2584450" cy="2604056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单击插入图片</a:t>
            </a:r>
            <a:endParaRPr lang="en-US" altLang="zh-CN" noProof="false"/>
          </a:p>
        </p:txBody>
      </p:sp>
      <p:sp>
        <p:nvSpPr>
          <p:cNvPr id="3147" name="Picture Placeholder 7"/>
          <p:cNvSpPr>
            <a:spLocks noGrp="true"/>
          </p:cNvSpPr>
          <p:nvPr>
            <p:ph type="pic" sz="quarter" idx="20" hasCustomPrompt="true"/>
          </p:nvPr>
        </p:nvSpPr>
        <p:spPr>
          <a:xfrm>
            <a:off x="9099549" y="3453845"/>
            <a:ext cx="2584450" cy="2604056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单击插入图片</a:t>
            </a:r>
            <a:endParaRPr lang="en-US" altLang="zh-CN" noProof="false"/>
          </a:p>
        </p:txBody>
      </p:sp>
      <p:sp>
        <p:nvSpPr>
          <p:cNvPr id="3148" name="Picture Placeholder 7"/>
          <p:cNvSpPr>
            <a:spLocks noGrp="true"/>
          </p:cNvSpPr>
          <p:nvPr>
            <p:ph type="pic" sz="quarter" idx="21" hasCustomPrompt="true"/>
          </p:nvPr>
        </p:nvSpPr>
        <p:spPr>
          <a:xfrm>
            <a:off x="6203951" y="519590"/>
            <a:ext cx="2584450" cy="2604056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noProof="false" err="true"/>
              <a:t>单击插入图片</a:t>
            </a:r>
            <a:endParaRPr lang="en-US" noProof="false"/>
          </a:p>
        </p:txBody>
      </p:sp>
      <p:sp>
        <p:nvSpPr>
          <p:cNvPr id="3149" name="Picture Placeholder 7"/>
          <p:cNvSpPr>
            <a:spLocks noGrp="true"/>
          </p:cNvSpPr>
          <p:nvPr>
            <p:ph type="pic" sz="quarter" idx="22" hasCustomPrompt="true"/>
          </p:nvPr>
        </p:nvSpPr>
        <p:spPr>
          <a:xfrm>
            <a:off x="9099549" y="519590"/>
            <a:ext cx="2584450" cy="2604056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单击插入图片</a:t>
            </a:r>
            <a:endParaRPr lang="en-US" altLang="zh-CN" noProof="false"/>
          </a:p>
        </p:txBody>
      </p:sp>
      <p:sp>
        <p:nvSpPr>
          <p:cNvPr id="3150" name="Text Placeholder 8"/>
          <p:cNvSpPr>
            <a:spLocks noGrp="true"/>
          </p:cNvSpPr>
          <p:nvPr>
            <p:ph type="body" sz="quarter" idx="23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altLang="zh-CN" noProof="false" err="true"/>
              <a:t>来源</a:t>
            </a:r>
            <a:r>
              <a:rPr lang="zh-CN" altLang="en-US" noProof="false"/>
              <a:t>：</a:t>
            </a:r>
            <a:endParaRPr lang="en-US" altLang="zh-CN" noProof="false"/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p="http://schemas.openxmlformats.org/presentationml/2006/main">
  <p:cSld name="Content blocks 4 images right">
    <p:spTree>
      <p:nvGrpSpPr>
        <p:cNvPr id="31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2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3153" name="Picture Placeholder 7"/>
          <p:cNvSpPr>
            <a:spLocks noGrp="true"/>
          </p:cNvSpPr>
          <p:nvPr>
            <p:ph type="pic" sz="quarter" idx="18" hasCustomPrompt="true"/>
          </p:nvPr>
        </p:nvSpPr>
        <p:spPr>
          <a:xfrm>
            <a:off x="6203951" y="3453845"/>
            <a:ext cx="2584450" cy="2604056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单击插入图片</a:t>
            </a:r>
            <a:endParaRPr lang="en-US" altLang="zh-CN" noProof="false"/>
          </a:p>
        </p:txBody>
      </p:sp>
      <p:sp>
        <p:nvSpPr>
          <p:cNvPr id="3154" name="Picture Placeholder 7"/>
          <p:cNvSpPr>
            <a:spLocks noGrp="true"/>
          </p:cNvSpPr>
          <p:nvPr>
            <p:ph type="pic" sz="quarter" idx="20" hasCustomPrompt="true"/>
          </p:nvPr>
        </p:nvSpPr>
        <p:spPr>
          <a:xfrm>
            <a:off x="9099549" y="3453845"/>
            <a:ext cx="2584450" cy="2604056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单击插入图片</a:t>
            </a:r>
            <a:endParaRPr lang="en-US" altLang="zh-CN" noProof="false"/>
          </a:p>
        </p:txBody>
      </p:sp>
      <p:sp>
        <p:nvSpPr>
          <p:cNvPr id="3155" name="Picture Placeholder 7"/>
          <p:cNvSpPr>
            <a:spLocks noGrp="true"/>
          </p:cNvSpPr>
          <p:nvPr>
            <p:ph type="pic" sz="quarter" idx="21" hasCustomPrompt="true"/>
          </p:nvPr>
        </p:nvSpPr>
        <p:spPr>
          <a:xfrm>
            <a:off x="6203951" y="519590"/>
            <a:ext cx="2584450" cy="2604056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noProof="false" err="true"/>
              <a:t>单击插入图片</a:t>
            </a:r>
            <a:endParaRPr lang="en-US" noProof="false"/>
          </a:p>
        </p:txBody>
      </p:sp>
      <p:sp>
        <p:nvSpPr>
          <p:cNvPr id="3156" name="Picture Placeholder 7"/>
          <p:cNvSpPr>
            <a:spLocks noGrp="true"/>
          </p:cNvSpPr>
          <p:nvPr>
            <p:ph type="pic" sz="quarter" idx="22" hasCustomPrompt="true"/>
          </p:nvPr>
        </p:nvSpPr>
        <p:spPr>
          <a:xfrm>
            <a:off x="9099549" y="519590"/>
            <a:ext cx="2584450" cy="2604056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单击插入图片</a:t>
            </a:r>
            <a:endParaRPr lang="en-US" altLang="zh-CN" noProof="false"/>
          </a:p>
        </p:txBody>
      </p:sp>
      <p:sp>
        <p:nvSpPr>
          <p:cNvPr id="3157" name="Text Placeholder 8"/>
          <p:cNvSpPr>
            <a:spLocks noGrp="true"/>
          </p:cNvSpPr>
          <p:nvPr>
            <p:ph type="body" sz="quarter" idx="23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altLang="zh-CN" noProof="false" err="true"/>
              <a:t>来源</a:t>
            </a:r>
            <a:r>
              <a:rPr lang="zh-CN" altLang="en-US" noProof="false"/>
              <a:t>：</a:t>
            </a:r>
            <a:endParaRPr lang="en-US" altLang="zh-CN" noProof="false"/>
          </a:p>
        </p:txBody>
      </p:sp>
      <p:sp>
        <p:nvSpPr>
          <p:cNvPr id="3158" name="Text Placeholder 12"/>
          <p:cNvSpPr>
            <a:spLocks noGrp="true"/>
          </p:cNvSpPr>
          <p:nvPr>
            <p:ph type="body" sz="quarter" idx="31" hasCustomPrompt="true"/>
          </p:nvPr>
        </p:nvSpPr>
        <p:spPr>
          <a:xfrm>
            <a:off x="498473" y="2787685"/>
            <a:ext cx="4680000" cy="1369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lang="en-US" sz="1100" b="false" i="false" kern="1200" cap="all" spc="150" baseline="0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sz="1200"/>
            </a:lvl3pPr>
          </a:lstStyle>
          <a:p>
            <a:pPr lvl="0"/>
            <a:r>
              <a:rPr lang="en-US" noProof="false" err="true"/>
              <a:t>请输入副标题</a:t>
            </a:r>
            <a:endParaRPr lang="en-US" noProof="false"/>
          </a:p>
        </p:txBody>
      </p:sp>
      <p:sp>
        <p:nvSpPr>
          <p:cNvPr id="3159" name="Text Placeholder 5"/>
          <p:cNvSpPr>
            <a:spLocks noGrp="true"/>
          </p:cNvSpPr>
          <p:nvPr>
            <p:ph type="body" sz="quarter" idx="24" hasCustomPrompt="true"/>
          </p:nvPr>
        </p:nvSpPr>
        <p:spPr>
          <a:xfrm>
            <a:off x="507364" y="3008388"/>
            <a:ext cx="4680000" cy="1340603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lang="en-US" altLang="zh-CN" sz="32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请输入标题</a:t>
            </a:r>
            <a:endParaRPr lang="en-US" altLang="zh-CN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请输入标题</a:t>
            </a:r>
            <a:endParaRPr lang="en-US" altLang="zh-CN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请输入标题</a:t>
            </a:r>
            <a:endParaRPr lang="en-US" altLang="zh-CN" noProof="false"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p="http://schemas.openxmlformats.org/presentationml/2006/main">
  <p:cSld name="Content blocks 4 images right 2">
    <p:spTree>
      <p:nvGrpSpPr>
        <p:cNvPr id="316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1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3162" name="Picture Placeholder 7"/>
          <p:cNvSpPr>
            <a:spLocks noGrp="true"/>
          </p:cNvSpPr>
          <p:nvPr>
            <p:ph type="pic" sz="quarter" idx="18" hasCustomPrompt="true"/>
          </p:nvPr>
        </p:nvSpPr>
        <p:spPr>
          <a:xfrm>
            <a:off x="6203951" y="3453845"/>
            <a:ext cx="2584450" cy="2604056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单击插入图片</a:t>
            </a:r>
            <a:endParaRPr lang="en-US" altLang="zh-CN" noProof="false"/>
          </a:p>
        </p:txBody>
      </p:sp>
      <p:sp>
        <p:nvSpPr>
          <p:cNvPr id="3163" name="Picture Placeholder 7"/>
          <p:cNvSpPr>
            <a:spLocks noGrp="true"/>
          </p:cNvSpPr>
          <p:nvPr>
            <p:ph type="pic" sz="quarter" idx="20" hasCustomPrompt="true"/>
          </p:nvPr>
        </p:nvSpPr>
        <p:spPr>
          <a:xfrm>
            <a:off x="9099549" y="3453845"/>
            <a:ext cx="2584450" cy="2604056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单击插入图片</a:t>
            </a:r>
            <a:endParaRPr lang="en-US" altLang="zh-CN" noProof="false"/>
          </a:p>
        </p:txBody>
      </p:sp>
      <p:sp>
        <p:nvSpPr>
          <p:cNvPr id="3164" name="Picture Placeholder 7"/>
          <p:cNvSpPr>
            <a:spLocks noGrp="true"/>
          </p:cNvSpPr>
          <p:nvPr>
            <p:ph type="pic" sz="quarter" idx="21" hasCustomPrompt="true"/>
          </p:nvPr>
        </p:nvSpPr>
        <p:spPr>
          <a:xfrm>
            <a:off x="6203951" y="519590"/>
            <a:ext cx="2584450" cy="2604056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noProof="false" err="true"/>
              <a:t>单击插入图片</a:t>
            </a:r>
            <a:endParaRPr lang="en-US" noProof="false"/>
          </a:p>
        </p:txBody>
      </p:sp>
      <p:sp>
        <p:nvSpPr>
          <p:cNvPr id="3165" name="Picture Placeholder 7"/>
          <p:cNvSpPr>
            <a:spLocks noGrp="true"/>
          </p:cNvSpPr>
          <p:nvPr>
            <p:ph type="pic" sz="quarter" idx="22" hasCustomPrompt="true"/>
          </p:nvPr>
        </p:nvSpPr>
        <p:spPr>
          <a:xfrm>
            <a:off x="9099549" y="519590"/>
            <a:ext cx="2584450" cy="2604056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单击插入图片</a:t>
            </a:r>
            <a:endParaRPr lang="en-US" altLang="zh-CN" noProof="false"/>
          </a:p>
        </p:txBody>
      </p:sp>
      <p:sp>
        <p:nvSpPr>
          <p:cNvPr id="3166" name="Text Placeholder 8"/>
          <p:cNvSpPr>
            <a:spLocks noGrp="true"/>
          </p:cNvSpPr>
          <p:nvPr>
            <p:ph type="body" sz="quarter" idx="23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altLang="zh-CN" noProof="false" err="true"/>
              <a:t>来源</a:t>
            </a:r>
            <a:r>
              <a:rPr lang="zh-CN" altLang="en-US" noProof="false"/>
              <a:t>：</a:t>
            </a:r>
            <a:endParaRPr lang="en-US" altLang="zh-CN" noProof="false"/>
          </a:p>
        </p:txBody>
      </p:sp>
      <p:sp>
        <p:nvSpPr>
          <p:cNvPr id="3167" name="Text Placeholder 12"/>
          <p:cNvSpPr>
            <a:spLocks noGrp="true"/>
          </p:cNvSpPr>
          <p:nvPr>
            <p:ph type="body" sz="quarter" idx="24" hasCustomPrompt="true"/>
          </p:nvPr>
        </p:nvSpPr>
        <p:spPr>
          <a:xfrm>
            <a:off x="498474" y="1923221"/>
            <a:ext cx="4680000" cy="15126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lang="en-US" sz="1100" b="false" i="false" kern="1200" cap="all" spc="150" baseline="0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sz="1200"/>
            </a:lvl3pPr>
          </a:lstStyle>
          <a:p>
            <a:pPr lvl="0"/>
            <a:r>
              <a:rPr lang="en-US" noProof="false" err="true"/>
              <a:t>请输入副标题</a:t>
            </a:r>
            <a:endParaRPr lang="en-US" noProof="false"/>
          </a:p>
        </p:txBody>
      </p:sp>
      <p:sp>
        <p:nvSpPr>
          <p:cNvPr id="3168" name="Text Placeholder 12"/>
          <p:cNvSpPr>
            <a:spLocks noGrp="true"/>
          </p:cNvSpPr>
          <p:nvPr>
            <p:ph type="body" sz="quarter" idx="31" hasCustomPrompt="true"/>
          </p:nvPr>
        </p:nvSpPr>
        <p:spPr>
          <a:xfrm>
            <a:off x="498474" y="3007360"/>
            <a:ext cx="4680000" cy="2677796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00" b="false" i="false" kern="1200" cap="none" spc="0" baseline="0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lang="en-GB" sz="1200" kern="1200" dirty="fals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noProof="false" err="true"/>
              <a:t>请输入正文内容</a:t>
            </a:r>
            <a:endParaRPr lang="en-US" noProof="false"/>
          </a:p>
        </p:txBody>
      </p:sp>
      <p:sp>
        <p:nvSpPr>
          <p:cNvPr id="3169" name="Text Placeholder 5"/>
          <p:cNvSpPr>
            <a:spLocks noGrp="true"/>
          </p:cNvSpPr>
          <p:nvPr>
            <p:ph type="body" sz="quarter" idx="32" hasCustomPrompt="true"/>
          </p:nvPr>
        </p:nvSpPr>
        <p:spPr>
          <a:xfrm>
            <a:off x="498474" y="2133601"/>
            <a:ext cx="4680000" cy="741679"/>
          </a:xfrm>
        </p:spPr>
        <p:txBody>
          <a:bodyPr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lang="en-US" altLang="zh-CN" sz="28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请输入标题</a:t>
            </a:r>
            <a:endParaRPr lang="en-US" altLang="zh-CN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请输入标题</a:t>
            </a:r>
            <a:endParaRPr lang="en-US" altLang="zh-CN" noProof="false"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p="http://schemas.openxmlformats.org/presentationml/2006/main">
  <p:cSld name="1_Content blocks 4 images right large figure">
    <p:bg>
      <p:bgPr>
        <a:solidFill>
          <a:schemeClr val="tx1"/>
        </a:solidFill>
        <a:effectLst/>
      </p:bgPr>
    </p:bg>
    <p:spTree>
      <p:nvGrpSpPr>
        <p:cNvPr id="317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1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3172" name="Text Placeholder 12"/>
          <p:cNvSpPr>
            <a:spLocks noGrp="true"/>
          </p:cNvSpPr>
          <p:nvPr>
            <p:ph type="body" sz="quarter" idx="14" hasCustomPrompt="true"/>
          </p:nvPr>
        </p:nvSpPr>
        <p:spPr>
          <a:xfrm>
            <a:off x="498475" y="3141663"/>
            <a:ext cx="5112000" cy="3025457"/>
          </a:xfrm>
        </p:spPr>
        <p:txBody>
          <a:bodyPr anchor="b" anchorCtr="false"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lang="zh-TW" altLang="en-US" sz="3200" b="true" i="false" kern="1200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914400" indent="0">
              <a:buNone/>
              <a:defRPr/>
            </a:lvl3pPr>
          </a:lstStyle>
          <a:p>
            <a:pPr marL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zh-TW" altLang="en-US" noProof="false" dirty="false"/>
              <a:t>请输入短标题</a:t>
            </a:r>
            <a:endParaRPr lang="en-US" altLang="zh-TW" noProof="false" dirty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 dirty="false"/>
              <a:t>请输入短标题</a:t>
            </a:r>
            <a:endParaRPr lang="en-US" altLang="zh-TW" noProof="false" dirty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 dirty="false"/>
              <a:t>请输入短标题</a:t>
            </a:r>
            <a:endParaRPr lang="zh-TW" altLang="en-US" noProof="false" dirty="false"/>
          </a:p>
        </p:txBody>
      </p:sp>
      <p:sp>
        <p:nvSpPr>
          <p:cNvPr id="3173" name="Text Placeholder 8"/>
          <p:cNvSpPr>
            <a:spLocks noGrp="true"/>
          </p:cNvSpPr>
          <p:nvPr>
            <p:ph type="body" sz="quarter" idx="16" hasCustomPrompt="true"/>
          </p:nvPr>
        </p:nvSpPr>
        <p:spPr>
          <a:xfrm>
            <a:off x="506639" y="308430"/>
            <a:ext cx="5112000" cy="2101850"/>
          </a:xfrm>
        </p:spPr>
        <p:txBody>
          <a:bodyPr>
            <a:noAutofit/>
          </a:bodyPr>
          <a:lstStyle>
            <a:lvl1pPr marL="0" indent="0">
              <a:buNone/>
              <a:defRPr lang="en-US" sz="15000" b="true" i="false" kern="1200" noProof="false" dirty="false">
                <a:solidFill>
                  <a:srgbClr val="F55600"/>
                </a:solidFill>
                <a:latin typeface="+mj-lt"/>
                <a:ea typeface="Noto Sans S Chinese Regular" panose="020B0500000000000000" pitchFamily="34" charset="-128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noProof="false"/>
              <a:t>#$%</a:t>
            </a:r>
            <a:endParaRPr lang="en-US" noProof="false"/>
          </a:p>
        </p:txBody>
      </p:sp>
      <p:sp>
        <p:nvSpPr>
          <p:cNvPr id="3174" name="Picture Placeholder 7"/>
          <p:cNvSpPr>
            <a:spLocks noGrp="true"/>
          </p:cNvSpPr>
          <p:nvPr>
            <p:ph type="pic" sz="quarter" idx="18" hasCustomPrompt="true"/>
          </p:nvPr>
        </p:nvSpPr>
        <p:spPr>
          <a:xfrm>
            <a:off x="6203951" y="3453845"/>
            <a:ext cx="2584450" cy="2604056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TW" noProof="false" err="true"/>
              <a:t>单击插入图片</a:t>
            </a:r>
            <a:endParaRPr lang="en-US" altLang="zh-TW" noProof="false"/>
          </a:p>
        </p:txBody>
      </p:sp>
      <p:sp>
        <p:nvSpPr>
          <p:cNvPr id="3175" name="Picture Placeholder 7"/>
          <p:cNvSpPr>
            <a:spLocks noGrp="true"/>
          </p:cNvSpPr>
          <p:nvPr>
            <p:ph type="pic" sz="quarter" idx="20" hasCustomPrompt="true"/>
          </p:nvPr>
        </p:nvSpPr>
        <p:spPr>
          <a:xfrm>
            <a:off x="9099549" y="3453845"/>
            <a:ext cx="2584450" cy="2604056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TW" noProof="false" err="true"/>
              <a:t>单击插入图片</a:t>
            </a:r>
            <a:endParaRPr lang="en-US" altLang="zh-TW" noProof="false"/>
          </a:p>
        </p:txBody>
      </p:sp>
      <p:sp>
        <p:nvSpPr>
          <p:cNvPr id="3176" name="Picture Placeholder 7"/>
          <p:cNvSpPr>
            <a:spLocks noGrp="true"/>
          </p:cNvSpPr>
          <p:nvPr>
            <p:ph type="pic" sz="quarter" idx="21" hasCustomPrompt="true"/>
          </p:nvPr>
        </p:nvSpPr>
        <p:spPr>
          <a:xfrm>
            <a:off x="6203951" y="519590"/>
            <a:ext cx="2584450" cy="2604056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TW" noProof="false" err="true"/>
              <a:t>单击插入图片</a:t>
            </a:r>
            <a:endParaRPr lang="en-US" altLang="zh-TW" noProof="false"/>
          </a:p>
        </p:txBody>
      </p:sp>
      <p:sp>
        <p:nvSpPr>
          <p:cNvPr id="3177" name="Picture Placeholder 7"/>
          <p:cNvSpPr>
            <a:spLocks noGrp="true"/>
          </p:cNvSpPr>
          <p:nvPr>
            <p:ph type="pic" sz="quarter" idx="22" hasCustomPrompt="true"/>
          </p:nvPr>
        </p:nvSpPr>
        <p:spPr>
          <a:xfrm>
            <a:off x="9099549" y="519590"/>
            <a:ext cx="2584450" cy="2604056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TW" noProof="false" err="true"/>
              <a:t>单击插入图片</a:t>
            </a:r>
            <a:endParaRPr lang="en-US" altLang="zh-TW" noProof="false"/>
          </a:p>
        </p:txBody>
      </p:sp>
      <p:sp>
        <p:nvSpPr>
          <p:cNvPr id="3178" name="Text Placeholder 8"/>
          <p:cNvSpPr>
            <a:spLocks noGrp="true"/>
          </p:cNvSpPr>
          <p:nvPr>
            <p:ph type="body" sz="quarter" idx="23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altLang="zh-CN" noProof="false" err="true"/>
              <a:t>来源</a:t>
            </a:r>
            <a:r>
              <a:rPr lang="zh-CN" altLang="en-US" noProof="false"/>
              <a:t>：</a:t>
            </a:r>
            <a:endParaRPr lang="en-US" altLang="zh-CN" noProof="false"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p="http://schemas.openxmlformats.org/presentationml/2006/main">
  <p:cSld name="1_Content blocks 4 images right">
    <p:bg>
      <p:bgPr>
        <a:solidFill>
          <a:schemeClr val="tx1"/>
        </a:solidFill>
        <a:effectLst/>
      </p:bgPr>
    </p:bg>
    <p:spTree>
      <p:nvGrpSpPr>
        <p:cNvPr id="317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0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3181" name="Picture Placeholder 7"/>
          <p:cNvSpPr>
            <a:spLocks noGrp="true"/>
          </p:cNvSpPr>
          <p:nvPr>
            <p:ph type="pic" sz="quarter" idx="18" hasCustomPrompt="true"/>
          </p:nvPr>
        </p:nvSpPr>
        <p:spPr>
          <a:xfrm>
            <a:off x="6203951" y="3453845"/>
            <a:ext cx="2584450" cy="2604056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TW" noProof="false" err="true"/>
              <a:t>单击插入图片</a:t>
            </a:r>
            <a:endParaRPr lang="en-US" altLang="zh-TW" noProof="false"/>
          </a:p>
        </p:txBody>
      </p:sp>
      <p:sp>
        <p:nvSpPr>
          <p:cNvPr id="3182" name="Picture Placeholder 7"/>
          <p:cNvSpPr>
            <a:spLocks noGrp="true"/>
          </p:cNvSpPr>
          <p:nvPr>
            <p:ph type="pic" sz="quarter" idx="20" hasCustomPrompt="true"/>
          </p:nvPr>
        </p:nvSpPr>
        <p:spPr>
          <a:xfrm>
            <a:off x="9099549" y="3453845"/>
            <a:ext cx="2584450" cy="2604056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TW" noProof="false" err="true"/>
              <a:t>单击插入图片</a:t>
            </a:r>
            <a:endParaRPr lang="en-US" altLang="zh-TW" noProof="false"/>
          </a:p>
        </p:txBody>
      </p:sp>
      <p:sp>
        <p:nvSpPr>
          <p:cNvPr id="3183" name="Picture Placeholder 7"/>
          <p:cNvSpPr>
            <a:spLocks noGrp="true"/>
          </p:cNvSpPr>
          <p:nvPr>
            <p:ph type="pic" sz="quarter" idx="21" hasCustomPrompt="true"/>
          </p:nvPr>
        </p:nvSpPr>
        <p:spPr>
          <a:xfrm>
            <a:off x="6203951" y="519590"/>
            <a:ext cx="2584450" cy="2604056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TW" noProof="false" err="true"/>
              <a:t>单击插入图片</a:t>
            </a:r>
            <a:endParaRPr lang="en-US" altLang="zh-TW" noProof="false"/>
          </a:p>
        </p:txBody>
      </p:sp>
      <p:sp>
        <p:nvSpPr>
          <p:cNvPr id="3184" name="Picture Placeholder 7"/>
          <p:cNvSpPr>
            <a:spLocks noGrp="true"/>
          </p:cNvSpPr>
          <p:nvPr>
            <p:ph type="pic" sz="quarter" idx="22" hasCustomPrompt="true"/>
          </p:nvPr>
        </p:nvSpPr>
        <p:spPr>
          <a:xfrm>
            <a:off x="9099549" y="519590"/>
            <a:ext cx="2584450" cy="2604056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TW" noProof="false" err="true"/>
              <a:t>单击插入图片</a:t>
            </a:r>
            <a:endParaRPr lang="en-US" altLang="zh-TW" noProof="false"/>
          </a:p>
        </p:txBody>
      </p:sp>
      <p:sp>
        <p:nvSpPr>
          <p:cNvPr id="3185" name="Text Placeholder 8"/>
          <p:cNvSpPr>
            <a:spLocks noGrp="true"/>
          </p:cNvSpPr>
          <p:nvPr>
            <p:ph type="body" sz="quarter" idx="23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altLang="zh-CN" noProof="false" err="true"/>
              <a:t>来源</a:t>
            </a:r>
            <a:r>
              <a:rPr lang="zh-CN" altLang="en-US" noProof="false"/>
              <a:t>：</a:t>
            </a:r>
            <a:endParaRPr lang="en-US" altLang="zh-CN" noProof="false"/>
          </a:p>
        </p:txBody>
      </p:sp>
      <p:sp>
        <p:nvSpPr>
          <p:cNvPr id="3186" name="Text Placeholder 12"/>
          <p:cNvSpPr>
            <a:spLocks noGrp="true"/>
          </p:cNvSpPr>
          <p:nvPr>
            <p:ph type="body" sz="quarter" idx="31" hasCustomPrompt="true"/>
          </p:nvPr>
        </p:nvSpPr>
        <p:spPr>
          <a:xfrm>
            <a:off x="498473" y="2787685"/>
            <a:ext cx="4680000" cy="1369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lang="en-US" sz="1100" b="false" i="false" kern="1200" cap="all" spc="150" baseline="0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sz="1200"/>
            </a:lvl3pPr>
          </a:lstStyle>
          <a:p>
            <a:pPr lvl="0"/>
            <a:r>
              <a:rPr lang="en-US" noProof="false" err="true"/>
              <a:t>请输入副标题</a:t>
            </a:r>
            <a:endParaRPr lang="en-US" noProof="false"/>
          </a:p>
        </p:txBody>
      </p:sp>
      <p:sp>
        <p:nvSpPr>
          <p:cNvPr id="3187" name="Text Placeholder 5"/>
          <p:cNvSpPr>
            <a:spLocks noGrp="true"/>
          </p:cNvSpPr>
          <p:nvPr>
            <p:ph type="body" sz="quarter" idx="24" hasCustomPrompt="true"/>
          </p:nvPr>
        </p:nvSpPr>
        <p:spPr>
          <a:xfrm>
            <a:off x="507364" y="3008388"/>
            <a:ext cx="4680000" cy="1340603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lang="zh-TW" altLang="en-US" sz="3200" b="true" i="false" kern="1200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zh-TW" altLang="en-US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zh-TW" altLang="en-US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zh-TW" altLang="en-US" noProof="false"/>
          </a:p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noProof="false"/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p="http://schemas.openxmlformats.org/presentationml/2006/main">
  <p:cSld name="1_Content blocks 4 images right 2">
    <p:bg>
      <p:bgPr>
        <a:solidFill>
          <a:schemeClr val="tx1"/>
        </a:solidFill>
        <a:effectLst/>
      </p:bgPr>
    </p:bg>
    <p:spTree>
      <p:nvGrpSpPr>
        <p:cNvPr id="318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9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3190" name="Picture Placeholder 7"/>
          <p:cNvSpPr>
            <a:spLocks noGrp="true"/>
          </p:cNvSpPr>
          <p:nvPr>
            <p:ph type="pic" sz="quarter" idx="18" hasCustomPrompt="true"/>
          </p:nvPr>
        </p:nvSpPr>
        <p:spPr>
          <a:xfrm>
            <a:off x="6203951" y="3453845"/>
            <a:ext cx="2584450" cy="2604056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TW" noProof="false" err="true"/>
              <a:t>单击插入图片</a:t>
            </a:r>
            <a:endParaRPr lang="en-US" altLang="zh-TW" noProof="false"/>
          </a:p>
        </p:txBody>
      </p:sp>
      <p:sp>
        <p:nvSpPr>
          <p:cNvPr id="3191" name="Picture Placeholder 7"/>
          <p:cNvSpPr>
            <a:spLocks noGrp="true"/>
          </p:cNvSpPr>
          <p:nvPr>
            <p:ph type="pic" sz="quarter" idx="20" hasCustomPrompt="true"/>
          </p:nvPr>
        </p:nvSpPr>
        <p:spPr>
          <a:xfrm>
            <a:off x="9099549" y="3453845"/>
            <a:ext cx="2584450" cy="2604056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TW" noProof="false" err="true"/>
              <a:t>单击插入图片</a:t>
            </a:r>
            <a:endParaRPr lang="en-US" altLang="zh-TW" noProof="false"/>
          </a:p>
        </p:txBody>
      </p:sp>
      <p:sp>
        <p:nvSpPr>
          <p:cNvPr id="3192" name="Picture Placeholder 7"/>
          <p:cNvSpPr>
            <a:spLocks noGrp="true"/>
          </p:cNvSpPr>
          <p:nvPr>
            <p:ph type="pic" sz="quarter" idx="21" hasCustomPrompt="true"/>
          </p:nvPr>
        </p:nvSpPr>
        <p:spPr>
          <a:xfrm>
            <a:off x="6203951" y="519590"/>
            <a:ext cx="2584450" cy="2604056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TW" noProof="false" err="true"/>
              <a:t>单击插入图片</a:t>
            </a:r>
            <a:endParaRPr lang="en-US" altLang="zh-TW" noProof="false"/>
          </a:p>
        </p:txBody>
      </p:sp>
      <p:sp>
        <p:nvSpPr>
          <p:cNvPr id="3193" name="Picture Placeholder 7"/>
          <p:cNvSpPr>
            <a:spLocks noGrp="true"/>
          </p:cNvSpPr>
          <p:nvPr>
            <p:ph type="pic" sz="quarter" idx="22" hasCustomPrompt="true"/>
          </p:nvPr>
        </p:nvSpPr>
        <p:spPr>
          <a:xfrm>
            <a:off x="9099549" y="519590"/>
            <a:ext cx="2584450" cy="2604056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TW" noProof="false" err="true"/>
              <a:t>单击插入图片</a:t>
            </a:r>
            <a:endParaRPr lang="en-US" altLang="zh-TW" noProof="false"/>
          </a:p>
        </p:txBody>
      </p:sp>
      <p:sp>
        <p:nvSpPr>
          <p:cNvPr id="3194" name="Text Placeholder 8"/>
          <p:cNvSpPr>
            <a:spLocks noGrp="true"/>
          </p:cNvSpPr>
          <p:nvPr>
            <p:ph type="body" sz="quarter" idx="23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altLang="zh-CN" noProof="false" err="true"/>
              <a:t>来源</a:t>
            </a:r>
            <a:r>
              <a:rPr lang="zh-CN" altLang="en-US" noProof="false"/>
              <a:t>：</a:t>
            </a:r>
            <a:endParaRPr lang="en-US" altLang="zh-CN" noProof="false"/>
          </a:p>
        </p:txBody>
      </p:sp>
      <p:sp>
        <p:nvSpPr>
          <p:cNvPr id="3195" name="Text Placeholder 12"/>
          <p:cNvSpPr>
            <a:spLocks noGrp="true"/>
          </p:cNvSpPr>
          <p:nvPr>
            <p:ph type="body" sz="quarter" idx="24" hasCustomPrompt="true"/>
          </p:nvPr>
        </p:nvSpPr>
        <p:spPr>
          <a:xfrm>
            <a:off x="498474" y="1923221"/>
            <a:ext cx="4680000" cy="15126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lang="en-US" sz="1100" b="false" i="false" kern="1200" cap="all" spc="150" baseline="0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sz="1200"/>
            </a:lvl3pPr>
          </a:lstStyle>
          <a:p>
            <a:pPr lvl="0"/>
            <a:r>
              <a:rPr lang="en-US" noProof="false" err="true"/>
              <a:t>请输入副标题</a:t>
            </a:r>
            <a:endParaRPr lang="en-US" noProof="false"/>
          </a:p>
        </p:txBody>
      </p:sp>
      <p:sp>
        <p:nvSpPr>
          <p:cNvPr id="3196" name="Text Placeholder 12"/>
          <p:cNvSpPr>
            <a:spLocks noGrp="true"/>
          </p:cNvSpPr>
          <p:nvPr>
            <p:ph type="body" sz="quarter" idx="31" hasCustomPrompt="true"/>
          </p:nvPr>
        </p:nvSpPr>
        <p:spPr>
          <a:xfrm>
            <a:off x="498474" y="3007360"/>
            <a:ext cx="4680000" cy="2677796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00" b="false" i="false" kern="1200" cap="none" spc="0" baseline="0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lang="en-GB" sz="1200" kern="1200" dirty="fals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zh-TW" altLang="en-US" noProof="false"/>
              <a:t>请输入正文内容</a:t>
            </a:r>
            <a:endParaRPr lang="zh-TW" altLang="en-US" noProof="false"/>
          </a:p>
        </p:txBody>
      </p:sp>
      <p:sp>
        <p:nvSpPr>
          <p:cNvPr id="3197" name="Text Placeholder 5"/>
          <p:cNvSpPr>
            <a:spLocks noGrp="true"/>
          </p:cNvSpPr>
          <p:nvPr>
            <p:ph type="body" sz="quarter" idx="32" hasCustomPrompt="true"/>
          </p:nvPr>
        </p:nvSpPr>
        <p:spPr>
          <a:xfrm>
            <a:off x="498474" y="2133601"/>
            <a:ext cx="4680000" cy="741679"/>
          </a:xfrm>
        </p:spPr>
        <p:txBody>
          <a:bodyPr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lang="en-US" altLang="zh-CN" sz="2800" b="true" i="false" kern="1200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请输入标题</a:t>
            </a:r>
            <a:endParaRPr lang="en-US" altLang="zh-CN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请输入标题</a:t>
            </a:r>
            <a:endParaRPr lang="en-US" altLang="zh-CN" noProof="false"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p="http://schemas.openxmlformats.org/presentationml/2006/main">
  <p:cSld name="Content blocks 4 images right uneven large figure">
    <p:spTree>
      <p:nvGrpSpPr>
        <p:cNvPr id="1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13" name="Text Placeholder 12"/>
          <p:cNvSpPr>
            <a:spLocks noGrp="true"/>
          </p:cNvSpPr>
          <p:nvPr>
            <p:ph type="body" sz="quarter" idx="14" hasCustomPrompt="true"/>
          </p:nvPr>
        </p:nvSpPr>
        <p:spPr>
          <a:xfrm>
            <a:off x="498475" y="3141663"/>
            <a:ext cx="5112000" cy="3025457"/>
          </a:xfrm>
        </p:spPr>
        <p:txBody>
          <a:bodyPr anchor="b" anchorCtr="false"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lang="en-US" altLang="zh-CN" sz="32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914400" indent="0">
              <a:buNone/>
              <a:defRPr/>
            </a:lvl3pPr>
          </a:lstStyle>
          <a:p>
            <a:pPr marL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请输入短标题</a:t>
            </a:r>
            <a:endParaRPr lang="en-US" altLang="zh-CN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请输入短标题</a:t>
            </a:r>
            <a:endParaRPr lang="en-US" altLang="zh-CN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请输入短标题</a:t>
            </a:r>
            <a:endParaRPr lang="en-US" altLang="zh-CN" noProof="false"/>
          </a:p>
        </p:txBody>
      </p:sp>
      <p:sp>
        <p:nvSpPr>
          <p:cNvPr id="14" name="Text Placeholder 8"/>
          <p:cNvSpPr>
            <a:spLocks noGrp="true"/>
          </p:cNvSpPr>
          <p:nvPr>
            <p:ph type="body" sz="quarter" idx="16" hasCustomPrompt="true"/>
          </p:nvPr>
        </p:nvSpPr>
        <p:spPr>
          <a:xfrm>
            <a:off x="506639" y="308430"/>
            <a:ext cx="5112000" cy="2101850"/>
          </a:xfrm>
        </p:spPr>
        <p:txBody>
          <a:bodyPr>
            <a:noAutofit/>
          </a:bodyPr>
          <a:lstStyle>
            <a:lvl1pPr marL="0" indent="0">
              <a:buNone/>
              <a:defRPr lang="en-US" sz="15000" b="true" i="false" kern="1200" noProof="false" dirty="false">
                <a:solidFill>
                  <a:srgbClr val="F55600"/>
                </a:solidFill>
                <a:latin typeface="+mj-lt"/>
                <a:ea typeface="Noto Sans S Chinese Regular" panose="020B0500000000000000" pitchFamily="34" charset="-128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noProof="false"/>
              <a:t>#$%</a:t>
            </a:r>
            <a:endParaRPr lang="en-US" noProof="false"/>
          </a:p>
        </p:txBody>
      </p:sp>
      <p:sp>
        <p:nvSpPr>
          <p:cNvPr id="15" name="Picture Placeholder 7"/>
          <p:cNvSpPr>
            <a:spLocks noGrp="true"/>
          </p:cNvSpPr>
          <p:nvPr>
            <p:ph type="pic" sz="quarter" idx="22" hasCustomPrompt="true"/>
          </p:nvPr>
        </p:nvSpPr>
        <p:spPr>
          <a:xfrm>
            <a:off x="6203950" y="4163218"/>
            <a:ext cx="2584450" cy="1888810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单击插入图片</a:t>
            </a:r>
            <a:endParaRPr lang="en-US" altLang="zh-CN" noProof="false"/>
          </a:p>
        </p:txBody>
      </p:sp>
      <p:sp>
        <p:nvSpPr>
          <p:cNvPr id="16" name="Picture Placeholder 7"/>
          <p:cNvSpPr>
            <a:spLocks noGrp="true"/>
          </p:cNvSpPr>
          <p:nvPr>
            <p:ph type="pic" sz="quarter" idx="23" hasCustomPrompt="true"/>
          </p:nvPr>
        </p:nvSpPr>
        <p:spPr>
          <a:xfrm>
            <a:off x="6203950" y="512762"/>
            <a:ext cx="2584450" cy="3427413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noProof="false" err="true"/>
              <a:t>单击插入图片</a:t>
            </a:r>
            <a:endParaRPr lang="en-US" noProof="false"/>
          </a:p>
        </p:txBody>
      </p:sp>
      <p:sp>
        <p:nvSpPr>
          <p:cNvPr id="17" name="Picture Placeholder 7"/>
          <p:cNvSpPr>
            <a:spLocks noGrp="true"/>
          </p:cNvSpPr>
          <p:nvPr>
            <p:ph type="pic" sz="quarter" idx="26" hasCustomPrompt="true"/>
          </p:nvPr>
        </p:nvSpPr>
        <p:spPr>
          <a:xfrm>
            <a:off x="9100185" y="512762"/>
            <a:ext cx="2584450" cy="1888810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单击插入图片</a:t>
            </a:r>
            <a:endParaRPr lang="en-US" altLang="zh-CN" noProof="false"/>
          </a:p>
        </p:txBody>
      </p:sp>
      <p:sp>
        <p:nvSpPr>
          <p:cNvPr id="18" name="Picture Placeholder 7"/>
          <p:cNvSpPr>
            <a:spLocks noGrp="true"/>
          </p:cNvSpPr>
          <p:nvPr>
            <p:ph type="pic" sz="quarter" idx="27" hasCustomPrompt="true"/>
          </p:nvPr>
        </p:nvSpPr>
        <p:spPr>
          <a:xfrm>
            <a:off x="9100185" y="2624615"/>
            <a:ext cx="2584450" cy="3427413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单击插入图片</a:t>
            </a:r>
            <a:endParaRPr lang="en-US" altLang="zh-CN" noProof="false"/>
          </a:p>
        </p:txBody>
      </p:sp>
      <p:sp>
        <p:nvSpPr>
          <p:cNvPr id="19" name="Text Placeholder 8"/>
          <p:cNvSpPr>
            <a:spLocks noGrp="true"/>
          </p:cNvSpPr>
          <p:nvPr>
            <p:ph type="body" sz="quarter" idx="28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altLang="zh-CN" noProof="false" err="true"/>
              <a:t>来源</a:t>
            </a:r>
            <a:r>
              <a:rPr lang="zh-CN" altLang="en-US" noProof="false"/>
              <a:t>：</a:t>
            </a:r>
            <a:endParaRPr lang="en-US" altLang="zh-CN" noProof="false"/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p="http://schemas.openxmlformats.org/presentationml/2006/main">
  <p:cSld name="Content blocks 4 images right uneven">
    <p:spTree>
      <p:nvGrpSpPr>
        <p:cNvPr id="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22" name="Picture Placeholder 7"/>
          <p:cNvSpPr>
            <a:spLocks noGrp="true"/>
          </p:cNvSpPr>
          <p:nvPr>
            <p:ph type="pic" sz="quarter" idx="22" hasCustomPrompt="true"/>
          </p:nvPr>
        </p:nvSpPr>
        <p:spPr>
          <a:xfrm>
            <a:off x="6203950" y="4163218"/>
            <a:ext cx="2584450" cy="1888810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单击插入图片</a:t>
            </a:r>
            <a:endParaRPr lang="en-US" altLang="zh-CN" noProof="false"/>
          </a:p>
        </p:txBody>
      </p:sp>
      <p:sp>
        <p:nvSpPr>
          <p:cNvPr id="23" name="Picture Placeholder 7"/>
          <p:cNvSpPr>
            <a:spLocks noGrp="true"/>
          </p:cNvSpPr>
          <p:nvPr>
            <p:ph type="pic" sz="quarter" idx="23" hasCustomPrompt="true"/>
          </p:nvPr>
        </p:nvSpPr>
        <p:spPr>
          <a:xfrm>
            <a:off x="6203950" y="512762"/>
            <a:ext cx="2584450" cy="3427413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noProof="false" err="true"/>
              <a:t>单击插入图片</a:t>
            </a:r>
            <a:endParaRPr lang="en-US" noProof="false"/>
          </a:p>
        </p:txBody>
      </p:sp>
      <p:sp>
        <p:nvSpPr>
          <p:cNvPr id="24" name="Picture Placeholder 7"/>
          <p:cNvSpPr>
            <a:spLocks noGrp="true"/>
          </p:cNvSpPr>
          <p:nvPr>
            <p:ph type="pic" sz="quarter" idx="26" hasCustomPrompt="true"/>
          </p:nvPr>
        </p:nvSpPr>
        <p:spPr>
          <a:xfrm>
            <a:off x="9100185" y="512762"/>
            <a:ext cx="2584450" cy="1888810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单击插入图片</a:t>
            </a:r>
            <a:endParaRPr lang="en-US" altLang="zh-CN" noProof="false"/>
          </a:p>
        </p:txBody>
      </p:sp>
      <p:sp>
        <p:nvSpPr>
          <p:cNvPr id="25" name="Picture Placeholder 7"/>
          <p:cNvSpPr>
            <a:spLocks noGrp="true"/>
          </p:cNvSpPr>
          <p:nvPr>
            <p:ph type="pic" sz="quarter" idx="27" hasCustomPrompt="true"/>
          </p:nvPr>
        </p:nvSpPr>
        <p:spPr>
          <a:xfrm>
            <a:off x="9100185" y="2624615"/>
            <a:ext cx="2584450" cy="3427413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单击插入图片</a:t>
            </a:r>
            <a:endParaRPr lang="en-US" altLang="zh-CN" noProof="false"/>
          </a:p>
        </p:txBody>
      </p:sp>
      <p:sp>
        <p:nvSpPr>
          <p:cNvPr id="26" name="Text Placeholder 8"/>
          <p:cNvSpPr>
            <a:spLocks noGrp="true"/>
          </p:cNvSpPr>
          <p:nvPr>
            <p:ph type="body" sz="quarter" idx="28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altLang="zh-CN" noProof="false" err="true"/>
              <a:t>来源</a:t>
            </a:r>
            <a:r>
              <a:rPr lang="zh-CN" altLang="en-US" noProof="false"/>
              <a:t>：</a:t>
            </a:r>
            <a:endParaRPr lang="en-US" altLang="zh-CN" noProof="false"/>
          </a:p>
        </p:txBody>
      </p:sp>
      <p:sp>
        <p:nvSpPr>
          <p:cNvPr id="27" name="Text Placeholder 12"/>
          <p:cNvSpPr>
            <a:spLocks noGrp="true"/>
          </p:cNvSpPr>
          <p:nvPr>
            <p:ph type="body" sz="quarter" idx="31" hasCustomPrompt="true"/>
          </p:nvPr>
        </p:nvSpPr>
        <p:spPr>
          <a:xfrm>
            <a:off x="498473" y="2787685"/>
            <a:ext cx="4680000" cy="1369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lang="en-US" sz="1100" b="false" i="false" kern="1200" cap="all" spc="150" baseline="0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sz="1200"/>
            </a:lvl3pPr>
          </a:lstStyle>
          <a:p>
            <a:pPr lvl="0"/>
            <a:r>
              <a:rPr lang="en-US" noProof="false" err="true"/>
              <a:t>请输入副标题</a:t>
            </a:r>
            <a:endParaRPr lang="en-US" noProof="false"/>
          </a:p>
        </p:txBody>
      </p:sp>
      <p:sp>
        <p:nvSpPr>
          <p:cNvPr id="28" name="Text Placeholder 5"/>
          <p:cNvSpPr>
            <a:spLocks noGrp="true"/>
          </p:cNvSpPr>
          <p:nvPr>
            <p:ph type="body" sz="quarter" idx="24" hasCustomPrompt="true"/>
          </p:nvPr>
        </p:nvSpPr>
        <p:spPr>
          <a:xfrm>
            <a:off x="507364" y="3008388"/>
            <a:ext cx="4680000" cy="1340603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lang="en-US" altLang="zh-CN" sz="32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请输入标题</a:t>
            </a:r>
            <a:endParaRPr lang="en-US" altLang="zh-CN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请输入标题</a:t>
            </a:r>
            <a:endParaRPr lang="en-US" altLang="zh-CN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请输入标题</a:t>
            </a:r>
            <a:endParaRPr lang="en-US" altLang="zh-CN" noProof="false"/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p="http://schemas.openxmlformats.org/presentationml/2006/main">
  <p:cSld name="Content blocks 4 images right uneven 2"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31" name="Picture Placeholder 7"/>
          <p:cNvSpPr>
            <a:spLocks noGrp="true"/>
          </p:cNvSpPr>
          <p:nvPr>
            <p:ph type="pic" sz="quarter" idx="22" hasCustomPrompt="true"/>
          </p:nvPr>
        </p:nvSpPr>
        <p:spPr>
          <a:xfrm>
            <a:off x="6203950" y="4163218"/>
            <a:ext cx="2584450" cy="1888810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单击插入图片</a:t>
            </a:r>
            <a:endParaRPr lang="en-US" altLang="zh-CN" noProof="false"/>
          </a:p>
        </p:txBody>
      </p:sp>
      <p:sp>
        <p:nvSpPr>
          <p:cNvPr id="32" name="Picture Placeholder 7"/>
          <p:cNvSpPr>
            <a:spLocks noGrp="true"/>
          </p:cNvSpPr>
          <p:nvPr>
            <p:ph type="pic" sz="quarter" idx="23" hasCustomPrompt="true"/>
          </p:nvPr>
        </p:nvSpPr>
        <p:spPr>
          <a:xfrm>
            <a:off x="6203950" y="512762"/>
            <a:ext cx="2584450" cy="3427413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noProof="false" err="true"/>
              <a:t>单击插入图片</a:t>
            </a:r>
            <a:endParaRPr lang="en-US" noProof="false"/>
          </a:p>
        </p:txBody>
      </p:sp>
      <p:sp>
        <p:nvSpPr>
          <p:cNvPr id="33" name="Picture Placeholder 7"/>
          <p:cNvSpPr>
            <a:spLocks noGrp="true"/>
          </p:cNvSpPr>
          <p:nvPr>
            <p:ph type="pic" sz="quarter" idx="26" hasCustomPrompt="true"/>
          </p:nvPr>
        </p:nvSpPr>
        <p:spPr>
          <a:xfrm>
            <a:off x="9100185" y="512762"/>
            <a:ext cx="2584450" cy="1888810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单击插入图片</a:t>
            </a:r>
            <a:endParaRPr lang="en-US" altLang="zh-CN" noProof="false"/>
          </a:p>
        </p:txBody>
      </p:sp>
      <p:sp>
        <p:nvSpPr>
          <p:cNvPr id="34" name="Picture Placeholder 7"/>
          <p:cNvSpPr>
            <a:spLocks noGrp="true"/>
          </p:cNvSpPr>
          <p:nvPr>
            <p:ph type="pic" sz="quarter" idx="27" hasCustomPrompt="true"/>
          </p:nvPr>
        </p:nvSpPr>
        <p:spPr>
          <a:xfrm>
            <a:off x="9100185" y="2624615"/>
            <a:ext cx="2584450" cy="3427413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单击插入图片</a:t>
            </a:r>
            <a:endParaRPr lang="en-US" altLang="zh-CN" noProof="false"/>
          </a:p>
        </p:txBody>
      </p:sp>
      <p:sp>
        <p:nvSpPr>
          <p:cNvPr id="35" name="Text Placeholder 8"/>
          <p:cNvSpPr>
            <a:spLocks noGrp="true"/>
          </p:cNvSpPr>
          <p:nvPr>
            <p:ph type="body" sz="quarter" idx="28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noProof="false" err="true"/>
              <a:t>来源</a:t>
            </a:r>
            <a:r>
              <a:rPr lang="zh-CN" altLang="en-US" noProof="false"/>
              <a:t>：</a:t>
            </a:r>
            <a:endParaRPr lang="en-US" noProof="false"/>
          </a:p>
        </p:txBody>
      </p:sp>
      <p:sp>
        <p:nvSpPr>
          <p:cNvPr id="36" name="Text Placeholder 12"/>
          <p:cNvSpPr>
            <a:spLocks noGrp="true"/>
          </p:cNvSpPr>
          <p:nvPr>
            <p:ph type="body" sz="quarter" idx="24" hasCustomPrompt="true"/>
          </p:nvPr>
        </p:nvSpPr>
        <p:spPr>
          <a:xfrm>
            <a:off x="498474" y="1923221"/>
            <a:ext cx="4680000" cy="15126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lang="en-US" sz="1100" b="false" i="false" kern="1200" cap="all" spc="150" baseline="0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sz="1200"/>
            </a:lvl3pPr>
          </a:lstStyle>
          <a:p>
            <a:pPr lvl="0"/>
            <a:r>
              <a:rPr lang="en-US" noProof="false" err="true"/>
              <a:t>请输入副标题</a:t>
            </a:r>
            <a:endParaRPr lang="en-US" noProof="false"/>
          </a:p>
        </p:txBody>
      </p:sp>
      <p:sp>
        <p:nvSpPr>
          <p:cNvPr id="37" name="Text Placeholder 12"/>
          <p:cNvSpPr>
            <a:spLocks noGrp="true"/>
          </p:cNvSpPr>
          <p:nvPr>
            <p:ph type="body" sz="quarter" idx="31" hasCustomPrompt="true"/>
          </p:nvPr>
        </p:nvSpPr>
        <p:spPr>
          <a:xfrm>
            <a:off x="498474" y="3007360"/>
            <a:ext cx="4680000" cy="2677796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00" b="false" i="false" kern="1200" cap="none" spc="0" baseline="0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lang="en-GB" sz="1200" kern="1200" dirty="fals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noProof="false" err="true"/>
              <a:t>请输入正文内容</a:t>
            </a:r>
            <a:endParaRPr lang="en-US" noProof="false"/>
          </a:p>
        </p:txBody>
      </p:sp>
      <p:sp>
        <p:nvSpPr>
          <p:cNvPr id="38" name="Text Placeholder 5"/>
          <p:cNvSpPr>
            <a:spLocks noGrp="true"/>
          </p:cNvSpPr>
          <p:nvPr>
            <p:ph type="body" sz="quarter" idx="32" hasCustomPrompt="true"/>
          </p:nvPr>
        </p:nvSpPr>
        <p:spPr>
          <a:xfrm>
            <a:off x="498474" y="2133601"/>
            <a:ext cx="4680000" cy="741679"/>
          </a:xfrm>
        </p:spPr>
        <p:txBody>
          <a:bodyPr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lang="en-US" altLang="zh-TW" sz="28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noProof="false" err="true"/>
              <a:t>请输入标题</a:t>
            </a:r>
            <a:endParaRPr lang="en-US" noProof="false"/>
          </a:p>
          <a:p>
            <a:pPr marL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noProof="false" err="true"/>
              <a:t>请输入标题</a:t>
            </a:r>
            <a:endParaRPr lang="en-US" noProof="false"/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p="http://schemas.openxmlformats.org/presentationml/2006/main">
  <p:cSld name="1_Content blocks 4 images right uneven large figure">
    <p:bg>
      <p:bgPr>
        <a:solidFill>
          <a:schemeClr val="tx1"/>
        </a:solidFill>
        <a:effectLst/>
      </p:bgPr>
    </p:bg>
    <p:spTree>
      <p:nvGrpSpPr>
        <p:cNvPr id="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41" name="Text Placeholder 12"/>
          <p:cNvSpPr>
            <a:spLocks noGrp="true"/>
          </p:cNvSpPr>
          <p:nvPr>
            <p:ph type="body" sz="quarter" idx="14" hasCustomPrompt="true"/>
          </p:nvPr>
        </p:nvSpPr>
        <p:spPr>
          <a:xfrm>
            <a:off x="498475" y="3141663"/>
            <a:ext cx="5112000" cy="3025457"/>
          </a:xfrm>
        </p:spPr>
        <p:txBody>
          <a:bodyPr anchor="b" anchorCtr="false"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lang="zh-TW" altLang="en-US" sz="3200" b="true" i="false" kern="1200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914400" indent="0">
              <a:buNone/>
              <a:defRPr/>
            </a:lvl3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请输入短标题 </a:t>
            </a:r>
            <a:endParaRPr lang="zh-TW" altLang="en-US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请输入短标题 </a:t>
            </a:r>
            <a:endParaRPr lang="zh-TW" altLang="en-US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请输入短标题 </a:t>
            </a:r>
            <a:endParaRPr lang="zh-TW" altLang="en-US" noProof="false"/>
          </a:p>
        </p:txBody>
      </p:sp>
      <p:sp>
        <p:nvSpPr>
          <p:cNvPr id="42" name="Text Placeholder 8"/>
          <p:cNvSpPr>
            <a:spLocks noGrp="true"/>
          </p:cNvSpPr>
          <p:nvPr>
            <p:ph type="body" sz="quarter" idx="16" hasCustomPrompt="true"/>
          </p:nvPr>
        </p:nvSpPr>
        <p:spPr>
          <a:xfrm>
            <a:off x="506639" y="308430"/>
            <a:ext cx="5112000" cy="2101850"/>
          </a:xfrm>
        </p:spPr>
        <p:txBody>
          <a:bodyPr>
            <a:noAutofit/>
          </a:bodyPr>
          <a:lstStyle>
            <a:lvl1pPr marL="0" indent="0">
              <a:buNone/>
              <a:defRPr lang="en-US" sz="15000" b="true" i="false" kern="1200" noProof="false" dirty="false">
                <a:solidFill>
                  <a:srgbClr val="F55600"/>
                </a:solidFill>
                <a:latin typeface="+mj-lt"/>
                <a:ea typeface="Noto Sans S Chinese Regular" panose="020B0500000000000000" pitchFamily="34" charset="-128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noProof="false"/>
              <a:t>#$%</a:t>
            </a:r>
            <a:endParaRPr lang="en-US" noProof="false"/>
          </a:p>
        </p:txBody>
      </p:sp>
      <p:sp>
        <p:nvSpPr>
          <p:cNvPr id="43" name="Picture Placeholder 7"/>
          <p:cNvSpPr>
            <a:spLocks noGrp="true"/>
          </p:cNvSpPr>
          <p:nvPr>
            <p:ph type="pic" sz="quarter" idx="22" hasCustomPrompt="true"/>
          </p:nvPr>
        </p:nvSpPr>
        <p:spPr>
          <a:xfrm>
            <a:off x="6203950" y="4163218"/>
            <a:ext cx="2584450" cy="1888810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TW" noProof="false" err="true"/>
              <a:t>单击插入图片</a:t>
            </a:r>
            <a:endParaRPr lang="en-US" altLang="zh-TW" noProof="false"/>
          </a:p>
        </p:txBody>
      </p:sp>
      <p:sp>
        <p:nvSpPr>
          <p:cNvPr id="44" name="Picture Placeholder 7"/>
          <p:cNvSpPr>
            <a:spLocks noGrp="true"/>
          </p:cNvSpPr>
          <p:nvPr>
            <p:ph type="pic" sz="quarter" idx="23" hasCustomPrompt="true"/>
          </p:nvPr>
        </p:nvSpPr>
        <p:spPr>
          <a:xfrm>
            <a:off x="6203950" y="512762"/>
            <a:ext cx="2584450" cy="3427413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TW" noProof="false" err="true"/>
              <a:t>单击插入图片</a:t>
            </a:r>
            <a:endParaRPr lang="en-US" altLang="zh-TW" noProof="false"/>
          </a:p>
        </p:txBody>
      </p:sp>
      <p:sp>
        <p:nvSpPr>
          <p:cNvPr id="45" name="Picture Placeholder 7"/>
          <p:cNvSpPr>
            <a:spLocks noGrp="true"/>
          </p:cNvSpPr>
          <p:nvPr>
            <p:ph type="pic" sz="quarter" idx="26" hasCustomPrompt="true"/>
          </p:nvPr>
        </p:nvSpPr>
        <p:spPr>
          <a:xfrm>
            <a:off x="9100185" y="512762"/>
            <a:ext cx="2584450" cy="1888810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TW" noProof="false" err="true"/>
              <a:t>单击插入图片</a:t>
            </a:r>
            <a:endParaRPr lang="en-US" altLang="zh-TW" noProof="false"/>
          </a:p>
        </p:txBody>
      </p:sp>
      <p:sp>
        <p:nvSpPr>
          <p:cNvPr id="46" name="Picture Placeholder 7"/>
          <p:cNvSpPr>
            <a:spLocks noGrp="true"/>
          </p:cNvSpPr>
          <p:nvPr>
            <p:ph type="pic" sz="quarter" idx="27" hasCustomPrompt="true"/>
          </p:nvPr>
        </p:nvSpPr>
        <p:spPr>
          <a:xfrm>
            <a:off x="9100185" y="2624615"/>
            <a:ext cx="2584450" cy="3427413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TW" noProof="false" err="true"/>
              <a:t>单击插入图片</a:t>
            </a:r>
            <a:endParaRPr lang="en-US" altLang="zh-TW" noProof="false"/>
          </a:p>
        </p:txBody>
      </p:sp>
      <p:sp>
        <p:nvSpPr>
          <p:cNvPr id="47" name="Text Placeholder 8"/>
          <p:cNvSpPr>
            <a:spLocks noGrp="true"/>
          </p:cNvSpPr>
          <p:nvPr>
            <p:ph type="body" sz="quarter" idx="28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altLang="zh-CN" noProof="false" err="true"/>
              <a:t>来源</a:t>
            </a:r>
            <a:r>
              <a:rPr lang="zh-CN" altLang="en-US" noProof="false"/>
              <a:t>：</a:t>
            </a:r>
            <a:endParaRPr lang="en-US" altLang="zh-CN" noProof="false"/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p="http://schemas.openxmlformats.org/presentationml/2006/main">
  <p:cSld name="1_Content blocks 4 images right uneven">
    <p:bg>
      <p:bgPr>
        <a:solidFill>
          <a:schemeClr val="tx1"/>
        </a:solidFill>
        <a:effectLst/>
      </p:bgPr>
    </p:bg>
    <p:spTree>
      <p:nvGrpSpPr>
        <p:cNvPr id="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50" name="Picture Placeholder 7"/>
          <p:cNvSpPr>
            <a:spLocks noGrp="true"/>
          </p:cNvSpPr>
          <p:nvPr>
            <p:ph type="pic" sz="quarter" idx="22" hasCustomPrompt="true"/>
          </p:nvPr>
        </p:nvSpPr>
        <p:spPr>
          <a:xfrm>
            <a:off x="6203950" y="4163218"/>
            <a:ext cx="2584450" cy="1888810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TW" noProof="false" err="true"/>
              <a:t>单击插入图片</a:t>
            </a:r>
            <a:endParaRPr lang="en-US" altLang="zh-TW" noProof="false"/>
          </a:p>
        </p:txBody>
      </p:sp>
      <p:sp>
        <p:nvSpPr>
          <p:cNvPr id="51" name="Picture Placeholder 7"/>
          <p:cNvSpPr>
            <a:spLocks noGrp="true"/>
          </p:cNvSpPr>
          <p:nvPr>
            <p:ph type="pic" sz="quarter" idx="23" hasCustomPrompt="true"/>
          </p:nvPr>
        </p:nvSpPr>
        <p:spPr>
          <a:xfrm>
            <a:off x="6203950" y="512762"/>
            <a:ext cx="2584450" cy="3427413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TW" noProof="false" err="true"/>
              <a:t>单击插入图片</a:t>
            </a:r>
            <a:endParaRPr lang="en-US" altLang="zh-TW" noProof="false"/>
          </a:p>
        </p:txBody>
      </p:sp>
      <p:sp>
        <p:nvSpPr>
          <p:cNvPr id="52" name="Picture Placeholder 7"/>
          <p:cNvSpPr>
            <a:spLocks noGrp="true"/>
          </p:cNvSpPr>
          <p:nvPr>
            <p:ph type="pic" sz="quarter" idx="26" hasCustomPrompt="true"/>
          </p:nvPr>
        </p:nvSpPr>
        <p:spPr>
          <a:xfrm>
            <a:off x="9100185" y="512762"/>
            <a:ext cx="2584450" cy="1888810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TW" noProof="false" err="true"/>
              <a:t>单击插入图片</a:t>
            </a:r>
            <a:endParaRPr lang="en-US" altLang="zh-TW" noProof="false"/>
          </a:p>
        </p:txBody>
      </p:sp>
      <p:sp>
        <p:nvSpPr>
          <p:cNvPr id="53" name="Picture Placeholder 7"/>
          <p:cNvSpPr>
            <a:spLocks noGrp="true"/>
          </p:cNvSpPr>
          <p:nvPr>
            <p:ph type="pic" sz="quarter" idx="27" hasCustomPrompt="true"/>
          </p:nvPr>
        </p:nvSpPr>
        <p:spPr>
          <a:xfrm>
            <a:off x="9100185" y="2624615"/>
            <a:ext cx="2584450" cy="3427413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TW" noProof="false" err="true"/>
              <a:t>单击插入图片</a:t>
            </a:r>
            <a:endParaRPr lang="en-US" altLang="zh-TW" noProof="false"/>
          </a:p>
        </p:txBody>
      </p:sp>
      <p:sp>
        <p:nvSpPr>
          <p:cNvPr id="54" name="Text Placeholder 8"/>
          <p:cNvSpPr>
            <a:spLocks noGrp="true"/>
          </p:cNvSpPr>
          <p:nvPr>
            <p:ph type="body" sz="quarter" idx="28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altLang="zh-CN" noProof="false" err="true"/>
              <a:t>来源</a:t>
            </a:r>
            <a:r>
              <a:rPr lang="zh-CN" altLang="en-US" noProof="false"/>
              <a:t>：</a:t>
            </a:r>
            <a:endParaRPr lang="en-US" altLang="zh-CN" noProof="false"/>
          </a:p>
        </p:txBody>
      </p:sp>
      <p:sp>
        <p:nvSpPr>
          <p:cNvPr id="55" name="Text Placeholder 12"/>
          <p:cNvSpPr>
            <a:spLocks noGrp="true"/>
          </p:cNvSpPr>
          <p:nvPr>
            <p:ph type="body" sz="quarter" idx="31" hasCustomPrompt="true"/>
          </p:nvPr>
        </p:nvSpPr>
        <p:spPr>
          <a:xfrm>
            <a:off x="498473" y="2787685"/>
            <a:ext cx="4680000" cy="1369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lang="en-US" sz="1100" b="false" i="false" kern="1200" cap="all" spc="150" baseline="0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sz="1200"/>
            </a:lvl3pPr>
          </a:lstStyle>
          <a:p>
            <a:pPr lvl="0"/>
            <a:r>
              <a:rPr lang="en-US" noProof="false" err="true"/>
              <a:t>请输入副标题</a:t>
            </a:r>
            <a:endParaRPr lang="en-US" noProof="false"/>
          </a:p>
        </p:txBody>
      </p:sp>
      <p:sp>
        <p:nvSpPr>
          <p:cNvPr id="56" name="Text Placeholder 5"/>
          <p:cNvSpPr>
            <a:spLocks noGrp="true"/>
          </p:cNvSpPr>
          <p:nvPr>
            <p:ph type="body" sz="quarter" idx="24" hasCustomPrompt="true"/>
          </p:nvPr>
        </p:nvSpPr>
        <p:spPr>
          <a:xfrm>
            <a:off x="507364" y="3008388"/>
            <a:ext cx="4680000" cy="1340603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lang="zh-TW" altLang="en-US" sz="3200" b="true" i="false" kern="1200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zh-TW" altLang="en-US" noProof="false"/>
              <a:t>请输入标题 </a:t>
            </a:r>
            <a:endParaRPr lang="zh-TW" altLang="en-US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en-US" altLang="zh-TW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 </a:t>
            </a:r>
            <a:endParaRPr lang="zh-TW" altLang="en-US" noProof="false"/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p="http://schemas.openxmlformats.org/presentationml/2006/main">
  <p:cSld name="1_Content blocks 4 images right uneven 2">
    <p:bg>
      <p:bgPr>
        <a:solidFill>
          <a:schemeClr val="tx1"/>
        </a:solidFill>
        <a:effectLst/>
      </p:bgPr>
    </p:bg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59" name="Picture Placeholder 7"/>
          <p:cNvSpPr>
            <a:spLocks noGrp="true"/>
          </p:cNvSpPr>
          <p:nvPr>
            <p:ph type="pic" sz="quarter" idx="22" hasCustomPrompt="true"/>
          </p:nvPr>
        </p:nvSpPr>
        <p:spPr>
          <a:xfrm>
            <a:off x="6203950" y="4163218"/>
            <a:ext cx="2584450" cy="1888810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TW" noProof="false" err="true"/>
              <a:t>单击插入图片</a:t>
            </a:r>
            <a:endParaRPr lang="en-US" altLang="zh-TW" noProof="false"/>
          </a:p>
        </p:txBody>
      </p:sp>
      <p:sp>
        <p:nvSpPr>
          <p:cNvPr id="60" name="Picture Placeholder 7"/>
          <p:cNvSpPr>
            <a:spLocks noGrp="true"/>
          </p:cNvSpPr>
          <p:nvPr>
            <p:ph type="pic" sz="quarter" idx="23" hasCustomPrompt="true"/>
          </p:nvPr>
        </p:nvSpPr>
        <p:spPr>
          <a:xfrm>
            <a:off x="6203950" y="512762"/>
            <a:ext cx="2584450" cy="3427413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TW" noProof="false" err="true"/>
              <a:t>单击插入图片</a:t>
            </a:r>
            <a:endParaRPr lang="en-US" altLang="zh-TW" noProof="false"/>
          </a:p>
        </p:txBody>
      </p:sp>
      <p:sp>
        <p:nvSpPr>
          <p:cNvPr id="61" name="Picture Placeholder 7"/>
          <p:cNvSpPr>
            <a:spLocks noGrp="true"/>
          </p:cNvSpPr>
          <p:nvPr>
            <p:ph type="pic" sz="quarter" idx="26" hasCustomPrompt="true"/>
          </p:nvPr>
        </p:nvSpPr>
        <p:spPr>
          <a:xfrm>
            <a:off x="9100185" y="512762"/>
            <a:ext cx="2584450" cy="1888810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TW" noProof="false" err="true"/>
              <a:t>单击插入图片</a:t>
            </a:r>
            <a:endParaRPr lang="en-US" altLang="zh-TW" noProof="false"/>
          </a:p>
        </p:txBody>
      </p:sp>
      <p:sp>
        <p:nvSpPr>
          <p:cNvPr id="62" name="Picture Placeholder 7"/>
          <p:cNvSpPr>
            <a:spLocks noGrp="true"/>
          </p:cNvSpPr>
          <p:nvPr>
            <p:ph type="pic" sz="quarter" idx="27" hasCustomPrompt="true"/>
          </p:nvPr>
        </p:nvSpPr>
        <p:spPr>
          <a:xfrm>
            <a:off x="9100185" y="2624615"/>
            <a:ext cx="2584450" cy="3427413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TW" noProof="false" err="true"/>
              <a:t>单击插入图片</a:t>
            </a:r>
            <a:endParaRPr lang="en-US" altLang="zh-TW" noProof="false"/>
          </a:p>
        </p:txBody>
      </p:sp>
      <p:sp>
        <p:nvSpPr>
          <p:cNvPr id="63" name="Text Placeholder 8"/>
          <p:cNvSpPr>
            <a:spLocks noGrp="true"/>
          </p:cNvSpPr>
          <p:nvPr>
            <p:ph type="body" sz="quarter" idx="28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altLang="zh-CN" noProof="false" err="true"/>
              <a:t>来源</a:t>
            </a:r>
            <a:r>
              <a:rPr lang="zh-CN" altLang="en-US" noProof="false"/>
              <a:t>：</a:t>
            </a:r>
            <a:endParaRPr lang="en-US" altLang="zh-CN" noProof="false"/>
          </a:p>
        </p:txBody>
      </p:sp>
      <p:sp>
        <p:nvSpPr>
          <p:cNvPr id="64" name="Text Placeholder 12"/>
          <p:cNvSpPr>
            <a:spLocks noGrp="true"/>
          </p:cNvSpPr>
          <p:nvPr>
            <p:ph type="body" sz="quarter" idx="24" hasCustomPrompt="true"/>
          </p:nvPr>
        </p:nvSpPr>
        <p:spPr>
          <a:xfrm>
            <a:off x="498474" y="1923221"/>
            <a:ext cx="4680000" cy="15126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lang="en-US" sz="1100" b="false" i="false" kern="1200" cap="all" spc="150" baseline="0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sz="1200"/>
            </a:lvl3pPr>
          </a:lstStyle>
          <a:p>
            <a:pPr lvl="0"/>
            <a:r>
              <a:rPr lang="en-US" noProof="false" err="true"/>
              <a:t>请输入副标题</a:t>
            </a:r>
            <a:endParaRPr lang="en-US" noProof="false"/>
          </a:p>
        </p:txBody>
      </p:sp>
      <p:sp>
        <p:nvSpPr>
          <p:cNvPr id="65" name="Text Placeholder 12"/>
          <p:cNvSpPr>
            <a:spLocks noGrp="true"/>
          </p:cNvSpPr>
          <p:nvPr>
            <p:ph type="body" sz="quarter" idx="31" hasCustomPrompt="true"/>
          </p:nvPr>
        </p:nvSpPr>
        <p:spPr>
          <a:xfrm>
            <a:off x="498474" y="3007360"/>
            <a:ext cx="4680000" cy="2677796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00" b="false" i="false" kern="1200" cap="none" spc="0" baseline="0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lang="en-GB" sz="1200" kern="1200" dirty="fals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zh-TW" altLang="en-US" noProof="false"/>
              <a:t>请输入正文内容</a:t>
            </a:r>
            <a:endParaRPr lang="zh-TW" altLang="en-US" noProof="false"/>
          </a:p>
        </p:txBody>
      </p:sp>
      <p:sp>
        <p:nvSpPr>
          <p:cNvPr id="66" name="Text Placeholder 5"/>
          <p:cNvSpPr>
            <a:spLocks noGrp="true"/>
          </p:cNvSpPr>
          <p:nvPr>
            <p:ph type="body" sz="quarter" idx="32" hasCustomPrompt="true"/>
          </p:nvPr>
        </p:nvSpPr>
        <p:spPr>
          <a:xfrm>
            <a:off x="498474" y="2133601"/>
            <a:ext cx="4680000" cy="741679"/>
          </a:xfrm>
        </p:spPr>
        <p:txBody>
          <a:bodyPr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lang="zh-TW" altLang="en-US" sz="2800" b="true" i="false" kern="1200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zh-TW" altLang="en-US" noProof="false"/>
              <a:t>请输入标题 </a:t>
            </a:r>
            <a:endParaRPr lang="zh-TW" altLang="en-US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 </a:t>
            </a:r>
            <a:endParaRPr lang="zh-TW" altLang="en-US" noProof="false"/>
          </a:p>
          <a:p>
            <a:pPr lvl="0"/>
            <a:r>
              <a:rPr lang="en-US" noProof="false"/>
              <a:t> </a:t>
            </a:r>
            <a:endParaRPr lang="en-US" noProof="false"/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p="http://schemas.openxmlformats.org/presentationml/2006/main">
  <p:cSld name="2_Content blocks image right large figure">
    <p:spTree>
      <p:nvGrpSpPr>
        <p:cNvPr id="6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69" name="Picture Placeholder 7"/>
          <p:cNvSpPr>
            <a:spLocks noGrp="true"/>
          </p:cNvSpPr>
          <p:nvPr>
            <p:ph type="pic" sz="quarter" idx="15" hasCustomPrompt="true"/>
          </p:nvPr>
        </p:nvSpPr>
        <p:spPr>
          <a:xfrm>
            <a:off x="507365" y="512763"/>
            <a:ext cx="5461976" cy="5747360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noProof="false" err="true"/>
              <a:t>单击插入图片</a:t>
            </a:r>
            <a:endParaRPr lang="en-US" noProof="false"/>
          </a:p>
        </p:txBody>
      </p:sp>
      <p:sp>
        <p:nvSpPr>
          <p:cNvPr id="70" name="Text Placeholder 12"/>
          <p:cNvSpPr>
            <a:spLocks noGrp="true"/>
          </p:cNvSpPr>
          <p:nvPr>
            <p:ph type="body" sz="quarter" idx="14" hasCustomPrompt="true"/>
          </p:nvPr>
        </p:nvSpPr>
        <p:spPr>
          <a:xfrm>
            <a:off x="6176351" y="3141663"/>
            <a:ext cx="5489575" cy="3025457"/>
          </a:xfrm>
        </p:spPr>
        <p:txBody>
          <a:bodyPr anchor="b" anchorCtr="false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lang="en-US" altLang="zh-CN" sz="32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914400" indent="0">
              <a:buNone/>
              <a:defRPr/>
            </a:lvl3pPr>
          </a:lstStyle>
          <a:p>
            <a:pPr marL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noProof="false" err="true"/>
              <a:t>请输入短标题</a:t>
            </a:r>
            <a:endParaRPr lang="en-US" noProof="false"/>
          </a:p>
          <a:p>
            <a:pPr marL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</a:t>
            </a:r>
            <a:r>
              <a:rPr lang="zh-CN" altLang="en-US" noProof="false"/>
              <a:t>短</a:t>
            </a:r>
            <a:r>
              <a:rPr lang="en-US" altLang="zh-CN" noProof="false" err="true"/>
              <a:t>标题</a:t>
            </a:r>
            <a:endParaRPr lang="en-US" altLang="zh-CN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请输入</a:t>
            </a:r>
            <a:r>
              <a:rPr lang="zh-CN" altLang="en-US" noProof="false"/>
              <a:t>短</a:t>
            </a:r>
            <a:r>
              <a:rPr lang="en-US" altLang="zh-CN" noProof="false" err="true"/>
              <a:t>标题</a:t>
            </a:r>
            <a:endParaRPr lang="en-US" altLang="zh-CN" noProof="false"/>
          </a:p>
        </p:txBody>
      </p:sp>
      <p:sp>
        <p:nvSpPr>
          <p:cNvPr id="71" name="Text Placeholder 8"/>
          <p:cNvSpPr>
            <a:spLocks noGrp="true"/>
          </p:cNvSpPr>
          <p:nvPr>
            <p:ph type="body" sz="quarter" idx="16" hasCustomPrompt="true"/>
          </p:nvPr>
        </p:nvSpPr>
        <p:spPr>
          <a:xfrm>
            <a:off x="6184515" y="308430"/>
            <a:ext cx="5489575" cy="2101850"/>
          </a:xfrm>
        </p:spPr>
        <p:txBody>
          <a:bodyPr>
            <a:noAutofit/>
          </a:bodyPr>
          <a:lstStyle>
            <a:lvl1pPr marL="0" indent="0">
              <a:buNone/>
              <a:defRPr lang="en-US" sz="15000" b="true" i="false" kern="1200" noProof="false" dirty="false">
                <a:solidFill>
                  <a:srgbClr val="F55600"/>
                </a:solidFill>
                <a:latin typeface="+mj-lt"/>
                <a:ea typeface="Noto Sans S Chinese Regular" panose="020B0500000000000000" pitchFamily="34" charset="-128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noProof="false"/>
              <a:t>#$%</a:t>
            </a:r>
            <a:endParaRPr lang="en-US" noProof="false"/>
          </a:p>
        </p:txBody>
      </p:sp>
      <p:sp>
        <p:nvSpPr>
          <p:cNvPr id="72" name="Text Placeholder 8"/>
          <p:cNvSpPr>
            <a:spLocks noGrp="true"/>
          </p:cNvSpPr>
          <p:nvPr>
            <p:ph type="body" sz="quarter" idx="23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altLang="zh-CN" noProof="false" err="true"/>
              <a:t>来源</a:t>
            </a:r>
            <a:r>
              <a:rPr lang="zh-CN" altLang="en-US" noProof="false"/>
              <a:t>：</a:t>
            </a:r>
            <a:endParaRPr lang="en-US" altLang="zh-CN" noProof="false"/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p="http://schemas.openxmlformats.org/presentationml/2006/main">
  <p:cSld name="1_Content blocks image right">
    <p:spTree>
      <p:nvGrpSpPr>
        <p:cNvPr id="7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75" name="Picture Placeholder 7"/>
          <p:cNvSpPr>
            <a:spLocks noGrp="true"/>
          </p:cNvSpPr>
          <p:nvPr>
            <p:ph type="pic" sz="quarter" idx="15" hasCustomPrompt="true"/>
          </p:nvPr>
        </p:nvSpPr>
        <p:spPr>
          <a:xfrm>
            <a:off x="507600" y="512763"/>
            <a:ext cx="5461976" cy="5747360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noProof="false" err="true"/>
              <a:t>单击插入图片</a:t>
            </a:r>
            <a:endParaRPr lang="en-US" noProof="false"/>
          </a:p>
        </p:txBody>
      </p:sp>
      <p:sp>
        <p:nvSpPr>
          <p:cNvPr id="76" name="Text Placeholder 8"/>
          <p:cNvSpPr>
            <a:spLocks noGrp="true"/>
          </p:cNvSpPr>
          <p:nvPr>
            <p:ph type="body" sz="quarter" idx="23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altLang="zh-CN" noProof="false" err="true"/>
              <a:t>来源</a:t>
            </a:r>
            <a:r>
              <a:rPr lang="zh-CN" altLang="en-US" noProof="false"/>
              <a:t>：</a:t>
            </a:r>
            <a:endParaRPr lang="en-US" altLang="zh-CN" noProof="false"/>
          </a:p>
        </p:txBody>
      </p:sp>
      <p:sp>
        <p:nvSpPr>
          <p:cNvPr id="77" name="Text Placeholder 12"/>
          <p:cNvSpPr>
            <a:spLocks noGrp="true"/>
          </p:cNvSpPr>
          <p:nvPr>
            <p:ph type="body" sz="quarter" idx="31" hasCustomPrompt="true"/>
          </p:nvPr>
        </p:nvSpPr>
        <p:spPr>
          <a:xfrm>
            <a:off x="6203950" y="2787685"/>
            <a:ext cx="4680000" cy="1369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lang="en-US" sz="1100" b="false" i="false" kern="1200" cap="all" spc="150" baseline="0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sz="1200"/>
            </a:lvl3pPr>
          </a:lstStyle>
          <a:p>
            <a:pPr lvl="0"/>
            <a:r>
              <a:rPr lang="en-US" noProof="false" err="true"/>
              <a:t>请输入副标题</a:t>
            </a:r>
            <a:endParaRPr lang="en-US" noProof="false"/>
          </a:p>
        </p:txBody>
      </p:sp>
      <p:sp>
        <p:nvSpPr>
          <p:cNvPr id="78" name="Text Placeholder 5"/>
          <p:cNvSpPr>
            <a:spLocks noGrp="true"/>
          </p:cNvSpPr>
          <p:nvPr>
            <p:ph type="body" sz="quarter" idx="24" hasCustomPrompt="true"/>
          </p:nvPr>
        </p:nvSpPr>
        <p:spPr>
          <a:xfrm>
            <a:off x="6212841" y="3008388"/>
            <a:ext cx="4680000" cy="1340603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lang="en-US" altLang="zh-CN" sz="32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请输入标题</a:t>
            </a:r>
            <a:endParaRPr lang="en-US" altLang="zh-CN" noProof="false"/>
          </a:p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请输入标题</a:t>
            </a:r>
            <a:endParaRPr lang="en-US" altLang="zh-CN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请输入标题</a:t>
            </a:r>
            <a:endParaRPr lang="en-US" altLang="zh-CN" noProof="false"/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p="http://schemas.openxmlformats.org/presentationml/2006/main">
  <p:cSld name="2_Content blocks image right 2">
    <p:spTree>
      <p:nvGrpSpPr>
        <p:cNvPr id="7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81" name="Picture Placeholder 7"/>
          <p:cNvSpPr>
            <a:spLocks noGrp="true"/>
          </p:cNvSpPr>
          <p:nvPr>
            <p:ph type="pic" sz="quarter" idx="15" hasCustomPrompt="true"/>
          </p:nvPr>
        </p:nvSpPr>
        <p:spPr>
          <a:xfrm>
            <a:off x="507365" y="512763"/>
            <a:ext cx="5461976" cy="5747360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noProof="false" err="true"/>
              <a:t>单击插入图片</a:t>
            </a:r>
            <a:endParaRPr lang="en-US" noProof="false"/>
          </a:p>
        </p:txBody>
      </p:sp>
      <p:sp>
        <p:nvSpPr>
          <p:cNvPr id="82" name="Text Placeholder 8"/>
          <p:cNvSpPr>
            <a:spLocks noGrp="true"/>
          </p:cNvSpPr>
          <p:nvPr>
            <p:ph type="body" sz="quarter" idx="23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altLang="zh-CN" noProof="false" err="true"/>
              <a:t>来源</a:t>
            </a:r>
            <a:r>
              <a:rPr lang="zh-CN" altLang="en-US" noProof="false"/>
              <a:t>：</a:t>
            </a:r>
            <a:endParaRPr lang="en-US" altLang="zh-CN" noProof="false"/>
          </a:p>
        </p:txBody>
      </p:sp>
      <p:sp>
        <p:nvSpPr>
          <p:cNvPr id="83" name="Text Placeholder 12"/>
          <p:cNvSpPr>
            <a:spLocks noGrp="true"/>
          </p:cNvSpPr>
          <p:nvPr>
            <p:ph type="body" sz="quarter" idx="24" hasCustomPrompt="true"/>
          </p:nvPr>
        </p:nvSpPr>
        <p:spPr>
          <a:xfrm>
            <a:off x="6203950" y="1923221"/>
            <a:ext cx="4680000" cy="15126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lang="en-US" sz="1100" b="false" i="false" kern="1200" cap="all" spc="150" baseline="0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sz="1200"/>
            </a:lvl3pPr>
          </a:lstStyle>
          <a:p>
            <a:pPr lvl="0"/>
            <a:r>
              <a:rPr lang="en-US" noProof="false" err="true"/>
              <a:t>请输入副标题</a:t>
            </a:r>
            <a:endParaRPr lang="en-US" noProof="false"/>
          </a:p>
        </p:txBody>
      </p:sp>
      <p:sp>
        <p:nvSpPr>
          <p:cNvPr id="84" name="Text Placeholder 12"/>
          <p:cNvSpPr>
            <a:spLocks noGrp="true"/>
          </p:cNvSpPr>
          <p:nvPr>
            <p:ph type="body" sz="quarter" idx="31" hasCustomPrompt="true"/>
          </p:nvPr>
        </p:nvSpPr>
        <p:spPr>
          <a:xfrm>
            <a:off x="6203950" y="3007360"/>
            <a:ext cx="4680000" cy="2677796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00" b="false" i="false" kern="1200" cap="none" spc="0" baseline="0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lang="en-GB" sz="1200" kern="1200" dirty="fals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noProof="false" err="true"/>
              <a:t>请输入正文内容</a:t>
            </a:r>
            <a:endParaRPr lang="en-US" noProof="false"/>
          </a:p>
        </p:txBody>
      </p:sp>
      <p:sp>
        <p:nvSpPr>
          <p:cNvPr id="85" name="Text Placeholder 5"/>
          <p:cNvSpPr>
            <a:spLocks noGrp="true"/>
          </p:cNvSpPr>
          <p:nvPr>
            <p:ph type="body" sz="quarter" idx="32" hasCustomPrompt="true"/>
          </p:nvPr>
        </p:nvSpPr>
        <p:spPr>
          <a:xfrm>
            <a:off x="6203950" y="2133601"/>
            <a:ext cx="4680000" cy="741679"/>
          </a:xfrm>
        </p:spPr>
        <p:txBody>
          <a:bodyPr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lang="en-US" altLang="zh-CN" sz="28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noProof="false" dirty="false" err="true"/>
              <a:t>请输入标题</a:t>
            </a:r>
            <a:endParaRPr lang="en-US" noProof="false" dirty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dirty="false" err="true"/>
              <a:t>请输入标题</a:t>
            </a:r>
            <a:endParaRPr lang="en-US" altLang="zh-CN" noProof="false" dirty="false"/>
          </a:p>
          <a:p>
            <a:pPr marL="0" lvl="0" indent="0" algn="l" defTabSz="914400" rtl="false" eaLnBrk="true" latinLnBrk="false" hangingPunct="true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noProof="false" dirty="false"/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p="http://schemas.openxmlformats.org/presentationml/2006/main">
  <p:cSld name="3_Content blocks image right large figure">
    <p:bg>
      <p:bgPr>
        <a:solidFill>
          <a:schemeClr val="tx1"/>
        </a:solidFill>
        <a:effectLst/>
      </p:bgPr>
    </p:bg>
    <p:spTree>
      <p:nvGrpSpPr>
        <p:cNvPr id="8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88" name="Picture Placeholder 7"/>
          <p:cNvSpPr>
            <a:spLocks noGrp="true"/>
          </p:cNvSpPr>
          <p:nvPr>
            <p:ph type="pic" sz="quarter" idx="15" hasCustomPrompt="true"/>
          </p:nvPr>
        </p:nvSpPr>
        <p:spPr>
          <a:xfrm>
            <a:off x="498475" y="512763"/>
            <a:ext cx="5461976" cy="5747360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单击插入图片</a:t>
            </a:r>
            <a:endParaRPr lang="en-US" altLang="zh-CN" noProof="false"/>
          </a:p>
        </p:txBody>
      </p:sp>
      <p:sp>
        <p:nvSpPr>
          <p:cNvPr id="89" name="Text Placeholder 12"/>
          <p:cNvSpPr>
            <a:spLocks noGrp="true"/>
          </p:cNvSpPr>
          <p:nvPr>
            <p:ph type="body" sz="quarter" idx="14" hasCustomPrompt="true"/>
          </p:nvPr>
        </p:nvSpPr>
        <p:spPr>
          <a:xfrm>
            <a:off x="6195786" y="3141663"/>
            <a:ext cx="5489575" cy="3025457"/>
          </a:xfrm>
        </p:spPr>
        <p:txBody>
          <a:bodyPr anchor="b" anchorCtr="false"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lang="zh-TW" altLang="en-US" sz="3200" b="true" i="false" kern="1200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914400" indent="0">
              <a:buNone/>
              <a:defRPr/>
            </a:lvl3pPr>
          </a:lstStyle>
          <a:p>
            <a:pPr marL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zh-TW" altLang="en-US" noProof="false" dirty="false"/>
              <a:t>请输入短标题</a:t>
            </a:r>
            <a:endParaRPr lang="zh-TW" altLang="en-US" noProof="false" dirty="false"/>
          </a:p>
          <a:p>
            <a:pPr marL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zh-TW" altLang="en-US" noProof="false" dirty="false"/>
              <a:t>请输入短标题</a:t>
            </a:r>
            <a:endParaRPr lang="zh-TW" altLang="en-US" noProof="false" dirty="false"/>
          </a:p>
          <a:p>
            <a:pPr marL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zh-TW" altLang="en-US" noProof="false" dirty="false"/>
              <a:t>请输入短标题</a:t>
            </a:r>
            <a:endParaRPr lang="zh-TW" altLang="en-US" noProof="false" dirty="false"/>
          </a:p>
        </p:txBody>
      </p:sp>
      <p:sp>
        <p:nvSpPr>
          <p:cNvPr id="90" name="Text Placeholder 8"/>
          <p:cNvSpPr>
            <a:spLocks noGrp="true"/>
          </p:cNvSpPr>
          <p:nvPr>
            <p:ph type="body" sz="quarter" idx="16" hasCustomPrompt="true"/>
          </p:nvPr>
        </p:nvSpPr>
        <p:spPr>
          <a:xfrm>
            <a:off x="6203950" y="308430"/>
            <a:ext cx="5489575" cy="2101850"/>
          </a:xfrm>
        </p:spPr>
        <p:txBody>
          <a:bodyPr>
            <a:noAutofit/>
          </a:bodyPr>
          <a:lstStyle>
            <a:lvl1pPr marL="0" indent="0">
              <a:buNone/>
              <a:defRPr lang="en-US" sz="15000" b="true" i="false" kern="1200" noProof="false" dirty="false">
                <a:solidFill>
                  <a:srgbClr val="F55600"/>
                </a:solidFill>
                <a:latin typeface="+mj-lt"/>
                <a:ea typeface="Noto Sans S Chinese Regular" panose="020B0500000000000000" pitchFamily="34" charset="-128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noProof="false"/>
              <a:t>#$%</a:t>
            </a:r>
            <a:endParaRPr lang="en-US" noProof="false"/>
          </a:p>
        </p:txBody>
      </p:sp>
      <p:sp>
        <p:nvSpPr>
          <p:cNvPr id="91" name="Text Placeholder 8"/>
          <p:cNvSpPr>
            <a:spLocks noGrp="true"/>
          </p:cNvSpPr>
          <p:nvPr>
            <p:ph type="body" sz="quarter" idx="23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altLang="zh-CN" noProof="false" err="true"/>
              <a:t>来源</a:t>
            </a:r>
            <a:r>
              <a:rPr lang="zh-CN" altLang="en-US" noProof="false"/>
              <a:t>：</a:t>
            </a:r>
            <a:endParaRPr lang="en-US" altLang="zh-CN" noProof="false"/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p="http://schemas.openxmlformats.org/presentationml/2006/main">
  <p:cSld name="3_Content blocks image right">
    <p:bg>
      <p:bgPr>
        <a:solidFill>
          <a:schemeClr val="tx1"/>
        </a:solidFill>
        <a:effectLst/>
      </p:bgPr>
    </p:bg>
    <p:spTree>
      <p:nvGrpSpPr>
        <p:cNvPr id="9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98" name="Picture Placeholder 7"/>
          <p:cNvSpPr>
            <a:spLocks noGrp="true"/>
          </p:cNvSpPr>
          <p:nvPr>
            <p:ph type="pic" sz="quarter" idx="15" hasCustomPrompt="true"/>
          </p:nvPr>
        </p:nvSpPr>
        <p:spPr>
          <a:xfrm>
            <a:off x="507600" y="512763"/>
            <a:ext cx="5461976" cy="5747360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单击插入图片</a:t>
            </a:r>
            <a:endParaRPr lang="en-US" altLang="zh-CN" noProof="false"/>
          </a:p>
        </p:txBody>
      </p:sp>
      <p:sp>
        <p:nvSpPr>
          <p:cNvPr id="99" name="Text Placeholder 8"/>
          <p:cNvSpPr>
            <a:spLocks noGrp="true"/>
          </p:cNvSpPr>
          <p:nvPr>
            <p:ph type="body" sz="quarter" idx="23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altLang="zh-CN" noProof="false" err="true"/>
              <a:t>来源</a:t>
            </a:r>
            <a:r>
              <a:rPr lang="zh-CN" altLang="en-US" noProof="false"/>
              <a:t>：</a:t>
            </a:r>
            <a:endParaRPr lang="en-US" altLang="zh-CN" noProof="false"/>
          </a:p>
        </p:txBody>
      </p:sp>
      <p:sp>
        <p:nvSpPr>
          <p:cNvPr id="100" name="Text Placeholder 12"/>
          <p:cNvSpPr>
            <a:spLocks noGrp="true"/>
          </p:cNvSpPr>
          <p:nvPr>
            <p:ph type="body" sz="quarter" idx="31" hasCustomPrompt="true"/>
          </p:nvPr>
        </p:nvSpPr>
        <p:spPr>
          <a:xfrm>
            <a:off x="6167460" y="2787685"/>
            <a:ext cx="4680000" cy="1369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lang="en-US" sz="1100" b="false" i="false" kern="1200" cap="all" spc="150" baseline="0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sz="1200"/>
            </a:lvl3pPr>
          </a:lstStyle>
          <a:p>
            <a:pPr lvl="0"/>
            <a:r>
              <a:rPr lang="en-US" noProof="false" err="true"/>
              <a:t>请输入副标题</a:t>
            </a:r>
            <a:endParaRPr lang="en-US" noProof="false"/>
          </a:p>
        </p:txBody>
      </p:sp>
      <p:sp>
        <p:nvSpPr>
          <p:cNvPr id="101" name="Text Placeholder 5"/>
          <p:cNvSpPr>
            <a:spLocks noGrp="true"/>
          </p:cNvSpPr>
          <p:nvPr>
            <p:ph type="body" sz="quarter" idx="24" hasCustomPrompt="true"/>
          </p:nvPr>
        </p:nvSpPr>
        <p:spPr>
          <a:xfrm>
            <a:off x="6176351" y="3008388"/>
            <a:ext cx="4680000" cy="1340603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lang="zh-TW" altLang="en-US" sz="3200" b="true" i="false" kern="1200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zh-TW" altLang="en-US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zh-TW" altLang="en-US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zh-TW" altLang="en-US" noProof="false"/>
          </a:p>
          <a:p>
            <a:pPr marL="0" marR="0" lvl="0" indent="0" algn="l" defTabSz="914400" rtl="false" eaLnBrk="true" fontAlgn="auto" latinLnBrk="false" hangingPunct="true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lang="zh-TW" altLang="en-US" noProof="false"/>
          </a:p>
          <a:p>
            <a:pPr marL="0" marR="0" lvl="0" indent="0" algn="l" defTabSz="914400" rtl="false" eaLnBrk="true" fontAlgn="auto" latinLnBrk="false" hangingPunct="true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lang="zh-TW" altLang="en-US" noProof="false"/>
          </a:p>
          <a:p>
            <a:pPr marL="0" lvl="0" indent="0" algn="l" defTabSz="914400" rtl="false" eaLnBrk="true" latinLnBrk="false" hangingPunct="true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noProof="false"/>
          </a:p>
          <a:p>
            <a:pPr marL="0" lvl="0" indent="0" algn="l" defTabSz="914400" rtl="false" eaLnBrk="true" latinLnBrk="false" hangingPunct="true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noProof="false"/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p="http://schemas.openxmlformats.org/presentationml/2006/main">
  <p:cSld name="3_Content blocks image right 2">
    <p:bg>
      <p:bgPr>
        <a:solidFill>
          <a:schemeClr val="tx1"/>
        </a:solidFill>
        <a:effectLst/>
      </p:bgPr>
    </p:bg>
    <p:spTree>
      <p:nvGrpSpPr>
        <p:cNvPr id="10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104" name="Picture Placeholder 7"/>
          <p:cNvSpPr>
            <a:spLocks noGrp="true"/>
          </p:cNvSpPr>
          <p:nvPr>
            <p:ph type="pic" sz="quarter" idx="15" hasCustomPrompt="true"/>
          </p:nvPr>
        </p:nvSpPr>
        <p:spPr>
          <a:xfrm>
            <a:off x="506049" y="512763"/>
            <a:ext cx="5461976" cy="5747360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单击插入图片</a:t>
            </a:r>
            <a:endParaRPr lang="en-US" altLang="zh-CN" noProof="false"/>
          </a:p>
        </p:txBody>
      </p:sp>
      <p:sp>
        <p:nvSpPr>
          <p:cNvPr id="105" name="Text Placeholder 8"/>
          <p:cNvSpPr>
            <a:spLocks noGrp="true"/>
          </p:cNvSpPr>
          <p:nvPr>
            <p:ph type="body" sz="quarter" idx="23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altLang="zh-CN" noProof="false" err="true"/>
              <a:t>来源</a:t>
            </a:r>
            <a:r>
              <a:rPr lang="zh-CN" altLang="en-US" noProof="false"/>
              <a:t>：</a:t>
            </a:r>
            <a:endParaRPr lang="en-US" altLang="zh-CN" noProof="false"/>
          </a:p>
        </p:txBody>
      </p:sp>
      <p:sp>
        <p:nvSpPr>
          <p:cNvPr id="106" name="Text Placeholder 12"/>
          <p:cNvSpPr>
            <a:spLocks noGrp="true"/>
          </p:cNvSpPr>
          <p:nvPr>
            <p:ph type="body" sz="quarter" idx="24" hasCustomPrompt="true"/>
          </p:nvPr>
        </p:nvSpPr>
        <p:spPr>
          <a:xfrm>
            <a:off x="6176351" y="1923221"/>
            <a:ext cx="4680000" cy="15126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lang="en-US" sz="1100" b="false" i="false" kern="1200" cap="all" spc="150" baseline="0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sz="1200"/>
            </a:lvl3pPr>
          </a:lstStyle>
          <a:p>
            <a:pPr lvl="0"/>
            <a:r>
              <a:rPr lang="en-US" noProof="false" err="true"/>
              <a:t>请输入副标题</a:t>
            </a:r>
            <a:endParaRPr lang="en-US" noProof="false"/>
          </a:p>
        </p:txBody>
      </p:sp>
      <p:sp>
        <p:nvSpPr>
          <p:cNvPr id="107" name="Text Placeholder 12"/>
          <p:cNvSpPr>
            <a:spLocks noGrp="true"/>
          </p:cNvSpPr>
          <p:nvPr>
            <p:ph type="body" sz="quarter" idx="31" hasCustomPrompt="true"/>
          </p:nvPr>
        </p:nvSpPr>
        <p:spPr>
          <a:xfrm>
            <a:off x="6176351" y="3007360"/>
            <a:ext cx="4680000" cy="2677796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00" b="false" i="false" kern="1200" cap="none" spc="0" baseline="0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lang="en-GB" sz="1200" kern="1200" dirty="fals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noProof="false" err="true"/>
              <a:t>请输入正文内容</a:t>
            </a:r>
            <a:endParaRPr lang="en-US" noProof="false"/>
          </a:p>
        </p:txBody>
      </p:sp>
      <p:sp>
        <p:nvSpPr>
          <p:cNvPr id="108" name="Text Placeholder 5"/>
          <p:cNvSpPr>
            <a:spLocks noGrp="true"/>
          </p:cNvSpPr>
          <p:nvPr>
            <p:ph type="body" sz="quarter" idx="32" hasCustomPrompt="true"/>
          </p:nvPr>
        </p:nvSpPr>
        <p:spPr>
          <a:xfrm>
            <a:off x="6176351" y="2133601"/>
            <a:ext cx="4680000" cy="741679"/>
          </a:xfrm>
        </p:spPr>
        <p:txBody>
          <a:bodyPr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lang="zh-TW" altLang="en-US" sz="2800" b="true" i="false" kern="1200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zh-TW" altLang="en-US" noProof="false"/>
              <a:t>请输入标题</a:t>
            </a:r>
            <a:endParaRPr lang="zh-TW" altLang="en-US" noProof="false"/>
          </a:p>
          <a:p>
            <a:pPr marL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zh-TW" altLang="en-US" noProof="false"/>
              <a:t>请输入标题</a:t>
            </a:r>
            <a:endParaRPr lang="zh-TW" altLang="en-US" noProof="false"/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p="http://schemas.openxmlformats.org/presentationml/2006/main">
  <p:cSld name="2_Content blocks 2 images right large figure">
    <p:spTree>
      <p:nvGrpSpPr>
        <p:cNvPr id="10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111" name="Text Placeholder 12"/>
          <p:cNvSpPr>
            <a:spLocks noGrp="true"/>
          </p:cNvSpPr>
          <p:nvPr>
            <p:ph type="body" sz="quarter" idx="14" hasCustomPrompt="true"/>
          </p:nvPr>
        </p:nvSpPr>
        <p:spPr>
          <a:xfrm>
            <a:off x="6186260" y="3141663"/>
            <a:ext cx="5489575" cy="3025457"/>
          </a:xfrm>
        </p:spPr>
        <p:txBody>
          <a:bodyPr anchor="b" anchorCtr="false"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lang="en-US" altLang="zh-CN" sz="32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914400" indent="0">
              <a:buNone/>
              <a:defRPr/>
            </a:lvl3pPr>
          </a:lstStyle>
          <a:p>
            <a:pPr marL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请输入短标题</a:t>
            </a:r>
            <a:endParaRPr lang="en-US" altLang="zh-CN" noProof="false"/>
          </a:p>
          <a:p>
            <a:pPr marL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</a:t>
            </a:r>
            <a:r>
              <a:rPr lang="zh-CN" altLang="en-US" noProof="false"/>
              <a:t>短</a:t>
            </a:r>
            <a:r>
              <a:rPr lang="en-US" altLang="zh-CN" noProof="false" err="true"/>
              <a:t>标题</a:t>
            </a:r>
            <a:endParaRPr lang="en-US" altLang="zh-CN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请输入</a:t>
            </a:r>
            <a:r>
              <a:rPr lang="zh-CN" altLang="en-US" noProof="false"/>
              <a:t>短</a:t>
            </a:r>
            <a:r>
              <a:rPr lang="en-US" altLang="zh-CN" noProof="false" err="true"/>
              <a:t>标题</a:t>
            </a:r>
            <a:endParaRPr lang="en-US" altLang="zh-CN" noProof="false"/>
          </a:p>
        </p:txBody>
      </p:sp>
      <p:sp>
        <p:nvSpPr>
          <p:cNvPr id="112" name="Text Placeholder 8"/>
          <p:cNvSpPr>
            <a:spLocks noGrp="true"/>
          </p:cNvSpPr>
          <p:nvPr>
            <p:ph type="body" sz="quarter" idx="16" hasCustomPrompt="true"/>
          </p:nvPr>
        </p:nvSpPr>
        <p:spPr>
          <a:xfrm>
            <a:off x="6194424" y="308430"/>
            <a:ext cx="5489575" cy="2101850"/>
          </a:xfrm>
        </p:spPr>
        <p:txBody>
          <a:bodyPr>
            <a:noAutofit/>
          </a:bodyPr>
          <a:lstStyle>
            <a:lvl1pPr marL="0" indent="0">
              <a:buNone/>
              <a:defRPr lang="en-US" sz="15000" b="true" i="false" kern="1200" noProof="false" dirty="false">
                <a:solidFill>
                  <a:srgbClr val="F55600"/>
                </a:solidFill>
                <a:latin typeface="+mj-lt"/>
                <a:ea typeface="Noto Sans S Chinese Regular" panose="020B0500000000000000" pitchFamily="34" charset="-128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noProof="false"/>
              <a:t>#$%</a:t>
            </a:r>
            <a:endParaRPr lang="en-US" noProof="false"/>
          </a:p>
        </p:txBody>
      </p:sp>
      <p:sp>
        <p:nvSpPr>
          <p:cNvPr id="113" name="Picture Placeholder 7"/>
          <p:cNvSpPr>
            <a:spLocks noGrp="true"/>
          </p:cNvSpPr>
          <p:nvPr>
            <p:ph type="pic" sz="quarter" idx="17" hasCustomPrompt="true"/>
          </p:nvPr>
        </p:nvSpPr>
        <p:spPr>
          <a:xfrm>
            <a:off x="507365" y="512764"/>
            <a:ext cx="5480049" cy="2604056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noProof="false" err="true"/>
              <a:t>单击插入图片</a:t>
            </a:r>
            <a:endParaRPr lang="en-US" noProof="false"/>
          </a:p>
        </p:txBody>
      </p:sp>
      <p:sp>
        <p:nvSpPr>
          <p:cNvPr id="114" name="Picture Placeholder 7"/>
          <p:cNvSpPr>
            <a:spLocks noGrp="true"/>
          </p:cNvSpPr>
          <p:nvPr>
            <p:ph type="pic" sz="quarter" idx="18" hasCustomPrompt="true"/>
          </p:nvPr>
        </p:nvSpPr>
        <p:spPr>
          <a:xfrm>
            <a:off x="507365" y="3453845"/>
            <a:ext cx="5480049" cy="2604056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单击插入图片</a:t>
            </a:r>
            <a:endParaRPr lang="en-US" altLang="zh-CN" noProof="false"/>
          </a:p>
        </p:txBody>
      </p:sp>
      <p:sp>
        <p:nvSpPr>
          <p:cNvPr id="115" name="Text Placeholder 8"/>
          <p:cNvSpPr>
            <a:spLocks noGrp="true"/>
          </p:cNvSpPr>
          <p:nvPr>
            <p:ph type="body" sz="quarter" idx="23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altLang="zh-CN" noProof="false" err="true"/>
              <a:t>来源</a:t>
            </a:r>
            <a:r>
              <a:rPr lang="zh-CN" altLang="en-US" noProof="false"/>
              <a:t>：</a:t>
            </a:r>
            <a:endParaRPr lang="en-US" altLang="zh-CN" noProof="false"/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p="http://schemas.openxmlformats.org/presentationml/2006/main">
  <p:cSld name="2_Content blocks 2 images right">
    <p:spTree>
      <p:nvGrpSpPr>
        <p:cNvPr id="11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118" name="Picture Placeholder 7"/>
          <p:cNvSpPr>
            <a:spLocks noGrp="true"/>
          </p:cNvSpPr>
          <p:nvPr>
            <p:ph type="pic" sz="quarter" idx="15" hasCustomPrompt="true"/>
          </p:nvPr>
        </p:nvSpPr>
        <p:spPr>
          <a:xfrm>
            <a:off x="507600" y="512764"/>
            <a:ext cx="5480049" cy="2604056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noProof="false"/>
              <a:t> </a:t>
            </a:r>
            <a:r>
              <a:rPr lang="en-US" noProof="false" err="true"/>
              <a:t>单击插入图片</a:t>
            </a:r>
            <a:endParaRPr lang="en-US" noProof="false"/>
          </a:p>
        </p:txBody>
      </p:sp>
      <p:sp>
        <p:nvSpPr>
          <p:cNvPr id="119" name="Picture Placeholder 7"/>
          <p:cNvSpPr>
            <a:spLocks noGrp="true"/>
          </p:cNvSpPr>
          <p:nvPr>
            <p:ph type="pic" sz="quarter" idx="16" hasCustomPrompt="true"/>
          </p:nvPr>
        </p:nvSpPr>
        <p:spPr>
          <a:xfrm>
            <a:off x="507600" y="3453845"/>
            <a:ext cx="5480049" cy="2604056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noProof="false" err="true"/>
              <a:t>单击插入图片</a:t>
            </a:r>
            <a:endParaRPr lang="en-US" noProof="false"/>
          </a:p>
        </p:txBody>
      </p:sp>
      <p:sp>
        <p:nvSpPr>
          <p:cNvPr id="120" name="Text Placeholder 8"/>
          <p:cNvSpPr>
            <a:spLocks noGrp="true"/>
          </p:cNvSpPr>
          <p:nvPr>
            <p:ph type="body" sz="quarter" idx="23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altLang="zh-CN" noProof="false" err="true"/>
              <a:t>来源</a:t>
            </a:r>
            <a:r>
              <a:rPr lang="zh-CN" altLang="en-US" noProof="false"/>
              <a:t>：</a:t>
            </a:r>
            <a:endParaRPr lang="en-US" altLang="zh-CN" noProof="false"/>
          </a:p>
        </p:txBody>
      </p:sp>
      <p:sp>
        <p:nvSpPr>
          <p:cNvPr id="121" name="Text Placeholder 12"/>
          <p:cNvSpPr>
            <a:spLocks noGrp="true"/>
          </p:cNvSpPr>
          <p:nvPr>
            <p:ph type="body" sz="quarter" idx="31" hasCustomPrompt="true"/>
          </p:nvPr>
        </p:nvSpPr>
        <p:spPr>
          <a:xfrm>
            <a:off x="6203950" y="2787685"/>
            <a:ext cx="4680000" cy="1369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lang="en-US" sz="1100" b="false" i="false" kern="1200" cap="all" spc="150" baseline="0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sz="1200"/>
            </a:lvl3pPr>
          </a:lstStyle>
          <a:p>
            <a:pPr lvl="0"/>
            <a:r>
              <a:rPr lang="en-US" noProof="false" err="true"/>
              <a:t>请输入副标题</a:t>
            </a:r>
            <a:endParaRPr lang="en-US" noProof="false"/>
          </a:p>
        </p:txBody>
      </p:sp>
      <p:sp>
        <p:nvSpPr>
          <p:cNvPr id="122" name="Text Placeholder 5"/>
          <p:cNvSpPr>
            <a:spLocks noGrp="true"/>
          </p:cNvSpPr>
          <p:nvPr>
            <p:ph type="body" sz="quarter" idx="24" hasCustomPrompt="true"/>
          </p:nvPr>
        </p:nvSpPr>
        <p:spPr>
          <a:xfrm>
            <a:off x="6212841" y="3008388"/>
            <a:ext cx="4680000" cy="1340603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lang="en-US" altLang="zh-CN" sz="32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请输入标题</a:t>
            </a:r>
            <a:endParaRPr lang="en-US" altLang="zh-CN" noProof="false"/>
          </a:p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请输入标题</a:t>
            </a:r>
            <a:endParaRPr lang="en-US" altLang="zh-CN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请输入标题</a:t>
            </a:r>
            <a:endParaRPr lang="en-US" altLang="zh-CN" noProof="false"/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p="http://schemas.openxmlformats.org/presentationml/2006/main">
  <p:cSld name="2_Content blocks 2 images right 2">
    <p:spTree>
      <p:nvGrpSpPr>
        <p:cNvPr id="1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125" name="Picture Placeholder 7"/>
          <p:cNvSpPr>
            <a:spLocks noGrp="true"/>
          </p:cNvSpPr>
          <p:nvPr>
            <p:ph type="pic" sz="quarter" idx="15" hasCustomPrompt="true"/>
          </p:nvPr>
        </p:nvSpPr>
        <p:spPr>
          <a:xfrm>
            <a:off x="508002" y="512764"/>
            <a:ext cx="5480049" cy="2604056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noProof="false" err="true"/>
              <a:t>单击插入图片</a:t>
            </a:r>
            <a:endParaRPr lang="en-US" noProof="false"/>
          </a:p>
        </p:txBody>
      </p:sp>
      <p:sp>
        <p:nvSpPr>
          <p:cNvPr id="126" name="Picture Placeholder 7"/>
          <p:cNvSpPr>
            <a:spLocks noGrp="true"/>
          </p:cNvSpPr>
          <p:nvPr>
            <p:ph type="pic" sz="quarter" idx="18" hasCustomPrompt="true"/>
          </p:nvPr>
        </p:nvSpPr>
        <p:spPr>
          <a:xfrm>
            <a:off x="507365" y="3453845"/>
            <a:ext cx="5480049" cy="2604056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noProof="false" err="true"/>
              <a:t>单击插入图片</a:t>
            </a:r>
            <a:endParaRPr lang="en-US" noProof="false"/>
          </a:p>
        </p:txBody>
      </p:sp>
      <p:sp>
        <p:nvSpPr>
          <p:cNvPr id="127" name="Text Placeholder 8"/>
          <p:cNvSpPr>
            <a:spLocks noGrp="true"/>
          </p:cNvSpPr>
          <p:nvPr>
            <p:ph type="body" sz="quarter" idx="23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altLang="zh-CN" noProof="false" err="true"/>
              <a:t>来源</a:t>
            </a:r>
            <a:r>
              <a:rPr lang="zh-CN" altLang="en-US" noProof="false"/>
              <a:t>：</a:t>
            </a:r>
            <a:endParaRPr lang="en-US" altLang="zh-CN" noProof="false"/>
          </a:p>
        </p:txBody>
      </p:sp>
      <p:sp>
        <p:nvSpPr>
          <p:cNvPr id="128" name="Text Placeholder 12"/>
          <p:cNvSpPr>
            <a:spLocks noGrp="true"/>
          </p:cNvSpPr>
          <p:nvPr>
            <p:ph type="body" sz="quarter" idx="24" hasCustomPrompt="true"/>
          </p:nvPr>
        </p:nvSpPr>
        <p:spPr>
          <a:xfrm>
            <a:off x="6203950" y="1923221"/>
            <a:ext cx="4680000" cy="15126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lang="en-US" sz="1100" b="false" i="false" kern="1200" cap="all" spc="150" baseline="0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sz="1200"/>
            </a:lvl3pPr>
          </a:lstStyle>
          <a:p>
            <a:pPr lvl="0"/>
            <a:r>
              <a:rPr lang="en-US" noProof="false" err="true"/>
              <a:t>请输入副标题</a:t>
            </a:r>
            <a:endParaRPr lang="en-US" noProof="false"/>
          </a:p>
        </p:txBody>
      </p:sp>
      <p:sp>
        <p:nvSpPr>
          <p:cNvPr id="129" name="Text Placeholder 12"/>
          <p:cNvSpPr>
            <a:spLocks noGrp="true"/>
          </p:cNvSpPr>
          <p:nvPr>
            <p:ph type="body" sz="quarter" idx="31" hasCustomPrompt="true"/>
          </p:nvPr>
        </p:nvSpPr>
        <p:spPr>
          <a:xfrm>
            <a:off x="6203950" y="3007360"/>
            <a:ext cx="4680000" cy="2677796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00" b="false" i="false" kern="1200" cap="none" spc="0" baseline="0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lang="en-GB" sz="1200" kern="1200" dirty="fals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noProof="false" err="true"/>
              <a:t>请输入正文内容</a:t>
            </a:r>
            <a:endParaRPr lang="en-US" noProof="false"/>
          </a:p>
        </p:txBody>
      </p:sp>
      <p:sp>
        <p:nvSpPr>
          <p:cNvPr id="130" name="Text Placeholder 5"/>
          <p:cNvSpPr>
            <a:spLocks noGrp="true"/>
          </p:cNvSpPr>
          <p:nvPr>
            <p:ph type="body" sz="quarter" idx="32" hasCustomPrompt="true"/>
          </p:nvPr>
        </p:nvSpPr>
        <p:spPr>
          <a:xfrm>
            <a:off x="6203950" y="2133601"/>
            <a:ext cx="4680000" cy="741679"/>
          </a:xfrm>
        </p:spPr>
        <p:txBody>
          <a:bodyPr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lang="en-US" altLang="zh-CN" sz="28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noProof="false" err="true"/>
              <a:t>请输入标题</a:t>
            </a:r>
            <a:endParaRPr lang="en-US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请输入标题</a:t>
            </a:r>
            <a:endParaRPr lang="en-US" altLang="zh-CN" noProof="false"/>
          </a:p>
          <a:p>
            <a:pPr marL="0" lvl="0" indent="0" algn="l" defTabSz="914400" rtl="false" eaLnBrk="true" latinLnBrk="false" hangingPunct="true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noProof="false"/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p="http://schemas.openxmlformats.org/presentationml/2006/main">
  <p:cSld name="3_Content blocks 2 images right large figure">
    <p:bg>
      <p:bgPr>
        <a:solidFill>
          <a:schemeClr val="tx1"/>
        </a:solidFill>
        <a:effectLst/>
      </p:bgPr>
    </p:bg>
    <p:spTree>
      <p:nvGrpSpPr>
        <p:cNvPr id="1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133" name="Text Placeholder 12"/>
          <p:cNvSpPr>
            <a:spLocks noGrp="true"/>
          </p:cNvSpPr>
          <p:nvPr>
            <p:ph type="body" sz="quarter" idx="14" hasCustomPrompt="true"/>
          </p:nvPr>
        </p:nvSpPr>
        <p:spPr>
          <a:xfrm>
            <a:off x="6186260" y="3141663"/>
            <a:ext cx="5489575" cy="3025457"/>
          </a:xfrm>
        </p:spPr>
        <p:txBody>
          <a:bodyPr anchor="b" anchorCtr="false"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lang="zh-TW" altLang="en-US" sz="3200" b="true" i="false" kern="1200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914400" indent="0">
              <a:buNone/>
              <a:defRPr/>
            </a:lvl3pPr>
          </a:lstStyle>
          <a:p>
            <a:pPr marL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zh-TW" altLang="en-US" noProof="false"/>
              <a:t>请输入短标题</a:t>
            </a:r>
            <a:endParaRPr lang="en-US" altLang="zh-TW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请输入短标题</a:t>
            </a:r>
            <a:endParaRPr lang="zh-TW" altLang="en-US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请输入短标题</a:t>
            </a:r>
            <a:endParaRPr lang="zh-TW" altLang="en-US" noProof="false"/>
          </a:p>
        </p:txBody>
      </p:sp>
      <p:sp>
        <p:nvSpPr>
          <p:cNvPr id="134" name="Text Placeholder 8"/>
          <p:cNvSpPr>
            <a:spLocks noGrp="true"/>
          </p:cNvSpPr>
          <p:nvPr>
            <p:ph type="body" sz="quarter" idx="16" hasCustomPrompt="true"/>
          </p:nvPr>
        </p:nvSpPr>
        <p:spPr>
          <a:xfrm>
            <a:off x="6194424" y="308430"/>
            <a:ext cx="5489575" cy="2101850"/>
          </a:xfrm>
        </p:spPr>
        <p:txBody>
          <a:bodyPr>
            <a:noAutofit/>
          </a:bodyPr>
          <a:lstStyle>
            <a:lvl1pPr marL="0" indent="0">
              <a:buNone/>
              <a:defRPr lang="en-US" sz="15000" b="true" i="false" kern="1200" noProof="false" dirty="false">
                <a:solidFill>
                  <a:srgbClr val="F55600"/>
                </a:solidFill>
                <a:latin typeface="+mj-lt"/>
                <a:ea typeface="Noto Sans S Chinese Regular" panose="020B0500000000000000" pitchFamily="34" charset="-128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noProof="false"/>
              <a:t>#$%</a:t>
            </a:r>
            <a:endParaRPr lang="en-US" noProof="false"/>
          </a:p>
        </p:txBody>
      </p:sp>
      <p:sp>
        <p:nvSpPr>
          <p:cNvPr id="135" name="Picture Placeholder 7"/>
          <p:cNvSpPr>
            <a:spLocks noGrp="true"/>
          </p:cNvSpPr>
          <p:nvPr>
            <p:ph type="pic" sz="quarter" idx="17" hasCustomPrompt="true"/>
          </p:nvPr>
        </p:nvSpPr>
        <p:spPr>
          <a:xfrm>
            <a:off x="507365" y="512764"/>
            <a:ext cx="5480049" cy="2604056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TW" noProof="false" err="true"/>
              <a:t>单击插入图片</a:t>
            </a:r>
            <a:endParaRPr lang="en-US" altLang="zh-TW" noProof="false"/>
          </a:p>
        </p:txBody>
      </p:sp>
      <p:sp>
        <p:nvSpPr>
          <p:cNvPr id="136" name="Picture Placeholder 7"/>
          <p:cNvSpPr>
            <a:spLocks noGrp="true"/>
          </p:cNvSpPr>
          <p:nvPr>
            <p:ph type="pic" sz="quarter" idx="18" hasCustomPrompt="true"/>
          </p:nvPr>
        </p:nvSpPr>
        <p:spPr>
          <a:xfrm>
            <a:off x="507365" y="3453845"/>
            <a:ext cx="5480049" cy="2604056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TW" noProof="false" err="true"/>
              <a:t>单击插入图片</a:t>
            </a:r>
            <a:endParaRPr lang="en-US" altLang="zh-TW" noProof="false"/>
          </a:p>
        </p:txBody>
      </p:sp>
      <p:sp>
        <p:nvSpPr>
          <p:cNvPr id="137" name="Text Placeholder 8"/>
          <p:cNvSpPr>
            <a:spLocks noGrp="true"/>
          </p:cNvSpPr>
          <p:nvPr>
            <p:ph type="body" sz="quarter" idx="23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altLang="zh-CN" noProof="false" err="true"/>
              <a:t>来源</a:t>
            </a:r>
            <a:r>
              <a:rPr lang="zh-CN" altLang="en-US" noProof="false"/>
              <a:t>：</a:t>
            </a:r>
            <a:endParaRPr lang="en-US" altLang="zh-CN" noProof="false"/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p="http://schemas.openxmlformats.org/presentationml/2006/main">
  <p:cSld name="3_Content blocks 2 images right">
    <p:bg>
      <p:bgPr>
        <a:solidFill>
          <a:schemeClr val="tx1"/>
        </a:solidFill>
        <a:effectLst/>
      </p:bgPr>
    </p:bg>
    <p:spTree>
      <p:nvGrpSpPr>
        <p:cNvPr id="1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140" name="Picture Placeholder 7"/>
          <p:cNvSpPr>
            <a:spLocks noGrp="true"/>
          </p:cNvSpPr>
          <p:nvPr>
            <p:ph type="pic" sz="quarter" idx="15" hasCustomPrompt="true"/>
          </p:nvPr>
        </p:nvSpPr>
        <p:spPr>
          <a:xfrm>
            <a:off x="507365" y="512764"/>
            <a:ext cx="5480049" cy="2604056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TW" noProof="false" err="true"/>
              <a:t>单击插入图片</a:t>
            </a:r>
            <a:endParaRPr lang="en-US" altLang="zh-TW" noProof="false"/>
          </a:p>
        </p:txBody>
      </p:sp>
      <p:sp>
        <p:nvSpPr>
          <p:cNvPr id="141" name="Picture Placeholder 7"/>
          <p:cNvSpPr>
            <a:spLocks noGrp="true"/>
          </p:cNvSpPr>
          <p:nvPr>
            <p:ph type="pic" sz="quarter" idx="16" hasCustomPrompt="true"/>
          </p:nvPr>
        </p:nvSpPr>
        <p:spPr>
          <a:xfrm>
            <a:off x="507365" y="3453845"/>
            <a:ext cx="5480049" cy="2604056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TW" noProof="false" err="true"/>
              <a:t>单击插入图片</a:t>
            </a:r>
            <a:endParaRPr lang="en-US" altLang="zh-TW" noProof="false"/>
          </a:p>
        </p:txBody>
      </p:sp>
      <p:sp>
        <p:nvSpPr>
          <p:cNvPr id="142" name="Text Placeholder 8"/>
          <p:cNvSpPr>
            <a:spLocks noGrp="true"/>
          </p:cNvSpPr>
          <p:nvPr>
            <p:ph type="body" sz="quarter" idx="23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altLang="zh-CN" noProof="false" err="true"/>
              <a:t>来源</a:t>
            </a:r>
            <a:r>
              <a:rPr lang="zh-CN" altLang="en-US" noProof="false"/>
              <a:t>：</a:t>
            </a:r>
            <a:endParaRPr lang="en-US" altLang="zh-CN" noProof="false"/>
          </a:p>
        </p:txBody>
      </p:sp>
      <p:sp>
        <p:nvSpPr>
          <p:cNvPr id="143" name="Text Placeholder 12"/>
          <p:cNvSpPr>
            <a:spLocks noGrp="true"/>
          </p:cNvSpPr>
          <p:nvPr>
            <p:ph type="body" sz="quarter" idx="31" hasCustomPrompt="true"/>
          </p:nvPr>
        </p:nvSpPr>
        <p:spPr>
          <a:xfrm>
            <a:off x="6203950" y="2787685"/>
            <a:ext cx="4680000" cy="1369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lang="en-US" sz="1100" b="false" i="false" kern="1200" cap="all" spc="150" baseline="0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sz="1200"/>
            </a:lvl3pPr>
          </a:lstStyle>
          <a:p>
            <a:pPr lvl="0"/>
            <a:r>
              <a:rPr lang="en-US" noProof="false" err="true"/>
              <a:t>请输入副标题</a:t>
            </a:r>
            <a:endParaRPr lang="en-US" noProof="false"/>
          </a:p>
        </p:txBody>
      </p:sp>
      <p:sp>
        <p:nvSpPr>
          <p:cNvPr id="144" name="Text Placeholder 5"/>
          <p:cNvSpPr>
            <a:spLocks noGrp="true"/>
          </p:cNvSpPr>
          <p:nvPr>
            <p:ph type="body" sz="quarter" idx="24" hasCustomPrompt="true"/>
          </p:nvPr>
        </p:nvSpPr>
        <p:spPr>
          <a:xfrm>
            <a:off x="6212841" y="3008388"/>
            <a:ext cx="4680000" cy="1340603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lang="zh-TW" altLang="en-US" sz="3200" b="true" i="false" kern="1200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zh-TW" altLang="en-US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en-US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zh-TW" altLang="en-US" noProof="false"/>
          </a:p>
          <a:p>
            <a:pPr marL="0" lvl="0" indent="0" algn="l" defTabSz="914400" rtl="false" eaLnBrk="true" latinLnBrk="false" hangingPunct="true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noProof="false"/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p="http://schemas.openxmlformats.org/presentationml/2006/main">
  <p:cSld name="3_Content blocks 2 images right 2">
    <p:bg>
      <p:bgPr>
        <a:solidFill>
          <a:schemeClr val="tx1"/>
        </a:solidFill>
        <a:effectLst/>
      </p:bgPr>
    </p:bg>
    <p:spTree>
      <p:nvGrpSpPr>
        <p:cNvPr id="1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147" name="Picture Placeholder 7"/>
          <p:cNvSpPr>
            <a:spLocks noGrp="true"/>
          </p:cNvSpPr>
          <p:nvPr>
            <p:ph type="pic" sz="quarter" idx="15" hasCustomPrompt="true"/>
          </p:nvPr>
        </p:nvSpPr>
        <p:spPr>
          <a:xfrm>
            <a:off x="507600" y="512764"/>
            <a:ext cx="5480049" cy="2604056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TW" noProof="false" err="true"/>
              <a:t>单击插入图片</a:t>
            </a:r>
            <a:endParaRPr lang="en-US" altLang="zh-TW" noProof="false"/>
          </a:p>
        </p:txBody>
      </p:sp>
      <p:sp>
        <p:nvSpPr>
          <p:cNvPr id="148" name="Picture Placeholder 7"/>
          <p:cNvSpPr>
            <a:spLocks noGrp="true"/>
          </p:cNvSpPr>
          <p:nvPr>
            <p:ph type="pic" sz="quarter" idx="18" hasCustomPrompt="true"/>
          </p:nvPr>
        </p:nvSpPr>
        <p:spPr>
          <a:xfrm>
            <a:off x="507600" y="3453845"/>
            <a:ext cx="5480049" cy="2604056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TW" noProof="false" err="true"/>
              <a:t>单击插入图片</a:t>
            </a:r>
            <a:endParaRPr lang="en-US" altLang="zh-TW" noProof="false"/>
          </a:p>
        </p:txBody>
      </p:sp>
      <p:sp>
        <p:nvSpPr>
          <p:cNvPr id="149" name="Text Placeholder 8"/>
          <p:cNvSpPr>
            <a:spLocks noGrp="true"/>
          </p:cNvSpPr>
          <p:nvPr>
            <p:ph type="body" sz="quarter" idx="23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altLang="zh-CN" noProof="false" err="true"/>
              <a:t>来源</a:t>
            </a:r>
            <a:r>
              <a:rPr lang="zh-CN" altLang="en-US" noProof="false"/>
              <a:t>：</a:t>
            </a:r>
            <a:endParaRPr lang="en-US" altLang="zh-CN" noProof="false"/>
          </a:p>
        </p:txBody>
      </p:sp>
      <p:sp>
        <p:nvSpPr>
          <p:cNvPr id="150" name="Text Placeholder 12"/>
          <p:cNvSpPr>
            <a:spLocks noGrp="true"/>
          </p:cNvSpPr>
          <p:nvPr>
            <p:ph type="body" sz="quarter" idx="24" hasCustomPrompt="true"/>
          </p:nvPr>
        </p:nvSpPr>
        <p:spPr>
          <a:xfrm>
            <a:off x="6194424" y="1923221"/>
            <a:ext cx="4680000" cy="15126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lang="en-US" sz="1100" b="false" i="false" kern="1200" cap="all" spc="150" baseline="0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sz="1200"/>
            </a:lvl3pPr>
          </a:lstStyle>
          <a:p>
            <a:pPr lvl="0"/>
            <a:r>
              <a:rPr lang="en-US" noProof="false" err="true"/>
              <a:t>请输入副标题</a:t>
            </a:r>
            <a:endParaRPr lang="en-US" noProof="false"/>
          </a:p>
        </p:txBody>
      </p:sp>
      <p:sp>
        <p:nvSpPr>
          <p:cNvPr id="151" name="Text Placeholder 12"/>
          <p:cNvSpPr>
            <a:spLocks noGrp="true"/>
          </p:cNvSpPr>
          <p:nvPr>
            <p:ph type="body" sz="quarter" idx="31" hasCustomPrompt="true"/>
          </p:nvPr>
        </p:nvSpPr>
        <p:spPr>
          <a:xfrm>
            <a:off x="6194424" y="3007360"/>
            <a:ext cx="4680000" cy="2677796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00" b="false" i="false" kern="1200" cap="none" spc="0" baseline="0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lang="en-GB" sz="1200" kern="1200" dirty="fals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zh-TW" altLang="en-US" noProof="false"/>
              <a:t>请输入正文内容</a:t>
            </a:r>
            <a:endParaRPr lang="zh-TW" altLang="en-US" noProof="false"/>
          </a:p>
        </p:txBody>
      </p:sp>
      <p:sp>
        <p:nvSpPr>
          <p:cNvPr id="152" name="Text Placeholder 5"/>
          <p:cNvSpPr>
            <a:spLocks noGrp="true"/>
          </p:cNvSpPr>
          <p:nvPr>
            <p:ph type="body" sz="quarter" idx="32" hasCustomPrompt="true"/>
          </p:nvPr>
        </p:nvSpPr>
        <p:spPr>
          <a:xfrm>
            <a:off x="6194424" y="2133601"/>
            <a:ext cx="4680000" cy="741679"/>
          </a:xfrm>
        </p:spPr>
        <p:txBody>
          <a:bodyPr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lang="zh-TW" altLang="en-US" sz="2800" b="true" i="false" kern="1200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zh-TW" altLang="en-US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zh-TW" altLang="en-US" noProof="false"/>
          </a:p>
          <a:p>
            <a:pPr marL="0" lvl="0" indent="0" algn="l" defTabSz="914400" rtl="false" eaLnBrk="true" latinLnBrk="false" hangingPunct="true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noProof="false"/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p="http://schemas.openxmlformats.org/presentationml/2006/main">
  <p:cSld name="2_Content blocks 3 images right large figure">
    <p:spTree>
      <p:nvGrpSpPr>
        <p:cNvPr id="1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155" name="Text Placeholder 12"/>
          <p:cNvSpPr>
            <a:spLocks noGrp="true"/>
          </p:cNvSpPr>
          <p:nvPr>
            <p:ph type="body" sz="quarter" idx="14" hasCustomPrompt="true"/>
          </p:nvPr>
        </p:nvSpPr>
        <p:spPr>
          <a:xfrm>
            <a:off x="6186260" y="3141663"/>
            <a:ext cx="5489575" cy="3025457"/>
          </a:xfrm>
        </p:spPr>
        <p:txBody>
          <a:bodyPr anchor="b" anchorCtr="false"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lang="en-US" altLang="zh-CN" sz="32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914400" indent="0">
              <a:buNone/>
              <a:defRPr/>
            </a:lvl3pPr>
          </a:lstStyle>
          <a:p>
            <a:pPr marL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请输入短标题</a:t>
            </a:r>
            <a:endParaRPr lang="en-US" altLang="zh-CN" noProof="false"/>
          </a:p>
          <a:p>
            <a:pPr marL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</a:t>
            </a:r>
            <a:r>
              <a:rPr lang="zh-CN" altLang="en-US" noProof="false"/>
              <a:t>短</a:t>
            </a:r>
            <a:r>
              <a:rPr lang="en-US" altLang="zh-CN" noProof="false" err="true"/>
              <a:t>标题</a:t>
            </a:r>
            <a:endParaRPr lang="en-US" altLang="zh-CN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请输入</a:t>
            </a:r>
            <a:r>
              <a:rPr lang="zh-CN" altLang="en-US" noProof="false"/>
              <a:t>短</a:t>
            </a:r>
            <a:r>
              <a:rPr lang="en-US" altLang="zh-CN" noProof="false" err="true"/>
              <a:t>标题</a:t>
            </a:r>
            <a:endParaRPr lang="en-US" altLang="zh-CN" noProof="false"/>
          </a:p>
        </p:txBody>
      </p:sp>
      <p:sp>
        <p:nvSpPr>
          <p:cNvPr id="156" name="Text Placeholder 8"/>
          <p:cNvSpPr>
            <a:spLocks noGrp="true"/>
          </p:cNvSpPr>
          <p:nvPr>
            <p:ph type="body" sz="quarter" idx="16" hasCustomPrompt="true"/>
          </p:nvPr>
        </p:nvSpPr>
        <p:spPr>
          <a:xfrm>
            <a:off x="6194424" y="308430"/>
            <a:ext cx="5489575" cy="2101850"/>
          </a:xfrm>
        </p:spPr>
        <p:txBody>
          <a:bodyPr>
            <a:noAutofit/>
          </a:bodyPr>
          <a:lstStyle>
            <a:lvl1pPr marL="0" indent="0">
              <a:buNone/>
              <a:defRPr lang="en-US" sz="15000" b="true" i="false" kern="1200" noProof="false" dirty="false">
                <a:solidFill>
                  <a:srgbClr val="F55600"/>
                </a:solidFill>
                <a:latin typeface="+mj-lt"/>
                <a:ea typeface="Noto Sans S Chinese Regular" panose="020B0500000000000000" pitchFamily="34" charset="-128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noProof="false"/>
              <a:t>#$%</a:t>
            </a:r>
            <a:endParaRPr lang="en-US" noProof="false"/>
          </a:p>
        </p:txBody>
      </p:sp>
      <p:sp>
        <p:nvSpPr>
          <p:cNvPr id="157" name="Picture Placeholder 7"/>
          <p:cNvSpPr>
            <a:spLocks noGrp="true"/>
          </p:cNvSpPr>
          <p:nvPr>
            <p:ph type="pic" sz="quarter" idx="17" hasCustomPrompt="true"/>
          </p:nvPr>
        </p:nvSpPr>
        <p:spPr>
          <a:xfrm>
            <a:off x="507600" y="512764"/>
            <a:ext cx="5480049" cy="2604056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noProof="false" err="true"/>
              <a:t>单击插入图片</a:t>
            </a:r>
            <a:endParaRPr lang="en-US" noProof="false"/>
          </a:p>
        </p:txBody>
      </p:sp>
      <p:sp>
        <p:nvSpPr>
          <p:cNvPr id="158" name="Picture Placeholder 7"/>
          <p:cNvSpPr>
            <a:spLocks noGrp="true"/>
          </p:cNvSpPr>
          <p:nvPr>
            <p:ph type="pic" sz="quarter" idx="18" hasCustomPrompt="true"/>
          </p:nvPr>
        </p:nvSpPr>
        <p:spPr>
          <a:xfrm>
            <a:off x="507600" y="3453845"/>
            <a:ext cx="2584450" cy="2604056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noProof="false" err="true"/>
              <a:t>单击插入图片</a:t>
            </a:r>
            <a:endParaRPr lang="en-US" noProof="false"/>
          </a:p>
        </p:txBody>
      </p:sp>
      <p:sp>
        <p:nvSpPr>
          <p:cNvPr id="159" name="Picture Placeholder 7"/>
          <p:cNvSpPr>
            <a:spLocks noGrp="true"/>
          </p:cNvSpPr>
          <p:nvPr>
            <p:ph type="pic" sz="quarter" idx="20" hasCustomPrompt="true"/>
          </p:nvPr>
        </p:nvSpPr>
        <p:spPr>
          <a:xfrm>
            <a:off x="3394074" y="3453845"/>
            <a:ext cx="2584450" cy="2604056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noProof="false" err="true"/>
              <a:t>单击插入图片</a:t>
            </a:r>
            <a:endParaRPr lang="en-US" noProof="false"/>
          </a:p>
        </p:txBody>
      </p:sp>
      <p:sp>
        <p:nvSpPr>
          <p:cNvPr id="160" name="Text Placeholder 8"/>
          <p:cNvSpPr>
            <a:spLocks noGrp="true"/>
          </p:cNvSpPr>
          <p:nvPr>
            <p:ph type="body" sz="quarter" idx="23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altLang="zh-CN" noProof="false" err="true"/>
              <a:t>来源</a:t>
            </a:r>
            <a:r>
              <a:rPr lang="zh-CN" altLang="en-US" noProof="false"/>
              <a:t>：</a:t>
            </a:r>
            <a:endParaRPr lang="en-US" altLang="zh-CN" noProof="false"/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p="http://schemas.openxmlformats.org/presentationml/2006/main">
  <p:cSld name="2_Content blocks 3 images right">
    <p:spTree>
      <p:nvGrpSpPr>
        <p:cNvPr id="1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163" name="Picture Placeholder 7"/>
          <p:cNvSpPr>
            <a:spLocks noGrp="true"/>
          </p:cNvSpPr>
          <p:nvPr>
            <p:ph type="pic" sz="quarter" idx="15" hasCustomPrompt="true"/>
          </p:nvPr>
        </p:nvSpPr>
        <p:spPr>
          <a:xfrm>
            <a:off x="507600" y="512764"/>
            <a:ext cx="5480049" cy="2604056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noProof="false" err="true"/>
              <a:t>单击插入图片</a:t>
            </a:r>
            <a:endParaRPr lang="en-US" noProof="false"/>
          </a:p>
        </p:txBody>
      </p:sp>
      <p:sp>
        <p:nvSpPr>
          <p:cNvPr id="164" name="Picture Placeholder 7"/>
          <p:cNvSpPr>
            <a:spLocks noGrp="true"/>
          </p:cNvSpPr>
          <p:nvPr>
            <p:ph type="pic" sz="quarter" idx="18" hasCustomPrompt="true"/>
          </p:nvPr>
        </p:nvSpPr>
        <p:spPr>
          <a:xfrm>
            <a:off x="507600" y="3453845"/>
            <a:ext cx="2584450" cy="2604056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noProof="false" err="true"/>
              <a:t>单击插入图片</a:t>
            </a:r>
            <a:endParaRPr lang="en-US" noProof="false"/>
          </a:p>
        </p:txBody>
      </p:sp>
      <p:sp>
        <p:nvSpPr>
          <p:cNvPr id="165" name="Picture Placeholder 7"/>
          <p:cNvSpPr>
            <a:spLocks noGrp="true"/>
          </p:cNvSpPr>
          <p:nvPr>
            <p:ph type="pic" sz="quarter" idx="20" hasCustomPrompt="true"/>
          </p:nvPr>
        </p:nvSpPr>
        <p:spPr>
          <a:xfrm>
            <a:off x="3394072" y="3453845"/>
            <a:ext cx="2584450" cy="2604056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单击插入图片</a:t>
            </a:r>
            <a:endParaRPr lang="en-US" altLang="zh-CN" noProof="false"/>
          </a:p>
        </p:txBody>
      </p:sp>
      <p:sp>
        <p:nvSpPr>
          <p:cNvPr id="166" name="Text Placeholder 8"/>
          <p:cNvSpPr>
            <a:spLocks noGrp="true"/>
          </p:cNvSpPr>
          <p:nvPr>
            <p:ph type="body" sz="quarter" idx="23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altLang="zh-CN" noProof="false" err="true"/>
              <a:t>来源</a:t>
            </a:r>
            <a:r>
              <a:rPr lang="zh-CN" altLang="en-US" noProof="false"/>
              <a:t>：</a:t>
            </a:r>
            <a:endParaRPr lang="en-US" altLang="zh-CN" noProof="false"/>
          </a:p>
        </p:txBody>
      </p:sp>
      <p:sp>
        <p:nvSpPr>
          <p:cNvPr id="167" name="Text Placeholder 12"/>
          <p:cNvSpPr>
            <a:spLocks noGrp="true"/>
          </p:cNvSpPr>
          <p:nvPr>
            <p:ph type="body" sz="quarter" idx="31" hasCustomPrompt="true"/>
          </p:nvPr>
        </p:nvSpPr>
        <p:spPr>
          <a:xfrm>
            <a:off x="6195059" y="2787685"/>
            <a:ext cx="4680000" cy="1369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lang="en-US" sz="1100" b="false" i="false" kern="1200" cap="all" spc="150" baseline="0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sz="1200"/>
            </a:lvl3pPr>
          </a:lstStyle>
          <a:p>
            <a:pPr lvl="0"/>
            <a:r>
              <a:rPr lang="en-US" noProof="false" err="true"/>
              <a:t>请输入副标题</a:t>
            </a:r>
            <a:endParaRPr lang="en-US" noProof="false"/>
          </a:p>
        </p:txBody>
      </p:sp>
      <p:sp>
        <p:nvSpPr>
          <p:cNvPr id="168" name="Text Placeholder 5"/>
          <p:cNvSpPr>
            <a:spLocks noGrp="true"/>
          </p:cNvSpPr>
          <p:nvPr>
            <p:ph type="body" sz="quarter" idx="24" hasCustomPrompt="true"/>
          </p:nvPr>
        </p:nvSpPr>
        <p:spPr>
          <a:xfrm>
            <a:off x="6203950" y="3008388"/>
            <a:ext cx="4680000" cy="1340603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lang="en-US" altLang="zh-CN" sz="32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noProof="false" err="true"/>
              <a:t>请输入标题</a:t>
            </a:r>
            <a:endParaRPr lang="en-US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请输入标题</a:t>
            </a:r>
            <a:endParaRPr lang="en-US" altLang="zh-CN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请输入标题</a:t>
            </a:r>
            <a:endParaRPr lang="en-US" altLang="zh-CN" noProof="false"/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p="http://schemas.openxmlformats.org/presentationml/2006/main">
  <p:cSld name="2_Content blocks 3 images right 2">
    <p:spTree>
      <p:nvGrpSpPr>
        <p:cNvPr id="17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175" name="Picture Placeholder 7"/>
          <p:cNvSpPr>
            <a:spLocks noGrp="true"/>
          </p:cNvSpPr>
          <p:nvPr>
            <p:ph type="pic" sz="quarter" idx="15" hasCustomPrompt="true"/>
          </p:nvPr>
        </p:nvSpPr>
        <p:spPr>
          <a:xfrm>
            <a:off x="507600" y="511200"/>
            <a:ext cx="5480049" cy="2604056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noProof="false" err="true"/>
              <a:t>单击插入图片</a:t>
            </a:r>
            <a:endParaRPr lang="en-US" noProof="false"/>
          </a:p>
        </p:txBody>
      </p:sp>
      <p:sp>
        <p:nvSpPr>
          <p:cNvPr id="176" name="Picture Placeholder 7"/>
          <p:cNvSpPr>
            <a:spLocks noGrp="true"/>
          </p:cNvSpPr>
          <p:nvPr>
            <p:ph type="pic" sz="quarter" idx="18" hasCustomPrompt="true"/>
          </p:nvPr>
        </p:nvSpPr>
        <p:spPr>
          <a:xfrm>
            <a:off x="507600" y="3453845"/>
            <a:ext cx="2584450" cy="2604056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单击插入图片</a:t>
            </a:r>
            <a:endParaRPr lang="en-US" noProof="false"/>
          </a:p>
        </p:txBody>
      </p:sp>
      <p:sp>
        <p:nvSpPr>
          <p:cNvPr id="177" name="Picture Placeholder 7"/>
          <p:cNvSpPr>
            <a:spLocks noGrp="true"/>
          </p:cNvSpPr>
          <p:nvPr>
            <p:ph type="pic" sz="quarter" idx="20" hasCustomPrompt="true"/>
          </p:nvPr>
        </p:nvSpPr>
        <p:spPr>
          <a:xfrm>
            <a:off x="3394074" y="3453845"/>
            <a:ext cx="2584450" cy="2604056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单击插入图片</a:t>
            </a:r>
            <a:endParaRPr lang="en-US" noProof="false"/>
          </a:p>
        </p:txBody>
      </p:sp>
      <p:sp>
        <p:nvSpPr>
          <p:cNvPr id="178" name="Text Placeholder 8"/>
          <p:cNvSpPr>
            <a:spLocks noGrp="true"/>
          </p:cNvSpPr>
          <p:nvPr>
            <p:ph type="body" sz="quarter" idx="23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altLang="zh-CN" noProof="false" err="true"/>
              <a:t>来源</a:t>
            </a:r>
            <a:r>
              <a:rPr lang="zh-CN" altLang="en-US" noProof="false"/>
              <a:t>：</a:t>
            </a:r>
            <a:endParaRPr lang="en-US" altLang="zh-CN" noProof="false"/>
          </a:p>
        </p:txBody>
      </p:sp>
      <p:sp>
        <p:nvSpPr>
          <p:cNvPr id="179" name="Text Placeholder 12"/>
          <p:cNvSpPr>
            <a:spLocks noGrp="true"/>
          </p:cNvSpPr>
          <p:nvPr>
            <p:ph type="body" sz="quarter" idx="24" hasCustomPrompt="true"/>
          </p:nvPr>
        </p:nvSpPr>
        <p:spPr>
          <a:xfrm>
            <a:off x="6203950" y="1923221"/>
            <a:ext cx="4680000" cy="15126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lang="en-US" sz="1100" b="false" i="false" kern="1200" cap="all" spc="150" baseline="0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sz="1200"/>
            </a:lvl3pPr>
          </a:lstStyle>
          <a:p>
            <a:pPr lvl="0"/>
            <a:r>
              <a:rPr lang="en-US" noProof="false" err="true"/>
              <a:t>请输入副标题</a:t>
            </a:r>
            <a:endParaRPr lang="en-US" noProof="false"/>
          </a:p>
        </p:txBody>
      </p:sp>
      <p:sp>
        <p:nvSpPr>
          <p:cNvPr id="180" name="Text Placeholder 12"/>
          <p:cNvSpPr>
            <a:spLocks noGrp="true"/>
          </p:cNvSpPr>
          <p:nvPr>
            <p:ph type="body" sz="quarter" idx="31" hasCustomPrompt="true"/>
          </p:nvPr>
        </p:nvSpPr>
        <p:spPr>
          <a:xfrm>
            <a:off x="6203950" y="3007360"/>
            <a:ext cx="4680000" cy="2677796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00" b="false" i="false" kern="1200" cap="none" spc="0" baseline="0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lang="en-GB" sz="1200" kern="1200" dirty="fals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noProof="false" err="true"/>
              <a:t>请输入正文内容</a:t>
            </a:r>
            <a:endParaRPr lang="en-US" noProof="false"/>
          </a:p>
        </p:txBody>
      </p:sp>
      <p:sp>
        <p:nvSpPr>
          <p:cNvPr id="181" name="Text Placeholder 5"/>
          <p:cNvSpPr>
            <a:spLocks noGrp="true"/>
          </p:cNvSpPr>
          <p:nvPr>
            <p:ph type="body" sz="quarter" idx="32" hasCustomPrompt="true"/>
          </p:nvPr>
        </p:nvSpPr>
        <p:spPr>
          <a:xfrm>
            <a:off x="6203950" y="2133601"/>
            <a:ext cx="4680000" cy="741679"/>
          </a:xfrm>
        </p:spPr>
        <p:txBody>
          <a:bodyPr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lang="en-US" altLang="zh-CN" sz="28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noProof="false" err="true"/>
              <a:t>请输入标题</a:t>
            </a:r>
            <a:endParaRPr lang="en-US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请输入标题</a:t>
            </a:r>
            <a:endParaRPr lang="en-US" altLang="zh-CN" noProof="false"/>
          </a:p>
          <a:p>
            <a:pPr marL="0" lvl="0" indent="0" algn="l" defTabSz="914400" rtl="false" eaLnBrk="true" latinLnBrk="false" hangingPunct="true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noProof="false"/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p="http://schemas.openxmlformats.org/presentationml/2006/main">
  <p:cSld name="3_Content blocks 3 images right large figure">
    <p:bg>
      <p:bgPr>
        <a:solidFill>
          <a:schemeClr val="tx1"/>
        </a:solidFill>
        <a:effectLst/>
      </p:bgPr>
    </p:bg>
    <p:spTree>
      <p:nvGrpSpPr>
        <p:cNvPr id="18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184" name="Text Placeholder 12"/>
          <p:cNvSpPr>
            <a:spLocks noGrp="true"/>
          </p:cNvSpPr>
          <p:nvPr>
            <p:ph type="body" sz="quarter" idx="14" hasCustomPrompt="true"/>
          </p:nvPr>
        </p:nvSpPr>
        <p:spPr>
          <a:xfrm>
            <a:off x="6203950" y="3141663"/>
            <a:ext cx="5489575" cy="3025457"/>
          </a:xfrm>
        </p:spPr>
        <p:txBody>
          <a:bodyPr anchor="b" anchorCtr="false"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lang="zh-TW" altLang="en-US" sz="3200" b="true" i="false" kern="1200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914400" indent="0">
              <a:buNone/>
              <a:defRPr/>
            </a:lvl3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请输入短标题</a:t>
            </a:r>
            <a:endParaRPr lang="zh-TW" altLang="en-US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请输入短标题</a:t>
            </a:r>
            <a:endParaRPr lang="zh-TW" altLang="en-US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请输入短标题</a:t>
            </a:r>
            <a:endParaRPr lang="zh-TW" altLang="en-US" noProof="false"/>
          </a:p>
        </p:txBody>
      </p:sp>
      <p:sp>
        <p:nvSpPr>
          <p:cNvPr id="185" name="Text Placeholder 8"/>
          <p:cNvSpPr>
            <a:spLocks noGrp="true"/>
          </p:cNvSpPr>
          <p:nvPr>
            <p:ph type="body" sz="quarter" idx="16" hasCustomPrompt="true"/>
          </p:nvPr>
        </p:nvSpPr>
        <p:spPr>
          <a:xfrm>
            <a:off x="6212114" y="308430"/>
            <a:ext cx="5489575" cy="2101850"/>
          </a:xfrm>
        </p:spPr>
        <p:txBody>
          <a:bodyPr>
            <a:noAutofit/>
          </a:bodyPr>
          <a:lstStyle>
            <a:lvl1pPr marL="0" indent="0">
              <a:buNone/>
              <a:defRPr lang="en-US" sz="15000" b="true" i="false" kern="1200" noProof="false" dirty="false">
                <a:solidFill>
                  <a:srgbClr val="F55600"/>
                </a:solidFill>
                <a:latin typeface="+mj-lt"/>
                <a:ea typeface="Noto Sans S Chinese Regular" panose="020B0500000000000000" pitchFamily="34" charset="-128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noProof="false"/>
              <a:t>#$%</a:t>
            </a:r>
            <a:endParaRPr lang="en-US" noProof="false"/>
          </a:p>
        </p:txBody>
      </p:sp>
      <p:sp>
        <p:nvSpPr>
          <p:cNvPr id="186" name="Picture Placeholder 7"/>
          <p:cNvSpPr>
            <a:spLocks noGrp="true"/>
          </p:cNvSpPr>
          <p:nvPr>
            <p:ph type="pic" sz="quarter" idx="17" hasCustomPrompt="true"/>
          </p:nvPr>
        </p:nvSpPr>
        <p:spPr>
          <a:xfrm>
            <a:off x="507600" y="512764"/>
            <a:ext cx="5480049" cy="2604056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TW" noProof="false" err="true"/>
              <a:t>单击插入图片</a:t>
            </a:r>
            <a:endParaRPr lang="en-US" altLang="zh-TW" noProof="false"/>
          </a:p>
        </p:txBody>
      </p:sp>
      <p:sp>
        <p:nvSpPr>
          <p:cNvPr id="187" name="Picture Placeholder 7"/>
          <p:cNvSpPr>
            <a:spLocks noGrp="true"/>
          </p:cNvSpPr>
          <p:nvPr>
            <p:ph type="pic" sz="quarter" idx="18" hasCustomPrompt="true"/>
          </p:nvPr>
        </p:nvSpPr>
        <p:spPr>
          <a:xfrm>
            <a:off x="507600" y="3453845"/>
            <a:ext cx="2584450" cy="2604056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TW" noProof="false" err="true"/>
              <a:t>单击插入图片</a:t>
            </a:r>
            <a:endParaRPr lang="en-US" altLang="zh-TW" noProof="false"/>
          </a:p>
        </p:txBody>
      </p:sp>
      <p:sp>
        <p:nvSpPr>
          <p:cNvPr id="188" name="Picture Placeholder 7"/>
          <p:cNvSpPr>
            <a:spLocks noGrp="true"/>
          </p:cNvSpPr>
          <p:nvPr>
            <p:ph type="pic" sz="quarter" idx="20" hasCustomPrompt="true"/>
          </p:nvPr>
        </p:nvSpPr>
        <p:spPr>
          <a:xfrm>
            <a:off x="3402964" y="3453845"/>
            <a:ext cx="2584450" cy="2604056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TW" noProof="false" err="true"/>
              <a:t>单击插入图片</a:t>
            </a:r>
            <a:endParaRPr lang="en-US" altLang="zh-TW" noProof="false"/>
          </a:p>
        </p:txBody>
      </p:sp>
      <p:sp>
        <p:nvSpPr>
          <p:cNvPr id="189" name="Text Placeholder 8"/>
          <p:cNvSpPr>
            <a:spLocks noGrp="true"/>
          </p:cNvSpPr>
          <p:nvPr>
            <p:ph type="body" sz="quarter" idx="23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altLang="zh-CN" noProof="false" err="true"/>
              <a:t>来源</a:t>
            </a:r>
            <a:r>
              <a:rPr lang="zh-CN" altLang="en-US" noProof="false"/>
              <a:t>：</a:t>
            </a:r>
            <a:endParaRPr lang="en-US" altLang="zh-CN" noProof="false"/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p="http://schemas.openxmlformats.org/presentationml/2006/main">
  <p:cSld name="3_Content blocks 3 images right">
    <p:bg>
      <p:bgPr>
        <a:solidFill>
          <a:schemeClr val="tx1"/>
        </a:solidFill>
        <a:effectLst/>
      </p:bgPr>
    </p:bg>
    <p:spTree>
      <p:nvGrpSpPr>
        <p:cNvPr id="19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192" name="Picture Placeholder 7"/>
          <p:cNvSpPr>
            <a:spLocks noGrp="true"/>
          </p:cNvSpPr>
          <p:nvPr>
            <p:ph type="pic" sz="quarter" idx="15" hasCustomPrompt="true"/>
          </p:nvPr>
        </p:nvSpPr>
        <p:spPr>
          <a:xfrm>
            <a:off x="507600" y="512764"/>
            <a:ext cx="5480049" cy="2604056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TW" noProof="false" err="true"/>
              <a:t>单击插入图片</a:t>
            </a:r>
            <a:endParaRPr lang="en-US" altLang="zh-TW" noProof="false"/>
          </a:p>
        </p:txBody>
      </p:sp>
      <p:sp>
        <p:nvSpPr>
          <p:cNvPr id="193" name="Picture Placeholder 7"/>
          <p:cNvSpPr>
            <a:spLocks noGrp="true"/>
          </p:cNvSpPr>
          <p:nvPr>
            <p:ph type="pic" sz="quarter" idx="18" hasCustomPrompt="true"/>
          </p:nvPr>
        </p:nvSpPr>
        <p:spPr>
          <a:xfrm>
            <a:off x="507600" y="3453845"/>
            <a:ext cx="2584450" cy="2604056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TW" noProof="false" err="true"/>
              <a:t>单击插入图片</a:t>
            </a:r>
            <a:endParaRPr lang="en-US" altLang="zh-TW" noProof="false"/>
          </a:p>
        </p:txBody>
      </p:sp>
      <p:sp>
        <p:nvSpPr>
          <p:cNvPr id="194" name="Picture Placeholder 7"/>
          <p:cNvSpPr>
            <a:spLocks noGrp="true"/>
          </p:cNvSpPr>
          <p:nvPr>
            <p:ph type="pic" sz="quarter" idx="20" hasCustomPrompt="true"/>
          </p:nvPr>
        </p:nvSpPr>
        <p:spPr>
          <a:xfrm>
            <a:off x="3403199" y="3453845"/>
            <a:ext cx="2584450" cy="2604056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TW" noProof="false" err="true"/>
              <a:t>单击插入图片</a:t>
            </a:r>
            <a:endParaRPr lang="en-US" altLang="zh-TW" noProof="false"/>
          </a:p>
        </p:txBody>
      </p:sp>
      <p:sp>
        <p:nvSpPr>
          <p:cNvPr id="195" name="Text Placeholder 8"/>
          <p:cNvSpPr>
            <a:spLocks noGrp="true"/>
          </p:cNvSpPr>
          <p:nvPr>
            <p:ph type="body" sz="quarter" idx="23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altLang="zh-CN" noProof="false" err="true"/>
              <a:t>来源</a:t>
            </a:r>
            <a:r>
              <a:rPr lang="zh-CN" altLang="en-US" noProof="false"/>
              <a:t>：</a:t>
            </a:r>
            <a:endParaRPr lang="en-US" altLang="zh-CN" noProof="false"/>
          </a:p>
        </p:txBody>
      </p:sp>
      <p:sp>
        <p:nvSpPr>
          <p:cNvPr id="196" name="Text Placeholder 12"/>
          <p:cNvSpPr>
            <a:spLocks noGrp="true"/>
          </p:cNvSpPr>
          <p:nvPr>
            <p:ph type="body" sz="quarter" idx="31" hasCustomPrompt="true"/>
          </p:nvPr>
        </p:nvSpPr>
        <p:spPr>
          <a:xfrm>
            <a:off x="6203950" y="2787685"/>
            <a:ext cx="4680000" cy="1369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lang="en-US" sz="1100" b="false" i="false" kern="1200" cap="all" spc="150" baseline="0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sz="1200"/>
            </a:lvl3pPr>
          </a:lstStyle>
          <a:p>
            <a:pPr lvl="0"/>
            <a:r>
              <a:rPr lang="en-US" noProof="false" err="true"/>
              <a:t>请输入副标题</a:t>
            </a:r>
            <a:endParaRPr lang="en-US" noProof="false"/>
          </a:p>
        </p:txBody>
      </p:sp>
      <p:sp>
        <p:nvSpPr>
          <p:cNvPr id="197" name="Text Placeholder 5"/>
          <p:cNvSpPr>
            <a:spLocks noGrp="true"/>
          </p:cNvSpPr>
          <p:nvPr>
            <p:ph type="body" sz="quarter" idx="24" hasCustomPrompt="true"/>
          </p:nvPr>
        </p:nvSpPr>
        <p:spPr>
          <a:xfrm>
            <a:off x="6212841" y="3008388"/>
            <a:ext cx="4680000" cy="1340603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lang="zh-TW" altLang="en-US" sz="3200" b="true" i="false" kern="1200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zh-TW" altLang="en-US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zh-TW" altLang="en-US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zh-TW" altLang="en-US" noProof="false"/>
          </a:p>
          <a:p>
            <a:pPr marL="0" lvl="0" indent="0" algn="l" defTabSz="914400" rtl="false" eaLnBrk="true" latinLnBrk="false" hangingPunct="true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noProof="false"/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p="http://schemas.openxmlformats.org/presentationml/2006/main">
  <p:cSld name="3_Content blocks 3 images right 2">
    <p:bg>
      <p:bgPr>
        <a:solidFill>
          <a:schemeClr val="tx1"/>
        </a:solidFill>
        <a:effectLst/>
      </p:bgPr>
    </p:bg>
    <p:spTree>
      <p:nvGrpSpPr>
        <p:cNvPr id="19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200" name="Picture Placeholder 7"/>
          <p:cNvSpPr>
            <a:spLocks noGrp="true"/>
          </p:cNvSpPr>
          <p:nvPr>
            <p:ph type="pic" sz="quarter" idx="15" hasCustomPrompt="true"/>
          </p:nvPr>
        </p:nvSpPr>
        <p:spPr>
          <a:xfrm>
            <a:off x="507600" y="511200"/>
            <a:ext cx="5480049" cy="2604056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TW" noProof="false" err="true"/>
              <a:t>单击插入图片</a:t>
            </a:r>
            <a:endParaRPr lang="en-US" altLang="zh-TW" noProof="false"/>
          </a:p>
        </p:txBody>
      </p:sp>
      <p:sp>
        <p:nvSpPr>
          <p:cNvPr id="201" name="Picture Placeholder 7"/>
          <p:cNvSpPr>
            <a:spLocks noGrp="true"/>
          </p:cNvSpPr>
          <p:nvPr>
            <p:ph type="pic" sz="quarter" idx="18" hasCustomPrompt="true"/>
          </p:nvPr>
        </p:nvSpPr>
        <p:spPr>
          <a:xfrm>
            <a:off x="507600" y="3453845"/>
            <a:ext cx="2584450" cy="2604056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TW" noProof="false" err="true"/>
              <a:t>单击插入图片</a:t>
            </a:r>
            <a:endParaRPr lang="en-US" altLang="zh-TW" noProof="false"/>
          </a:p>
        </p:txBody>
      </p:sp>
      <p:sp>
        <p:nvSpPr>
          <p:cNvPr id="202" name="Picture Placeholder 7"/>
          <p:cNvSpPr>
            <a:spLocks noGrp="true"/>
          </p:cNvSpPr>
          <p:nvPr>
            <p:ph type="pic" sz="quarter" idx="20" hasCustomPrompt="true"/>
          </p:nvPr>
        </p:nvSpPr>
        <p:spPr>
          <a:xfrm>
            <a:off x="3403199" y="3453845"/>
            <a:ext cx="2584450" cy="2604056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TW" noProof="false" err="true"/>
              <a:t>单击插入图片</a:t>
            </a:r>
            <a:endParaRPr lang="en-US" altLang="zh-TW" noProof="false"/>
          </a:p>
        </p:txBody>
      </p:sp>
      <p:sp>
        <p:nvSpPr>
          <p:cNvPr id="203" name="Text Placeholder 8"/>
          <p:cNvSpPr>
            <a:spLocks noGrp="true"/>
          </p:cNvSpPr>
          <p:nvPr>
            <p:ph type="body" sz="quarter" idx="23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altLang="zh-CN" noProof="false" err="true"/>
              <a:t>来源</a:t>
            </a:r>
            <a:r>
              <a:rPr lang="zh-CN" altLang="en-US" noProof="false"/>
              <a:t>：</a:t>
            </a:r>
            <a:endParaRPr lang="en-US" altLang="zh-CN" noProof="false"/>
          </a:p>
        </p:txBody>
      </p:sp>
      <p:sp>
        <p:nvSpPr>
          <p:cNvPr id="204" name="Text Placeholder 12"/>
          <p:cNvSpPr>
            <a:spLocks noGrp="true"/>
          </p:cNvSpPr>
          <p:nvPr>
            <p:ph type="body" sz="quarter" idx="24" hasCustomPrompt="true"/>
          </p:nvPr>
        </p:nvSpPr>
        <p:spPr>
          <a:xfrm>
            <a:off x="6194424" y="1923221"/>
            <a:ext cx="4680000" cy="15126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lang="en-US" sz="1100" b="false" i="false" kern="1200" cap="all" spc="150" baseline="0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sz="1200"/>
            </a:lvl3pPr>
          </a:lstStyle>
          <a:p>
            <a:pPr lvl="0"/>
            <a:r>
              <a:rPr lang="en-US" noProof="false" err="true"/>
              <a:t>请输入副标题</a:t>
            </a:r>
            <a:endParaRPr lang="en-US" noProof="false"/>
          </a:p>
        </p:txBody>
      </p:sp>
      <p:sp>
        <p:nvSpPr>
          <p:cNvPr id="205" name="Text Placeholder 12"/>
          <p:cNvSpPr>
            <a:spLocks noGrp="true"/>
          </p:cNvSpPr>
          <p:nvPr>
            <p:ph type="body" sz="quarter" idx="31" hasCustomPrompt="true"/>
          </p:nvPr>
        </p:nvSpPr>
        <p:spPr>
          <a:xfrm>
            <a:off x="6194424" y="3007360"/>
            <a:ext cx="4680000" cy="2677796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00" b="false" i="false" kern="1200" cap="none" spc="0" baseline="0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lang="en-GB" sz="1200" kern="1200" dirty="fals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zh-TW" altLang="en-US" noProof="false"/>
              <a:t>请输入正文内容</a:t>
            </a:r>
            <a:endParaRPr lang="zh-TW" altLang="en-US" noProof="false"/>
          </a:p>
        </p:txBody>
      </p:sp>
      <p:sp>
        <p:nvSpPr>
          <p:cNvPr id="206" name="Text Placeholder 5"/>
          <p:cNvSpPr>
            <a:spLocks noGrp="true"/>
          </p:cNvSpPr>
          <p:nvPr>
            <p:ph type="body" sz="quarter" idx="32" hasCustomPrompt="true"/>
          </p:nvPr>
        </p:nvSpPr>
        <p:spPr>
          <a:xfrm>
            <a:off x="6194424" y="2133601"/>
            <a:ext cx="4680000" cy="741679"/>
          </a:xfrm>
        </p:spPr>
        <p:txBody>
          <a:bodyPr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lang="zh-TW" altLang="en-US" sz="2800" b="true" i="false" kern="1200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zh-TW" altLang="en-US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zh-TW" altLang="en-US" noProof="false"/>
          </a:p>
          <a:p>
            <a:pPr marL="0" lvl="0" indent="0" algn="l" defTabSz="914400" rtl="false" eaLnBrk="true" latinLnBrk="false" hangingPunct="true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noProof="false"/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p="http://schemas.openxmlformats.org/presentationml/2006/main">
  <p:cSld name="2_Content blocks 4 images right large figure">
    <p:spTree>
      <p:nvGrpSpPr>
        <p:cNvPr id="20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209" name="Text Placeholder 12"/>
          <p:cNvSpPr>
            <a:spLocks noGrp="true"/>
          </p:cNvSpPr>
          <p:nvPr>
            <p:ph type="body" sz="quarter" idx="14" hasCustomPrompt="true"/>
          </p:nvPr>
        </p:nvSpPr>
        <p:spPr>
          <a:xfrm>
            <a:off x="6203951" y="3141663"/>
            <a:ext cx="5489575" cy="3025457"/>
          </a:xfrm>
        </p:spPr>
        <p:txBody>
          <a:bodyPr anchor="b" anchorCtr="false"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lang="en-US" altLang="zh-CN" sz="32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914400" indent="0">
              <a:buNone/>
              <a:defRPr/>
            </a:lvl3pPr>
          </a:lstStyle>
          <a:p>
            <a:pPr marL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noProof="false" err="true"/>
              <a:t>请输入短标题</a:t>
            </a:r>
            <a:endParaRPr lang="en-US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请输入短标题</a:t>
            </a:r>
            <a:endParaRPr lang="en-US" altLang="zh-CN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请输入短标题</a:t>
            </a:r>
            <a:endParaRPr lang="en-US" altLang="zh-CN" noProof="false"/>
          </a:p>
        </p:txBody>
      </p:sp>
      <p:sp>
        <p:nvSpPr>
          <p:cNvPr id="210" name="Text Placeholder 8"/>
          <p:cNvSpPr>
            <a:spLocks noGrp="true"/>
          </p:cNvSpPr>
          <p:nvPr>
            <p:ph type="body" sz="quarter" idx="16" hasCustomPrompt="true"/>
          </p:nvPr>
        </p:nvSpPr>
        <p:spPr>
          <a:xfrm>
            <a:off x="6212115" y="308430"/>
            <a:ext cx="5489575" cy="2101850"/>
          </a:xfrm>
        </p:spPr>
        <p:txBody>
          <a:bodyPr>
            <a:noAutofit/>
          </a:bodyPr>
          <a:lstStyle>
            <a:lvl1pPr marL="0" indent="0">
              <a:buNone/>
              <a:defRPr lang="en-US" sz="15000" b="true" i="false" kern="1200" noProof="false" dirty="false">
                <a:solidFill>
                  <a:srgbClr val="F55600"/>
                </a:solidFill>
                <a:latin typeface="+mj-lt"/>
                <a:ea typeface="Noto Sans S Chinese Regular" panose="020B0500000000000000" pitchFamily="34" charset="-128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noProof="false"/>
              <a:t>#$%</a:t>
            </a:r>
            <a:endParaRPr lang="en-US" noProof="false"/>
          </a:p>
        </p:txBody>
      </p:sp>
      <p:sp>
        <p:nvSpPr>
          <p:cNvPr id="211" name="Picture Placeholder 7"/>
          <p:cNvSpPr>
            <a:spLocks noGrp="true"/>
          </p:cNvSpPr>
          <p:nvPr>
            <p:ph type="pic" sz="quarter" idx="18" hasCustomPrompt="true"/>
          </p:nvPr>
        </p:nvSpPr>
        <p:spPr>
          <a:xfrm>
            <a:off x="507600" y="3453845"/>
            <a:ext cx="2584450" cy="2604056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TW" noProof="false" err="true"/>
              <a:t>单击插入图片</a:t>
            </a:r>
            <a:endParaRPr lang="en-US" altLang="zh-TW" noProof="false"/>
          </a:p>
        </p:txBody>
      </p:sp>
      <p:sp>
        <p:nvSpPr>
          <p:cNvPr id="212" name="Picture Placeholder 7"/>
          <p:cNvSpPr>
            <a:spLocks noGrp="true"/>
          </p:cNvSpPr>
          <p:nvPr>
            <p:ph type="pic" sz="quarter" idx="20" hasCustomPrompt="true"/>
          </p:nvPr>
        </p:nvSpPr>
        <p:spPr>
          <a:xfrm>
            <a:off x="3394800" y="3453845"/>
            <a:ext cx="2584450" cy="2604056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TW" noProof="false" err="true"/>
              <a:t>单击插入图片</a:t>
            </a:r>
            <a:endParaRPr lang="en-US" altLang="zh-TW" noProof="false"/>
          </a:p>
        </p:txBody>
      </p:sp>
      <p:sp>
        <p:nvSpPr>
          <p:cNvPr id="213" name="Picture Placeholder 7"/>
          <p:cNvSpPr>
            <a:spLocks noGrp="true"/>
          </p:cNvSpPr>
          <p:nvPr>
            <p:ph type="pic" sz="quarter" idx="21" hasCustomPrompt="true"/>
          </p:nvPr>
        </p:nvSpPr>
        <p:spPr>
          <a:xfrm>
            <a:off x="507600" y="519590"/>
            <a:ext cx="2584450" cy="2604056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TW" noProof="false" err="true"/>
              <a:t>单击插入图片</a:t>
            </a:r>
            <a:endParaRPr lang="en-US" altLang="zh-TW" noProof="false"/>
          </a:p>
        </p:txBody>
      </p:sp>
      <p:sp>
        <p:nvSpPr>
          <p:cNvPr id="214" name="Picture Placeholder 7"/>
          <p:cNvSpPr>
            <a:spLocks noGrp="true"/>
          </p:cNvSpPr>
          <p:nvPr>
            <p:ph type="pic" sz="quarter" idx="22" hasCustomPrompt="true"/>
          </p:nvPr>
        </p:nvSpPr>
        <p:spPr>
          <a:xfrm>
            <a:off x="3394800" y="519590"/>
            <a:ext cx="2584450" cy="2604056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TW" noProof="false" err="true"/>
              <a:t>单击插入图片</a:t>
            </a:r>
            <a:endParaRPr lang="en-US" altLang="zh-TW" noProof="false"/>
          </a:p>
        </p:txBody>
      </p:sp>
      <p:sp>
        <p:nvSpPr>
          <p:cNvPr id="215" name="Text Placeholder 8"/>
          <p:cNvSpPr>
            <a:spLocks noGrp="true"/>
          </p:cNvSpPr>
          <p:nvPr>
            <p:ph type="body" sz="quarter" idx="23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altLang="zh-CN" noProof="false" err="true"/>
              <a:t>来源</a:t>
            </a:r>
            <a:r>
              <a:rPr lang="zh-CN" altLang="en-US" noProof="false"/>
              <a:t>：</a:t>
            </a:r>
            <a:endParaRPr lang="en-US" altLang="zh-CN" noProof="false"/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p="http://schemas.openxmlformats.org/presentationml/2006/main">
  <p:cSld name="2_Content blocks 4 images right">
    <p:spTree>
      <p:nvGrpSpPr>
        <p:cNvPr id="21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218" name="Picture Placeholder 7"/>
          <p:cNvSpPr>
            <a:spLocks noGrp="true"/>
          </p:cNvSpPr>
          <p:nvPr>
            <p:ph type="pic" sz="quarter" idx="18" hasCustomPrompt="true"/>
          </p:nvPr>
        </p:nvSpPr>
        <p:spPr>
          <a:xfrm>
            <a:off x="507600" y="3453845"/>
            <a:ext cx="2584450" cy="2604056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单击插入图片</a:t>
            </a:r>
            <a:endParaRPr lang="en-US" altLang="zh-CN" noProof="false"/>
          </a:p>
        </p:txBody>
      </p:sp>
      <p:sp>
        <p:nvSpPr>
          <p:cNvPr id="219" name="Picture Placeholder 7"/>
          <p:cNvSpPr>
            <a:spLocks noGrp="true"/>
          </p:cNvSpPr>
          <p:nvPr>
            <p:ph type="pic" sz="quarter" idx="20" hasCustomPrompt="true"/>
          </p:nvPr>
        </p:nvSpPr>
        <p:spPr>
          <a:xfrm>
            <a:off x="3394073" y="3453845"/>
            <a:ext cx="2584450" cy="2604056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单击插入图片</a:t>
            </a:r>
            <a:endParaRPr lang="en-US" altLang="zh-CN" noProof="false"/>
          </a:p>
        </p:txBody>
      </p:sp>
      <p:sp>
        <p:nvSpPr>
          <p:cNvPr id="220" name="Picture Placeholder 7"/>
          <p:cNvSpPr>
            <a:spLocks noGrp="true"/>
          </p:cNvSpPr>
          <p:nvPr>
            <p:ph type="pic" sz="quarter" idx="21" hasCustomPrompt="true"/>
          </p:nvPr>
        </p:nvSpPr>
        <p:spPr>
          <a:xfrm>
            <a:off x="507600" y="519590"/>
            <a:ext cx="2584450" cy="2604056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noProof="false" err="true"/>
              <a:t>单击插入图片</a:t>
            </a:r>
            <a:endParaRPr lang="en-US" noProof="false"/>
          </a:p>
        </p:txBody>
      </p:sp>
      <p:sp>
        <p:nvSpPr>
          <p:cNvPr id="221" name="Picture Placeholder 7"/>
          <p:cNvSpPr>
            <a:spLocks noGrp="true"/>
          </p:cNvSpPr>
          <p:nvPr>
            <p:ph type="pic" sz="quarter" idx="22" hasCustomPrompt="true"/>
          </p:nvPr>
        </p:nvSpPr>
        <p:spPr>
          <a:xfrm>
            <a:off x="3394073" y="519590"/>
            <a:ext cx="2584450" cy="2604056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单击插入图片</a:t>
            </a:r>
            <a:endParaRPr lang="en-US" altLang="zh-CN" noProof="false"/>
          </a:p>
        </p:txBody>
      </p:sp>
      <p:sp>
        <p:nvSpPr>
          <p:cNvPr id="222" name="Text Placeholder 8"/>
          <p:cNvSpPr>
            <a:spLocks noGrp="true"/>
          </p:cNvSpPr>
          <p:nvPr>
            <p:ph type="body" sz="quarter" idx="23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altLang="zh-CN" noProof="false" err="true"/>
              <a:t>来源</a:t>
            </a:r>
            <a:r>
              <a:rPr lang="zh-CN" altLang="en-US" noProof="false"/>
              <a:t>：</a:t>
            </a:r>
            <a:endParaRPr lang="en-US" altLang="zh-CN" noProof="false"/>
          </a:p>
        </p:txBody>
      </p:sp>
      <p:sp>
        <p:nvSpPr>
          <p:cNvPr id="223" name="Text Placeholder 12"/>
          <p:cNvSpPr>
            <a:spLocks noGrp="true"/>
          </p:cNvSpPr>
          <p:nvPr>
            <p:ph type="body" sz="quarter" idx="31" hasCustomPrompt="true"/>
          </p:nvPr>
        </p:nvSpPr>
        <p:spPr>
          <a:xfrm>
            <a:off x="6185533" y="2787685"/>
            <a:ext cx="4680000" cy="1369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lang="en-US" sz="1100" b="false" i="false" kern="1200" cap="all" spc="150" baseline="0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sz="1200"/>
            </a:lvl3pPr>
          </a:lstStyle>
          <a:p>
            <a:pPr lvl="0"/>
            <a:r>
              <a:rPr lang="en-US" noProof="false" err="true"/>
              <a:t>请输入副标题</a:t>
            </a:r>
            <a:endParaRPr lang="en-US" noProof="false"/>
          </a:p>
        </p:txBody>
      </p:sp>
      <p:sp>
        <p:nvSpPr>
          <p:cNvPr id="224" name="Text Placeholder 5"/>
          <p:cNvSpPr>
            <a:spLocks noGrp="true"/>
          </p:cNvSpPr>
          <p:nvPr>
            <p:ph type="body" sz="quarter" idx="24" hasCustomPrompt="true"/>
          </p:nvPr>
        </p:nvSpPr>
        <p:spPr>
          <a:xfrm>
            <a:off x="6194424" y="3008388"/>
            <a:ext cx="4680000" cy="1340603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lang="en-US" altLang="zh-CN" sz="32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请输入标题</a:t>
            </a:r>
            <a:endParaRPr lang="en-US" altLang="zh-CN" noProof="false"/>
          </a:p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请输入标题</a:t>
            </a:r>
            <a:endParaRPr lang="en-US" altLang="zh-CN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请输入标题</a:t>
            </a:r>
            <a:endParaRPr lang="en-US" altLang="zh-CN" noProof="false"/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p="http://schemas.openxmlformats.org/presentationml/2006/main">
  <p:cSld name="2_Content blocks 4 images right 2">
    <p:spTree>
      <p:nvGrpSpPr>
        <p:cNvPr id="2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227" name="Picture Placeholder 7"/>
          <p:cNvSpPr>
            <a:spLocks noGrp="true"/>
          </p:cNvSpPr>
          <p:nvPr>
            <p:ph type="pic" sz="quarter" idx="18" hasCustomPrompt="true"/>
          </p:nvPr>
        </p:nvSpPr>
        <p:spPr>
          <a:xfrm>
            <a:off x="507600" y="3453845"/>
            <a:ext cx="2584450" cy="2604056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noProof="false" err="true"/>
              <a:t>单击输入图片</a:t>
            </a:r>
            <a:endParaRPr lang="en-US" noProof="false"/>
          </a:p>
        </p:txBody>
      </p:sp>
      <p:sp>
        <p:nvSpPr>
          <p:cNvPr id="228" name="Picture Placeholder 7"/>
          <p:cNvSpPr>
            <a:spLocks noGrp="true"/>
          </p:cNvSpPr>
          <p:nvPr>
            <p:ph type="pic" sz="quarter" idx="20" hasCustomPrompt="true"/>
          </p:nvPr>
        </p:nvSpPr>
        <p:spPr>
          <a:xfrm>
            <a:off x="3394073" y="3453845"/>
            <a:ext cx="2584450" cy="2604056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noProof="false" err="true"/>
              <a:t>单击输入图片</a:t>
            </a:r>
            <a:endParaRPr lang="en-US" noProof="false"/>
          </a:p>
        </p:txBody>
      </p:sp>
      <p:sp>
        <p:nvSpPr>
          <p:cNvPr id="229" name="Picture Placeholder 7"/>
          <p:cNvSpPr>
            <a:spLocks noGrp="true"/>
          </p:cNvSpPr>
          <p:nvPr>
            <p:ph type="pic" sz="quarter" idx="21" hasCustomPrompt="true"/>
          </p:nvPr>
        </p:nvSpPr>
        <p:spPr>
          <a:xfrm>
            <a:off x="507600" y="519590"/>
            <a:ext cx="2584450" cy="2604056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noProof="false" err="true"/>
              <a:t>单击插入图片</a:t>
            </a:r>
            <a:endParaRPr lang="en-US" noProof="false"/>
          </a:p>
        </p:txBody>
      </p:sp>
      <p:sp>
        <p:nvSpPr>
          <p:cNvPr id="230" name="Picture Placeholder 7"/>
          <p:cNvSpPr>
            <a:spLocks noGrp="true"/>
          </p:cNvSpPr>
          <p:nvPr>
            <p:ph type="pic" sz="quarter" idx="22" hasCustomPrompt="true"/>
          </p:nvPr>
        </p:nvSpPr>
        <p:spPr>
          <a:xfrm>
            <a:off x="3394073" y="519590"/>
            <a:ext cx="2584450" cy="2604056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noProof="false" err="true"/>
              <a:t>单击插入图片</a:t>
            </a:r>
            <a:endParaRPr lang="en-US" noProof="false"/>
          </a:p>
        </p:txBody>
      </p:sp>
      <p:sp>
        <p:nvSpPr>
          <p:cNvPr id="231" name="Text Placeholder 8"/>
          <p:cNvSpPr>
            <a:spLocks noGrp="true"/>
          </p:cNvSpPr>
          <p:nvPr>
            <p:ph type="body" sz="quarter" idx="23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altLang="zh-CN" noProof="false" err="true"/>
              <a:t>来源</a:t>
            </a:r>
            <a:r>
              <a:rPr lang="zh-CN" altLang="en-US" noProof="false"/>
              <a:t>：</a:t>
            </a:r>
            <a:endParaRPr lang="en-US" altLang="zh-CN" noProof="false"/>
          </a:p>
        </p:txBody>
      </p:sp>
      <p:sp>
        <p:nvSpPr>
          <p:cNvPr id="232" name="Text Placeholder 12"/>
          <p:cNvSpPr>
            <a:spLocks noGrp="true"/>
          </p:cNvSpPr>
          <p:nvPr>
            <p:ph type="body" sz="quarter" idx="24" hasCustomPrompt="true"/>
          </p:nvPr>
        </p:nvSpPr>
        <p:spPr>
          <a:xfrm>
            <a:off x="6203950" y="1923221"/>
            <a:ext cx="4680000" cy="15126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lang="en-US" sz="1100" b="false" i="false" kern="1200" cap="all" spc="150" baseline="0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sz="1200"/>
            </a:lvl3pPr>
          </a:lstStyle>
          <a:p>
            <a:pPr lvl="0"/>
            <a:r>
              <a:rPr lang="en-US" noProof="false" err="true"/>
              <a:t>请输入副标题</a:t>
            </a:r>
            <a:endParaRPr lang="en-US" noProof="false"/>
          </a:p>
        </p:txBody>
      </p:sp>
      <p:sp>
        <p:nvSpPr>
          <p:cNvPr id="233" name="Text Placeholder 12"/>
          <p:cNvSpPr>
            <a:spLocks noGrp="true"/>
          </p:cNvSpPr>
          <p:nvPr>
            <p:ph type="body" sz="quarter" idx="31" hasCustomPrompt="true"/>
          </p:nvPr>
        </p:nvSpPr>
        <p:spPr>
          <a:xfrm>
            <a:off x="6203950" y="3007360"/>
            <a:ext cx="4680000" cy="2677796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00" b="false" i="false" kern="1200" cap="none" spc="0" baseline="0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lang="en-GB" sz="1200" kern="1200" dirty="fals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noProof="false" err="true"/>
              <a:t>请输入正文内容</a:t>
            </a:r>
            <a:endParaRPr lang="en-US" noProof="false"/>
          </a:p>
        </p:txBody>
      </p:sp>
      <p:sp>
        <p:nvSpPr>
          <p:cNvPr id="234" name="Text Placeholder 5"/>
          <p:cNvSpPr>
            <a:spLocks noGrp="true"/>
          </p:cNvSpPr>
          <p:nvPr>
            <p:ph type="body" sz="quarter" idx="32" hasCustomPrompt="true"/>
          </p:nvPr>
        </p:nvSpPr>
        <p:spPr>
          <a:xfrm>
            <a:off x="6203950" y="2133601"/>
            <a:ext cx="4680000" cy="741679"/>
          </a:xfrm>
        </p:spPr>
        <p:txBody>
          <a:bodyPr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lang="en-US" altLang="zh-TW" sz="28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noProof="false" err="true"/>
              <a:t>请输入标题</a:t>
            </a:r>
            <a:endParaRPr lang="en-US" noProof="false"/>
          </a:p>
          <a:p>
            <a:pPr marL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noProof="false" err="true"/>
              <a:t>请输入标题</a:t>
            </a:r>
            <a:endParaRPr lang="en-US" noProof="false"/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p="http://schemas.openxmlformats.org/presentationml/2006/main">
  <p:cSld name="3_Content blocks 4 images right large figure">
    <p:bg>
      <p:bgPr>
        <a:solidFill>
          <a:schemeClr val="tx1"/>
        </a:solidFill>
        <a:effectLst/>
      </p:bgPr>
    </p:bg>
    <p:spTree>
      <p:nvGrpSpPr>
        <p:cNvPr id="2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237" name="Text Placeholder 12"/>
          <p:cNvSpPr>
            <a:spLocks noGrp="true"/>
          </p:cNvSpPr>
          <p:nvPr>
            <p:ph type="body" sz="quarter" idx="14" hasCustomPrompt="true"/>
          </p:nvPr>
        </p:nvSpPr>
        <p:spPr>
          <a:xfrm>
            <a:off x="6186260" y="3141663"/>
            <a:ext cx="5489575" cy="3025457"/>
          </a:xfrm>
        </p:spPr>
        <p:txBody>
          <a:bodyPr anchor="b" anchorCtr="false"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lang="zh-TW" altLang="en-US" sz="3200" b="true" i="false" kern="1200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914400" indent="0">
              <a:buNone/>
              <a:defRPr/>
            </a:lvl3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请输入短标题</a:t>
            </a:r>
            <a:endParaRPr lang="zh-TW" altLang="en-US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请输入短标题</a:t>
            </a:r>
            <a:endParaRPr lang="zh-TW" altLang="en-US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请输入短标题</a:t>
            </a:r>
            <a:endParaRPr lang="zh-TW" altLang="en-US" noProof="false"/>
          </a:p>
        </p:txBody>
      </p:sp>
      <p:sp>
        <p:nvSpPr>
          <p:cNvPr id="238" name="Text Placeholder 8"/>
          <p:cNvSpPr>
            <a:spLocks noGrp="true"/>
          </p:cNvSpPr>
          <p:nvPr>
            <p:ph type="body" sz="quarter" idx="16" hasCustomPrompt="true"/>
          </p:nvPr>
        </p:nvSpPr>
        <p:spPr>
          <a:xfrm>
            <a:off x="6194424" y="308430"/>
            <a:ext cx="5489575" cy="2101850"/>
          </a:xfrm>
        </p:spPr>
        <p:txBody>
          <a:bodyPr>
            <a:noAutofit/>
          </a:bodyPr>
          <a:lstStyle>
            <a:lvl1pPr marL="0" indent="0">
              <a:buNone/>
              <a:defRPr lang="en-US" sz="15000" b="true" i="false" kern="1200" noProof="false" dirty="false">
                <a:solidFill>
                  <a:srgbClr val="F55600"/>
                </a:solidFill>
                <a:latin typeface="+mj-lt"/>
                <a:ea typeface="Noto Sans S Chinese Regular" panose="020B0500000000000000" pitchFamily="34" charset="-128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noProof="false"/>
              <a:t>#$%</a:t>
            </a:r>
            <a:endParaRPr lang="en-US" noProof="false"/>
          </a:p>
        </p:txBody>
      </p:sp>
      <p:sp>
        <p:nvSpPr>
          <p:cNvPr id="239" name="Picture Placeholder 7"/>
          <p:cNvSpPr>
            <a:spLocks noGrp="true"/>
          </p:cNvSpPr>
          <p:nvPr>
            <p:ph type="pic" sz="quarter" idx="18" hasCustomPrompt="true"/>
          </p:nvPr>
        </p:nvSpPr>
        <p:spPr>
          <a:xfrm>
            <a:off x="507365" y="3453845"/>
            <a:ext cx="2584450" cy="2604056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TW" noProof="false" err="true"/>
              <a:t>单击插入图片</a:t>
            </a:r>
            <a:endParaRPr lang="en-US" altLang="zh-TW" noProof="false"/>
          </a:p>
        </p:txBody>
      </p:sp>
      <p:sp>
        <p:nvSpPr>
          <p:cNvPr id="240" name="Picture Placeholder 7"/>
          <p:cNvSpPr>
            <a:spLocks noGrp="true"/>
          </p:cNvSpPr>
          <p:nvPr>
            <p:ph type="pic" sz="quarter" idx="20" hasCustomPrompt="true"/>
          </p:nvPr>
        </p:nvSpPr>
        <p:spPr>
          <a:xfrm>
            <a:off x="3394800" y="3453845"/>
            <a:ext cx="2584450" cy="2604056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TW" noProof="false" err="true"/>
              <a:t>单击插入图片</a:t>
            </a:r>
            <a:endParaRPr lang="en-US" altLang="zh-TW" noProof="false"/>
          </a:p>
        </p:txBody>
      </p:sp>
      <p:sp>
        <p:nvSpPr>
          <p:cNvPr id="241" name="Picture Placeholder 7"/>
          <p:cNvSpPr>
            <a:spLocks noGrp="true"/>
          </p:cNvSpPr>
          <p:nvPr>
            <p:ph type="pic" sz="quarter" idx="21" hasCustomPrompt="true"/>
          </p:nvPr>
        </p:nvSpPr>
        <p:spPr>
          <a:xfrm>
            <a:off x="507365" y="519590"/>
            <a:ext cx="2584450" cy="2604056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TW" noProof="false" err="true"/>
              <a:t>单击插入图片</a:t>
            </a:r>
            <a:endParaRPr lang="en-US" altLang="zh-TW" noProof="false"/>
          </a:p>
        </p:txBody>
      </p:sp>
      <p:sp>
        <p:nvSpPr>
          <p:cNvPr id="242" name="Picture Placeholder 7"/>
          <p:cNvSpPr>
            <a:spLocks noGrp="true"/>
          </p:cNvSpPr>
          <p:nvPr>
            <p:ph type="pic" sz="quarter" idx="22" hasCustomPrompt="true"/>
          </p:nvPr>
        </p:nvSpPr>
        <p:spPr>
          <a:xfrm>
            <a:off x="3394800" y="519590"/>
            <a:ext cx="2584450" cy="2604056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TW" noProof="false" err="true"/>
              <a:t>单击插入图片</a:t>
            </a:r>
            <a:endParaRPr lang="en-US" altLang="zh-TW" noProof="false"/>
          </a:p>
        </p:txBody>
      </p:sp>
      <p:sp>
        <p:nvSpPr>
          <p:cNvPr id="243" name="Text Placeholder 8"/>
          <p:cNvSpPr>
            <a:spLocks noGrp="true"/>
          </p:cNvSpPr>
          <p:nvPr>
            <p:ph type="body" sz="quarter" idx="23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altLang="zh-CN" noProof="false" err="true"/>
              <a:t>来源</a:t>
            </a:r>
            <a:r>
              <a:rPr lang="zh-CN" altLang="en-US" noProof="false"/>
              <a:t>：</a:t>
            </a:r>
            <a:endParaRPr lang="en-US" altLang="zh-CN" noProof="false"/>
          </a:p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p="http://schemas.openxmlformats.org/presentationml/2006/main">
  <p:cSld name="3_Content blocks 4 images right">
    <p:bg>
      <p:bgPr>
        <a:solidFill>
          <a:schemeClr val="tx1"/>
        </a:solidFill>
        <a:effectLst/>
      </p:bgPr>
    </p:bg>
    <p:spTree>
      <p:nvGrpSpPr>
        <p:cNvPr id="2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246" name="Picture Placeholder 7"/>
          <p:cNvSpPr>
            <a:spLocks noGrp="true"/>
          </p:cNvSpPr>
          <p:nvPr>
            <p:ph type="pic" sz="quarter" idx="18" hasCustomPrompt="true"/>
          </p:nvPr>
        </p:nvSpPr>
        <p:spPr>
          <a:xfrm>
            <a:off x="507365" y="3453845"/>
            <a:ext cx="2584450" cy="2604056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TW" noProof="false" err="true"/>
              <a:t>单击插入图片</a:t>
            </a:r>
            <a:endParaRPr lang="en-US" altLang="zh-TW" noProof="false"/>
          </a:p>
        </p:txBody>
      </p:sp>
      <p:sp>
        <p:nvSpPr>
          <p:cNvPr id="247" name="Picture Placeholder 7"/>
          <p:cNvSpPr>
            <a:spLocks noGrp="true"/>
          </p:cNvSpPr>
          <p:nvPr>
            <p:ph type="pic" sz="quarter" idx="20" hasCustomPrompt="true"/>
          </p:nvPr>
        </p:nvSpPr>
        <p:spPr>
          <a:xfrm>
            <a:off x="3394800" y="3453845"/>
            <a:ext cx="2584450" cy="2604056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TW" noProof="false" err="true"/>
              <a:t>单击插入图片</a:t>
            </a:r>
            <a:endParaRPr lang="en-US" altLang="zh-TW" noProof="false"/>
          </a:p>
        </p:txBody>
      </p:sp>
      <p:sp>
        <p:nvSpPr>
          <p:cNvPr id="248" name="Picture Placeholder 7"/>
          <p:cNvSpPr>
            <a:spLocks noGrp="true"/>
          </p:cNvSpPr>
          <p:nvPr>
            <p:ph type="pic" sz="quarter" idx="21" hasCustomPrompt="true"/>
          </p:nvPr>
        </p:nvSpPr>
        <p:spPr>
          <a:xfrm>
            <a:off x="507365" y="519590"/>
            <a:ext cx="2584450" cy="2604056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TW" noProof="false" err="true"/>
              <a:t>单击插入图片</a:t>
            </a:r>
            <a:endParaRPr lang="en-US" altLang="zh-TW" noProof="false"/>
          </a:p>
        </p:txBody>
      </p:sp>
      <p:sp>
        <p:nvSpPr>
          <p:cNvPr id="249" name="Picture Placeholder 7"/>
          <p:cNvSpPr>
            <a:spLocks noGrp="true"/>
          </p:cNvSpPr>
          <p:nvPr>
            <p:ph type="pic" sz="quarter" idx="22" hasCustomPrompt="true"/>
          </p:nvPr>
        </p:nvSpPr>
        <p:spPr>
          <a:xfrm>
            <a:off x="3394800" y="519590"/>
            <a:ext cx="2584450" cy="2604056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TW" noProof="false" err="true"/>
              <a:t>单击插入图片</a:t>
            </a:r>
            <a:endParaRPr lang="en-US" altLang="zh-TW" noProof="false"/>
          </a:p>
        </p:txBody>
      </p:sp>
      <p:sp>
        <p:nvSpPr>
          <p:cNvPr id="250" name="Text Placeholder 8"/>
          <p:cNvSpPr>
            <a:spLocks noGrp="true"/>
          </p:cNvSpPr>
          <p:nvPr>
            <p:ph type="body" sz="quarter" idx="23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altLang="zh-CN" noProof="false" err="true"/>
              <a:t>来源</a:t>
            </a:r>
            <a:r>
              <a:rPr lang="zh-CN" altLang="en-US" noProof="false"/>
              <a:t>：</a:t>
            </a:r>
            <a:endParaRPr lang="en-US" altLang="zh-CN" noProof="false"/>
          </a:p>
        </p:txBody>
      </p:sp>
      <p:sp>
        <p:nvSpPr>
          <p:cNvPr id="251" name="Text Placeholder 12"/>
          <p:cNvSpPr>
            <a:spLocks noGrp="true"/>
          </p:cNvSpPr>
          <p:nvPr>
            <p:ph type="body" sz="quarter" idx="31" hasCustomPrompt="true"/>
          </p:nvPr>
        </p:nvSpPr>
        <p:spPr>
          <a:xfrm>
            <a:off x="6203951" y="2787685"/>
            <a:ext cx="4680000" cy="1369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lang="en-US" sz="1100" b="false" i="false" kern="1200" cap="all" spc="150" baseline="0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sz="1200"/>
            </a:lvl3pPr>
          </a:lstStyle>
          <a:p>
            <a:pPr lvl="0"/>
            <a:r>
              <a:rPr lang="en-US" noProof="false" err="true"/>
              <a:t>请输入副标题</a:t>
            </a:r>
            <a:endParaRPr lang="en-US" noProof="false"/>
          </a:p>
        </p:txBody>
      </p:sp>
      <p:sp>
        <p:nvSpPr>
          <p:cNvPr id="252" name="Text Placeholder 5"/>
          <p:cNvSpPr>
            <a:spLocks noGrp="true"/>
          </p:cNvSpPr>
          <p:nvPr>
            <p:ph type="body" sz="quarter" idx="24" hasCustomPrompt="true"/>
          </p:nvPr>
        </p:nvSpPr>
        <p:spPr>
          <a:xfrm>
            <a:off x="6212842" y="3008388"/>
            <a:ext cx="4680000" cy="1340603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lang="zh-TW" altLang="en-US" sz="3200" b="true" i="false" kern="1200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zh-TW" altLang="en-US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zh-TW" altLang="en-US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zh-TW" altLang="en-US" noProof="false"/>
          </a:p>
          <a:p>
            <a:pPr marL="0" lvl="0" indent="0" algn="l" defTabSz="914400" rtl="false" eaLnBrk="true" latinLnBrk="false" hangingPunct="true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noProof="false"/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p="http://schemas.openxmlformats.org/presentationml/2006/main">
  <p:cSld name="3_Content blocks 4 images right 2">
    <p:bg>
      <p:bgPr>
        <a:solidFill>
          <a:schemeClr val="tx1"/>
        </a:solidFill>
        <a:effectLst/>
      </p:bgPr>
    </p:bg>
    <p:spTree>
      <p:nvGrpSpPr>
        <p:cNvPr id="2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255" name="Picture Placeholder 7"/>
          <p:cNvSpPr>
            <a:spLocks noGrp="true"/>
          </p:cNvSpPr>
          <p:nvPr>
            <p:ph type="pic" sz="quarter" idx="18" hasCustomPrompt="true"/>
          </p:nvPr>
        </p:nvSpPr>
        <p:spPr>
          <a:xfrm>
            <a:off x="507600" y="3453845"/>
            <a:ext cx="2584450" cy="2604056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TW" noProof="false" err="true"/>
              <a:t>单击插入图片</a:t>
            </a:r>
            <a:endParaRPr lang="en-US" altLang="zh-TW" noProof="false"/>
          </a:p>
        </p:txBody>
      </p:sp>
      <p:sp>
        <p:nvSpPr>
          <p:cNvPr id="256" name="Picture Placeholder 7"/>
          <p:cNvSpPr>
            <a:spLocks noGrp="true"/>
          </p:cNvSpPr>
          <p:nvPr>
            <p:ph type="pic" sz="quarter" idx="20" hasCustomPrompt="true"/>
          </p:nvPr>
        </p:nvSpPr>
        <p:spPr>
          <a:xfrm>
            <a:off x="3394072" y="3453845"/>
            <a:ext cx="2584450" cy="2604056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TW" noProof="false" err="true"/>
              <a:t>单击插入图片</a:t>
            </a:r>
            <a:endParaRPr lang="en-US" altLang="zh-TW" noProof="false"/>
          </a:p>
        </p:txBody>
      </p:sp>
      <p:sp>
        <p:nvSpPr>
          <p:cNvPr id="257" name="Picture Placeholder 7"/>
          <p:cNvSpPr>
            <a:spLocks noGrp="true"/>
          </p:cNvSpPr>
          <p:nvPr>
            <p:ph type="pic" sz="quarter" idx="21" hasCustomPrompt="true"/>
          </p:nvPr>
        </p:nvSpPr>
        <p:spPr>
          <a:xfrm>
            <a:off x="507600" y="519590"/>
            <a:ext cx="2584450" cy="2604056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TW" noProof="false" err="true"/>
              <a:t>单击插入图片</a:t>
            </a:r>
            <a:endParaRPr lang="en-US" altLang="zh-TW" noProof="false"/>
          </a:p>
        </p:txBody>
      </p:sp>
      <p:sp>
        <p:nvSpPr>
          <p:cNvPr id="258" name="Picture Placeholder 7"/>
          <p:cNvSpPr>
            <a:spLocks noGrp="true"/>
          </p:cNvSpPr>
          <p:nvPr>
            <p:ph type="pic" sz="quarter" idx="22" hasCustomPrompt="true"/>
          </p:nvPr>
        </p:nvSpPr>
        <p:spPr>
          <a:xfrm>
            <a:off x="3394072" y="519590"/>
            <a:ext cx="2584450" cy="2604056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TW" noProof="false" err="true"/>
              <a:t>单击插入图片</a:t>
            </a:r>
            <a:endParaRPr lang="en-US" altLang="zh-TW" noProof="false"/>
          </a:p>
        </p:txBody>
      </p:sp>
      <p:sp>
        <p:nvSpPr>
          <p:cNvPr id="259" name="Text Placeholder 8"/>
          <p:cNvSpPr>
            <a:spLocks noGrp="true"/>
          </p:cNvSpPr>
          <p:nvPr>
            <p:ph type="body" sz="quarter" idx="23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altLang="zh-CN" noProof="false" err="true"/>
              <a:t>来源</a:t>
            </a:r>
            <a:r>
              <a:rPr lang="zh-CN" altLang="en-US" noProof="false"/>
              <a:t>：</a:t>
            </a:r>
            <a:endParaRPr lang="en-US" altLang="zh-CN" noProof="false"/>
          </a:p>
        </p:txBody>
      </p:sp>
      <p:sp>
        <p:nvSpPr>
          <p:cNvPr id="260" name="Text Placeholder 12"/>
          <p:cNvSpPr>
            <a:spLocks noGrp="true"/>
          </p:cNvSpPr>
          <p:nvPr>
            <p:ph type="body" sz="quarter" idx="24" hasCustomPrompt="true"/>
          </p:nvPr>
        </p:nvSpPr>
        <p:spPr>
          <a:xfrm>
            <a:off x="6203951" y="1923221"/>
            <a:ext cx="4680000" cy="15126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lang="en-US" sz="1100" b="false" i="false" kern="1200" cap="all" spc="150" baseline="0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sz="1200"/>
            </a:lvl3pPr>
          </a:lstStyle>
          <a:p>
            <a:pPr lvl="0"/>
            <a:r>
              <a:rPr lang="en-US" noProof="false" err="true"/>
              <a:t>请输入副标题</a:t>
            </a:r>
            <a:endParaRPr lang="en-US" noProof="false"/>
          </a:p>
        </p:txBody>
      </p:sp>
      <p:sp>
        <p:nvSpPr>
          <p:cNvPr id="261" name="Text Placeholder 12"/>
          <p:cNvSpPr>
            <a:spLocks noGrp="true"/>
          </p:cNvSpPr>
          <p:nvPr>
            <p:ph type="body" sz="quarter" idx="31" hasCustomPrompt="true"/>
          </p:nvPr>
        </p:nvSpPr>
        <p:spPr>
          <a:xfrm>
            <a:off x="6203951" y="3007360"/>
            <a:ext cx="4680000" cy="2677796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00" b="false" i="false" kern="1200" cap="none" spc="0" baseline="0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lang="en-GB" sz="1200" kern="1200" dirty="fals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noProof="false"/>
              <a:t>请输正文内容</a:t>
            </a:r>
            <a:endParaRPr lang="zh-CN" altLang="en-US" noProof="false"/>
          </a:p>
        </p:txBody>
      </p:sp>
      <p:sp>
        <p:nvSpPr>
          <p:cNvPr id="262" name="Text Placeholder 5"/>
          <p:cNvSpPr>
            <a:spLocks noGrp="true"/>
          </p:cNvSpPr>
          <p:nvPr>
            <p:ph type="body" sz="quarter" idx="32" hasCustomPrompt="true"/>
          </p:nvPr>
        </p:nvSpPr>
        <p:spPr>
          <a:xfrm>
            <a:off x="6203951" y="2133601"/>
            <a:ext cx="4680000" cy="741679"/>
          </a:xfrm>
        </p:spPr>
        <p:txBody>
          <a:bodyPr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lang="zh-TW" altLang="en-US" sz="2800" b="true" i="false" kern="1200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zh-TW" altLang="en-US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zh-TW" altLang="en-US" noProof="false"/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p="http://schemas.openxmlformats.org/presentationml/2006/main">
  <p:cSld name="2_Content blocks 4 images right uneven large figure">
    <p:spTree>
      <p:nvGrpSpPr>
        <p:cNvPr id="26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269" name="Text Placeholder 12"/>
          <p:cNvSpPr>
            <a:spLocks noGrp="true"/>
          </p:cNvSpPr>
          <p:nvPr>
            <p:ph type="body" sz="quarter" idx="14" hasCustomPrompt="true"/>
          </p:nvPr>
        </p:nvSpPr>
        <p:spPr>
          <a:xfrm>
            <a:off x="6203950" y="3141663"/>
            <a:ext cx="5489575" cy="3025457"/>
          </a:xfrm>
        </p:spPr>
        <p:txBody>
          <a:bodyPr anchor="b" anchorCtr="false"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lang="en-US" altLang="zh-CN" sz="32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914400" indent="0">
              <a:buNone/>
              <a:defRPr/>
            </a:lvl3pPr>
          </a:lstStyle>
          <a:p>
            <a:pPr marL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请输入短标题</a:t>
            </a:r>
            <a:endParaRPr lang="en-US" altLang="zh-CN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请输入短标题</a:t>
            </a:r>
            <a:endParaRPr lang="en-US" altLang="zh-CN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请输入短标题</a:t>
            </a:r>
            <a:endParaRPr lang="en-US" altLang="zh-CN" noProof="false"/>
          </a:p>
        </p:txBody>
      </p:sp>
      <p:sp>
        <p:nvSpPr>
          <p:cNvPr id="270" name="Text Placeholder 8"/>
          <p:cNvSpPr>
            <a:spLocks noGrp="true"/>
          </p:cNvSpPr>
          <p:nvPr>
            <p:ph type="body" sz="quarter" idx="16" hasCustomPrompt="true"/>
          </p:nvPr>
        </p:nvSpPr>
        <p:spPr>
          <a:xfrm>
            <a:off x="6212114" y="308430"/>
            <a:ext cx="5489575" cy="2101850"/>
          </a:xfrm>
        </p:spPr>
        <p:txBody>
          <a:bodyPr>
            <a:noAutofit/>
          </a:bodyPr>
          <a:lstStyle>
            <a:lvl1pPr marL="0" indent="0">
              <a:buNone/>
              <a:defRPr lang="en-US" sz="15000" b="true" i="false" kern="1200" noProof="false" dirty="false">
                <a:solidFill>
                  <a:srgbClr val="F55600"/>
                </a:solidFill>
                <a:latin typeface="+mj-lt"/>
                <a:ea typeface="Noto Sans S Chinese Regular" panose="020B0500000000000000" pitchFamily="34" charset="-128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noProof="false"/>
              <a:t>#$%</a:t>
            </a:r>
            <a:endParaRPr lang="en-US" noProof="false"/>
          </a:p>
        </p:txBody>
      </p:sp>
      <p:sp>
        <p:nvSpPr>
          <p:cNvPr id="271" name="Picture Placeholder 7"/>
          <p:cNvSpPr>
            <a:spLocks noGrp="true"/>
          </p:cNvSpPr>
          <p:nvPr>
            <p:ph type="pic" sz="quarter" idx="22" hasCustomPrompt="true"/>
          </p:nvPr>
        </p:nvSpPr>
        <p:spPr>
          <a:xfrm>
            <a:off x="507366" y="4163218"/>
            <a:ext cx="2584450" cy="1888810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单击插入图片</a:t>
            </a:r>
            <a:endParaRPr lang="en-US" altLang="zh-CN" noProof="false"/>
          </a:p>
        </p:txBody>
      </p:sp>
      <p:sp>
        <p:nvSpPr>
          <p:cNvPr id="272" name="Picture Placeholder 7"/>
          <p:cNvSpPr>
            <a:spLocks noGrp="true"/>
          </p:cNvSpPr>
          <p:nvPr>
            <p:ph type="pic" sz="quarter" idx="23" hasCustomPrompt="true"/>
          </p:nvPr>
        </p:nvSpPr>
        <p:spPr>
          <a:xfrm>
            <a:off x="507366" y="512762"/>
            <a:ext cx="2584450" cy="3427413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noProof="false" err="true"/>
              <a:t>单击插入图片</a:t>
            </a:r>
            <a:endParaRPr lang="en-US" noProof="false"/>
          </a:p>
        </p:txBody>
      </p:sp>
      <p:sp>
        <p:nvSpPr>
          <p:cNvPr id="273" name="Picture Placeholder 7"/>
          <p:cNvSpPr>
            <a:spLocks noGrp="true"/>
          </p:cNvSpPr>
          <p:nvPr>
            <p:ph type="pic" sz="quarter" idx="26" hasCustomPrompt="true"/>
          </p:nvPr>
        </p:nvSpPr>
        <p:spPr>
          <a:xfrm>
            <a:off x="3394800" y="512762"/>
            <a:ext cx="2584450" cy="1888810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单击插入图片</a:t>
            </a:r>
            <a:endParaRPr lang="en-US" altLang="zh-CN" noProof="false"/>
          </a:p>
        </p:txBody>
      </p:sp>
      <p:sp>
        <p:nvSpPr>
          <p:cNvPr id="274" name="Picture Placeholder 7"/>
          <p:cNvSpPr>
            <a:spLocks noGrp="true"/>
          </p:cNvSpPr>
          <p:nvPr>
            <p:ph type="pic" sz="quarter" idx="27" hasCustomPrompt="true"/>
          </p:nvPr>
        </p:nvSpPr>
        <p:spPr>
          <a:xfrm>
            <a:off x="3394800" y="2624615"/>
            <a:ext cx="2584450" cy="3427413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单击插入图片</a:t>
            </a:r>
            <a:endParaRPr lang="en-US" altLang="zh-CN" noProof="false"/>
          </a:p>
        </p:txBody>
      </p:sp>
      <p:sp>
        <p:nvSpPr>
          <p:cNvPr id="275" name="Text Placeholder 8"/>
          <p:cNvSpPr>
            <a:spLocks noGrp="true"/>
          </p:cNvSpPr>
          <p:nvPr>
            <p:ph type="body" sz="quarter" idx="28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altLang="zh-CN" noProof="false" err="true"/>
              <a:t>来源</a:t>
            </a:r>
            <a:r>
              <a:rPr lang="zh-CN" altLang="en-US" noProof="false"/>
              <a:t>：</a:t>
            </a:r>
            <a:endParaRPr lang="en-US" altLang="zh-CN" noProof="false"/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p="http://schemas.openxmlformats.org/presentationml/2006/main">
  <p:cSld name="2_Content blocks 4 images right uneven">
    <p:spTree>
      <p:nvGrpSpPr>
        <p:cNvPr id="27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278" name="Picture Placeholder 7"/>
          <p:cNvSpPr>
            <a:spLocks noGrp="true"/>
          </p:cNvSpPr>
          <p:nvPr>
            <p:ph type="pic" sz="quarter" idx="22" hasCustomPrompt="true"/>
          </p:nvPr>
        </p:nvSpPr>
        <p:spPr>
          <a:xfrm>
            <a:off x="507600" y="4163218"/>
            <a:ext cx="2584450" cy="1888810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单击插入图片</a:t>
            </a:r>
            <a:endParaRPr lang="en-US" altLang="zh-CN" noProof="false"/>
          </a:p>
        </p:txBody>
      </p:sp>
      <p:sp>
        <p:nvSpPr>
          <p:cNvPr id="279" name="Picture Placeholder 7"/>
          <p:cNvSpPr>
            <a:spLocks noGrp="true"/>
          </p:cNvSpPr>
          <p:nvPr>
            <p:ph type="pic" sz="quarter" idx="23" hasCustomPrompt="true"/>
          </p:nvPr>
        </p:nvSpPr>
        <p:spPr>
          <a:xfrm>
            <a:off x="507600" y="512762"/>
            <a:ext cx="2584450" cy="3427413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单击插入图片</a:t>
            </a:r>
            <a:endParaRPr lang="en-US" altLang="zh-CN" noProof="false"/>
          </a:p>
        </p:txBody>
      </p:sp>
      <p:sp>
        <p:nvSpPr>
          <p:cNvPr id="280" name="Picture Placeholder 7"/>
          <p:cNvSpPr>
            <a:spLocks noGrp="true"/>
          </p:cNvSpPr>
          <p:nvPr>
            <p:ph type="pic" sz="quarter" idx="26" hasCustomPrompt="true"/>
          </p:nvPr>
        </p:nvSpPr>
        <p:spPr>
          <a:xfrm>
            <a:off x="3394709" y="512762"/>
            <a:ext cx="2584450" cy="1888810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单击插入图片</a:t>
            </a:r>
            <a:endParaRPr lang="en-US" altLang="zh-CN" noProof="false"/>
          </a:p>
        </p:txBody>
      </p:sp>
      <p:sp>
        <p:nvSpPr>
          <p:cNvPr id="281" name="Picture Placeholder 7"/>
          <p:cNvSpPr>
            <a:spLocks noGrp="true"/>
          </p:cNvSpPr>
          <p:nvPr>
            <p:ph type="pic" sz="quarter" idx="27" hasCustomPrompt="true"/>
          </p:nvPr>
        </p:nvSpPr>
        <p:spPr>
          <a:xfrm>
            <a:off x="3394709" y="2624615"/>
            <a:ext cx="2584450" cy="3427413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单击插入图片</a:t>
            </a:r>
            <a:endParaRPr lang="en-US" altLang="zh-CN" noProof="false"/>
          </a:p>
        </p:txBody>
      </p:sp>
      <p:sp>
        <p:nvSpPr>
          <p:cNvPr id="282" name="Text Placeholder 8"/>
          <p:cNvSpPr>
            <a:spLocks noGrp="true"/>
          </p:cNvSpPr>
          <p:nvPr>
            <p:ph type="body" sz="quarter" idx="28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altLang="zh-CN" noProof="false" err="true"/>
              <a:t>来源</a:t>
            </a:r>
            <a:r>
              <a:rPr lang="zh-CN" altLang="en-US" noProof="false"/>
              <a:t>：</a:t>
            </a:r>
            <a:endParaRPr lang="en-US" altLang="zh-CN" noProof="false"/>
          </a:p>
        </p:txBody>
      </p:sp>
      <p:sp>
        <p:nvSpPr>
          <p:cNvPr id="283" name="Text Placeholder 12"/>
          <p:cNvSpPr>
            <a:spLocks noGrp="true"/>
          </p:cNvSpPr>
          <p:nvPr>
            <p:ph type="body" sz="quarter" idx="31" hasCustomPrompt="true"/>
          </p:nvPr>
        </p:nvSpPr>
        <p:spPr>
          <a:xfrm>
            <a:off x="6195060" y="2787685"/>
            <a:ext cx="4680000" cy="1369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lang="en-US" sz="1100" b="false" i="false" kern="1200" cap="all" spc="150" baseline="0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sz="1200"/>
            </a:lvl3pPr>
          </a:lstStyle>
          <a:p>
            <a:pPr lvl="0"/>
            <a:r>
              <a:rPr lang="en-US" noProof="false" err="true"/>
              <a:t>请输入副标题</a:t>
            </a:r>
            <a:endParaRPr lang="en-US" noProof="false"/>
          </a:p>
        </p:txBody>
      </p:sp>
      <p:sp>
        <p:nvSpPr>
          <p:cNvPr id="284" name="Text Placeholder 5"/>
          <p:cNvSpPr>
            <a:spLocks noGrp="true"/>
          </p:cNvSpPr>
          <p:nvPr>
            <p:ph type="body" sz="quarter" idx="24" hasCustomPrompt="true"/>
          </p:nvPr>
        </p:nvSpPr>
        <p:spPr>
          <a:xfrm>
            <a:off x="6203951" y="3008388"/>
            <a:ext cx="4680000" cy="1340603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lang="en-US" altLang="zh-CN" sz="32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请输入标题</a:t>
            </a:r>
            <a:endParaRPr lang="en-US" altLang="zh-CN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请输</a:t>
            </a:r>
            <a:r>
              <a:rPr lang="zh-CN" altLang="en-US" noProof="false"/>
              <a:t>入</a:t>
            </a:r>
            <a:r>
              <a:rPr lang="en-US" altLang="zh-CN" noProof="false" err="true"/>
              <a:t>标题</a:t>
            </a:r>
            <a:endParaRPr lang="en-US" altLang="zh-CN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请输入标题</a:t>
            </a:r>
            <a:endParaRPr lang="en-US" altLang="zh-CN" noProof="false"/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p="http://schemas.openxmlformats.org/presentationml/2006/main">
  <p:cSld name="2_Content blocks 4 images right uneven 2">
    <p:spTree>
      <p:nvGrpSpPr>
        <p:cNvPr id="28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287" name="Picture Placeholder 7"/>
          <p:cNvSpPr>
            <a:spLocks noGrp="true"/>
          </p:cNvSpPr>
          <p:nvPr>
            <p:ph type="pic" sz="quarter" idx="22" hasCustomPrompt="true"/>
          </p:nvPr>
        </p:nvSpPr>
        <p:spPr>
          <a:xfrm>
            <a:off x="507600" y="4163218"/>
            <a:ext cx="2584450" cy="1888810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单击插入图片</a:t>
            </a:r>
            <a:endParaRPr lang="en-US" altLang="zh-CN" noProof="false"/>
          </a:p>
        </p:txBody>
      </p:sp>
      <p:sp>
        <p:nvSpPr>
          <p:cNvPr id="288" name="Picture Placeholder 7"/>
          <p:cNvSpPr>
            <a:spLocks noGrp="true"/>
          </p:cNvSpPr>
          <p:nvPr>
            <p:ph type="pic" sz="quarter" idx="23" hasCustomPrompt="true"/>
          </p:nvPr>
        </p:nvSpPr>
        <p:spPr>
          <a:xfrm>
            <a:off x="507600" y="512762"/>
            <a:ext cx="2584450" cy="3427413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单击插入图片</a:t>
            </a:r>
            <a:endParaRPr lang="en-US" altLang="zh-CN" noProof="false"/>
          </a:p>
        </p:txBody>
      </p:sp>
      <p:sp>
        <p:nvSpPr>
          <p:cNvPr id="289" name="Picture Placeholder 7"/>
          <p:cNvSpPr>
            <a:spLocks noGrp="true"/>
          </p:cNvSpPr>
          <p:nvPr>
            <p:ph type="pic" sz="quarter" idx="26" hasCustomPrompt="true"/>
          </p:nvPr>
        </p:nvSpPr>
        <p:spPr>
          <a:xfrm>
            <a:off x="3394710" y="512762"/>
            <a:ext cx="2584450" cy="1888810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单击插入图片</a:t>
            </a:r>
            <a:endParaRPr lang="en-US" altLang="zh-CN" noProof="false"/>
          </a:p>
        </p:txBody>
      </p:sp>
      <p:sp>
        <p:nvSpPr>
          <p:cNvPr id="290" name="Picture Placeholder 7"/>
          <p:cNvSpPr>
            <a:spLocks noGrp="true"/>
          </p:cNvSpPr>
          <p:nvPr>
            <p:ph type="pic" sz="quarter" idx="27" hasCustomPrompt="true"/>
          </p:nvPr>
        </p:nvSpPr>
        <p:spPr>
          <a:xfrm>
            <a:off x="3394710" y="2624615"/>
            <a:ext cx="2584450" cy="3427413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单击插入图片</a:t>
            </a:r>
            <a:endParaRPr lang="en-US" altLang="zh-CN" noProof="false"/>
          </a:p>
        </p:txBody>
      </p:sp>
      <p:sp>
        <p:nvSpPr>
          <p:cNvPr id="291" name="Text Placeholder 8"/>
          <p:cNvSpPr>
            <a:spLocks noGrp="true"/>
          </p:cNvSpPr>
          <p:nvPr>
            <p:ph type="body" sz="quarter" idx="28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altLang="zh-CN" noProof="false" err="true"/>
              <a:t>来源</a:t>
            </a:r>
            <a:r>
              <a:rPr lang="zh-CN" altLang="en-US" noProof="false"/>
              <a:t>：</a:t>
            </a:r>
            <a:endParaRPr lang="en-US" altLang="zh-CN" noProof="false"/>
          </a:p>
        </p:txBody>
      </p:sp>
      <p:sp>
        <p:nvSpPr>
          <p:cNvPr id="292" name="Text Placeholder 12"/>
          <p:cNvSpPr>
            <a:spLocks noGrp="true"/>
          </p:cNvSpPr>
          <p:nvPr>
            <p:ph type="body" sz="quarter" idx="24" hasCustomPrompt="true"/>
          </p:nvPr>
        </p:nvSpPr>
        <p:spPr>
          <a:xfrm>
            <a:off x="6203950" y="1923221"/>
            <a:ext cx="4680000" cy="15126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lang="en-US" sz="1100" b="false" i="false" kern="1200" cap="all" spc="150" baseline="0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sz="1200"/>
            </a:lvl3pPr>
          </a:lstStyle>
          <a:p>
            <a:pPr lvl="0"/>
            <a:r>
              <a:rPr lang="en-US" noProof="false" err="true"/>
              <a:t>请输入副标题</a:t>
            </a:r>
            <a:endParaRPr lang="en-US" noProof="false"/>
          </a:p>
        </p:txBody>
      </p:sp>
      <p:sp>
        <p:nvSpPr>
          <p:cNvPr id="293" name="Text Placeholder 12"/>
          <p:cNvSpPr>
            <a:spLocks noGrp="true"/>
          </p:cNvSpPr>
          <p:nvPr>
            <p:ph type="body" sz="quarter" idx="31" hasCustomPrompt="true"/>
          </p:nvPr>
        </p:nvSpPr>
        <p:spPr>
          <a:xfrm>
            <a:off x="6203950" y="3007360"/>
            <a:ext cx="4680000" cy="2677796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00" b="false" i="false" kern="1200" cap="none" spc="0" baseline="0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lang="en-GB" sz="1200" kern="1200" dirty="fals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noProof="false"/>
              <a:t>请输正文内容</a:t>
            </a:r>
            <a:endParaRPr lang="zh-CN" altLang="en-US" noProof="false"/>
          </a:p>
        </p:txBody>
      </p:sp>
      <p:sp>
        <p:nvSpPr>
          <p:cNvPr id="294" name="Text Placeholder 5"/>
          <p:cNvSpPr>
            <a:spLocks noGrp="true"/>
          </p:cNvSpPr>
          <p:nvPr>
            <p:ph type="body" sz="quarter" idx="32" hasCustomPrompt="true"/>
          </p:nvPr>
        </p:nvSpPr>
        <p:spPr>
          <a:xfrm>
            <a:off x="6203950" y="2133601"/>
            <a:ext cx="4680000" cy="741679"/>
          </a:xfrm>
        </p:spPr>
        <p:txBody>
          <a:bodyPr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lang="en-US" altLang="zh-CN" sz="28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noProof="false" err="true"/>
              <a:t>请输入标题</a:t>
            </a:r>
            <a:endParaRPr lang="en-US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请输入标题</a:t>
            </a:r>
            <a:endParaRPr lang="en-US" altLang="zh-CN" noProof="false"/>
          </a:p>
          <a:p>
            <a:pPr marL="0" lvl="0" indent="0" algn="l" defTabSz="914400" rtl="false" eaLnBrk="true" latinLnBrk="false" hangingPunct="true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noProof="false"/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p="http://schemas.openxmlformats.org/presentationml/2006/main">
  <p:cSld name="3_Content blocks 4 images right uneven large figure">
    <p:bg>
      <p:bgPr>
        <a:solidFill>
          <a:schemeClr val="tx1"/>
        </a:solidFill>
        <a:effectLst/>
      </p:bgPr>
    </p:bg>
    <p:spTree>
      <p:nvGrpSpPr>
        <p:cNvPr id="29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297" name="Text Placeholder 12"/>
          <p:cNvSpPr>
            <a:spLocks noGrp="true"/>
          </p:cNvSpPr>
          <p:nvPr>
            <p:ph type="body" sz="quarter" idx="14" hasCustomPrompt="true"/>
          </p:nvPr>
        </p:nvSpPr>
        <p:spPr>
          <a:xfrm>
            <a:off x="6203950" y="3141663"/>
            <a:ext cx="5489575" cy="3025457"/>
          </a:xfrm>
        </p:spPr>
        <p:txBody>
          <a:bodyPr anchor="b" anchorCtr="false"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lang="zh-TW" altLang="en-US" sz="3200" b="true" i="false" kern="1200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914400" indent="0">
              <a:buNone/>
              <a:defRPr/>
            </a:lvl3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请输入短标题</a:t>
            </a:r>
            <a:endParaRPr lang="zh-TW" altLang="en-US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请输入短标题</a:t>
            </a:r>
            <a:endParaRPr lang="zh-TW" altLang="en-US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请输入短标题</a:t>
            </a:r>
            <a:endParaRPr lang="zh-TW" altLang="en-US" noProof="false"/>
          </a:p>
        </p:txBody>
      </p:sp>
      <p:sp>
        <p:nvSpPr>
          <p:cNvPr id="298" name="Text Placeholder 8"/>
          <p:cNvSpPr>
            <a:spLocks noGrp="true"/>
          </p:cNvSpPr>
          <p:nvPr>
            <p:ph type="body" sz="quarter" idx="16" hasCustomPrompt="true"/>
          </p:nvPr>
        </p:nvSpPr>
        <p:spPr>
          <a:xfrm>
            <a:off x="6212114" y="308430"/>
            <a:ext cx="5489575" cy="2101850"/>
          </a:xfrm>
        </p:spPr>
        <p:txBody>
          <a:bodyPr>
            <a:noAutofit/>
          </a:bodyPr>
          <a:lstStyle>
            <a:lvl1pPr marL="0" indent="0">
              <a:buNone/>
              <a:defRPr lang="en-US" sz="15000" b="true" i="false" kern="1200" noProof="false" dirty="false">
                <a:solidFill>
                  <a:srgbClr val="F55600"/>
                </a:solidFill>
                <a:latin typeface="+mj-lt"/>
                <a:ea typeface="Noto Sans S Chinese Regular" panose="020B0500000000000000" pitchFamily="34" charset="-128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noProof="false"/>
              <a:t>#$%</a:t>
            </a:r>
            <a:endParaRPr lang="en-US" noProof="false"/>
          </a:p>
        </p:txBody>
      </p:sp>
      <p:sp>
        <p:nvSpPr>
          <p:cNvPr id="299" name="Picture Placeholder 7"/>
          <p:cNvSpPr>
            <a:spLocks noGrp="true"/>
          </p:cNvSpPr>
          <p:nvPr>
            <p:ph type="pic" sz="quarter" idx="22" hasCustomPrompt="true"/>
          </p:nvPr>
        </p:nvSpPr>
        <p:spPr>
          <a:xfrm>
            <a:off x="507365" y="4163218"/>
            <a:ext cx="2584450" cy="1888810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单</a:t>
            </a:r>
            <a:r>
              <a:rPr lang="en-US" altLang="zh-TW" noProof="false" err="true"/>
              <a:t>击插入图片</a:t>
            </a:r>
            <a:endParaRPr lang="en-US" altLang="zh-TW" noProof="false"/>
          </a:p>
        </p:txBody>
      </p:sp>
      <p:sp>
        <p:nvSpPr>
          <p:cNvPr id="300" name="Picture Placeholder 7"/>
          <p:cNvSpPr>
            <a:spLocks noGrp="true"/>
          </p:cNvSpPr>
          <p:nvPr>
            <p:ph type="pic" sz="quarter" idx="23" hasCustomPrompt="true"/>
          </p:nvPr>
        </p:nvSpPr>
        <p:spPr>
          <a:xfrm>
            <a:off x="507365" y="512763"/>
            <a:ext cx="2584450" cy="3427413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TW" noProof="false" err="true"/>
              <a:t>单击插入图片</a:t>
            </a:r>
            <a:endParaRPr lang="en-US" altLang="zh-TW" noProof="false"/>
          </a:p>
        </p:txBody>
      </p:sp>
      <p:sp>
        <p:nvSpPr>
          <p:cNvPr id="301" name="Picture Placeholder 7"/>
          <p:cNvSpPr>
            <a:spLocks noGrp="true"/>
          </p:cNvSpPr>
          <p:nvPr>
            <p:ph type="pic" sz="quarter" idx="26" hasCustomPrompt="true"/>
          </p:nvPr>
        </p:nvSpPr>
        <p:spPr>
          <a:xfrm>
            <a:off x="3394800" y="512762"/>
            <a:ext cx="2584450" cy="1888810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TW" noProof="false" err="true"/>
              <a:t>单击插入图片</a:t>
            </a:r>
            <a:endParaRPr lang="en-US" altLang="zh-TW" noProof="false"/>
          </a:p>
        </p:txBody>
      </p:sp>
      <p:sp>
        <p:nvSpPr>
          <p:cNvPr id="302" name="Picture Placeholder 7"/>
          <p:cNvSpPr>
            <a:spLocks noGrp="true"/>
          </p:cNvSpPr>
          <p:nvPr>
            <p:ph type="pic" sz="quarter" idx="27" hasCustomPrompt="true"/>
          </p:nvPr>
        </p:nvSpPr>
        <p:spPr>
          <a:xfrm>
            <a:off x="3394800" y="2624615"/>
            <a:ext cx="2584450" cy="3427413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TW" noProof="false" err="true"/>
              <a:t>单击插入图片</a:t>
            </a:r>
            <a:endParaRPr lang="en-US" altLang="zh-TW" noProof="false"/>
          </a:p>
        </p:txBody>
      </p:sp>
      <p:sp>
        <p:nvSpPr>
          <p:cNvPr id="303" name="Text Placeholder 8"/>
          <p:cNvSpPr>
            <a:spLocks noGrp="true"/>
          </p:cNvSpPr>
          <p:nvPr>
            <p:ph type="body" sz="quarter" idx="28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altLang="zh-CN" noProof="false" err="true"/>
              <a:t>来源</a:t>
            </a:r>
            <a:r>
              <a:rPr lang="zh-CN" altLang="en-US" noProof="false"/>
              <a:t>：</a:t>
            </a:r>
            <a:endParaRPr lang="en-US" altLang="zh-CN" noProof="false"/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p="http://schemas.openxmlformats.org/presentationml/2006/main">
  <p:cSld name="3_Content blocks 4 images right uneven">
    <p:bg>
      <p:bgPr>
        <a:solidFill>
          <a:schemeClr val="tx1"/>
        </a:solidFill>
        <a:effectLst/>
      </p:bgPr>
    </p:bg>
    <p:spTree>
      <p:nvGrpSpPr>
        <p:cNvPr id="30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306" name="Picture Placeholder 7"/>
          <p:cNvSpPr>
            <a:spLocks noGrp="true"/>
          </p:cNvSpPr>
          <p:nvPr>
            <p:ph type="pic" sz="quarter" idx="22" hasCustomPrompt="true"/>
          </p:nvPr>
        </p:nvSpPr>
        <p:spPr>
          <a:xfrm>
            <a:off x="507600" y="4163218"/>
            <a:ext cx="2584450" cy="1888810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TW" noProof="false" err="true"/>
              <a:t>单击插入图片</a:t>
            </a:r>
            <a:endParaRPr lang="en-US" altLang="zh-TW" noProof="false"/>
          </a:p>
        </p:txBody>
      </p:sp>
      <p:sp>
        <p:nvSpPr>
          <p:cNvPr id="307" name="Picture Placeholder 7"/>
          <p:cNvSpPr>
            <a:spLocks noGrp="true"/>
          </p:cNvSpPr>
          <p:nvPr>
            <p:ph type="pic" sz="quarter" idx="23" hasCustomPrompt="true"/>
          </p:nvPr>
        </p:nvSpPr>
        <p:spPr>
          <a:xfrm>
            <a:off x="507600" y="512762"/>
            <a:ext cx="2584450" cy="3427413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TW" noProof="false" err="true"/>
              <a:t>单击插入图片</a:t>
            </a:r>
            <a:endParaRPr lang="en-US" altLang="zh-TW" noProof="false"/>
          </a:p>
        </p:txBody>
      </p:sp>
      <p:sp>
        <p:nvSpPr>
          <p:cNvPr id="308" name="Picture Placeholder 7"/>
          <p:cNvSpPr>
            <a:spLocks noGrp="true"/>
          </p:cNvSpPr>
          <p:nvPr>
            <p:ph type="pic" sz="quarter" idx="26" hasCustomPrompt="true"/>
          </p:nvPr>
        </p:nvSpPr>
        <p:spPr>
          <a:xfrm>
            <a:off x="3394800" y="512762"/>
            <a:ext cx="2584450" cy="1888810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TW" noProof="false" err="true"/>
              <a:t>单击插入图片</a:t>
            </a:r>
            <a:endParaRPr lang="en-US" altLang="zh-TW" noProof="false"/>
          </a:p>
        </p:txBody>
      </p:sp>
      <p:sp>
        <p:nvSpPr>
          <p:cNvPr id="309" name="Picture Placeholder 7"/>
          <p:cNvSpPr>
            <a:spLocks noGrp="true"/>
          </p:cNvSpPr>
          <p:nvPr>
            <p:ph type="pic" sz="quarter" idx="27" hasCustomPrompt="true"/>
          </p:nvPr>
        </p:nvSpPr>
        <p:spPr>
          <a:xfrm>
            <a:off x="3394800" y="2624615"/>
            <a:ext cx="2584450" cy="3427413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TW" noProof="false" err="true"/>
              <a:t>单击插入图片</a:t>
            </a:r>
            <a:endParaRPr lang="en-US" altLang="zh-TW" noProof="false"/>
          </a:p>
        </p:txBody>
      </p:sp>
      <p:sp>
        <p:nvSpPr>
          <p:cNvPr id="310" name="Text Placeholder 8"/>
          <p:cNvSpPr>
            <a:spLocks noGrp="true"/>
          </p:cNvSpPr>
          <p:nvPr>
            <p:ph type="body" sz="quarter" idx="28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altLang="zh-CN" noProof="false" err="true"/>
              <a:t>来源</a:t>
            </a:r>
            <a:r>
              <a:rPr lang="zh-CN" altLang="en-US" noProof="false"/>
              <a:t>：</a:t>
            </a:r>
            <a:endParaRPr lang="en-US" altLang="zh-CN" noProof="false"/>
          </a:p>
        </p:txBody>
      </p:sp>
      <p:sp>
        <p:nvSpPr>
          <p:cNvPr id="311" name="Text Placeholder 12"/>
          <p:cNvSpPr>
            <a:spLocks noGrp="true"/>
          </p:cNvSpPr>
          <p:nvPr>
            <p:ph type="body" sz="quarter" idx="31" hasCustomPrompt="true"/>
          </p:nvPr>
        </p:nvSpPr>
        <p:spPr>
          <a:xfrm>
            <a:off x="6186169" y="2787685"/>
            <a:ext cx="4680000" cy="1369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lang="en-US" sz="1100" b="false" i="false" kern="1200" cap="all" spc="150" baseline="0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sz="1200"/>
            </a:lvl3pPr>
          </a:lstStyle>
          <a:p>
            <a:pPr lvl="0"/>
            <a:r>
              <a:rPr lang="en-US" noProof="false" err="true"/>
              <a:t>请输入副标题</a:t>
            </a:r>
            <a:endParaRPr lang="en-US" noProof="false"/>
          </a:p>
        </p:txBody>
      </p:sp>
      <p:sp>
        <p:nvSpPr>
          <p:cNvPr id="312" name="Text Placeholder 5"/>
          <p:cNvSpPr>
            <a:spLocks noGrp="true"/>
          </p:cNvSpPr>
          <p:nvPr>
            <p:ph type="body" sz="quarter" idx="24" hasCustomPrompt="true"/>
          </p:nvPr>
        </p:nvSpPr>
        <p:spPr>
          <a:xfrm>
            <a:off x="6195060" y="3008388"/>
            <a:ext cx="4680000" cy="1340603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lang="zh-TW" altLang="en-US" sz="3200" b="true" i="false" kern="1200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zh-TW" altLang="en-US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zh-TW" altLang="en-US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zh-TW" altLang="en-US" noProof="false"/>
          </a:p>
          <a:p>
            <a:pPr marL="0" lvl="0" indent="0" algn="l" defTabSz="914400" rtl="false" eaLnBrk="true" latinLnBrk="false" hangingPunct="true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noProof="false"/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p="http://schemas.openxmlformats.org/presentationml/2006/main">
  <p:cSld name="3_Content blocks 4 images right uneven 2">
    <p:bg>
      <p:bgPr>
        <a:solidFill>
          <a:schemeClr val="tx1"/>
        </a:solidFill>
        <a:effectLst/>
      </p:bgPr>
    </p:bg>
    <p:spTree>
      <p:nvGrpSpPr>
        <p:cNvPr id="3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315" name="Picture Placeholder 7"/>
          <p:cNvSpPr>
            <a:spLocks noGrp="true"/>
          </p:cNvSpPr>
          <p:nvPr>
            <p:ph type="pic" sz="quarter" idx="22" hasCustomPrompt="true"/>
          </p:nvPr>
        </p:nvSpPr>
        <p:spPr>
          <a:xfrm>
            <a:off x="507365" y="4163218"/>
            <a:ext cx="2584450" cy="1888810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TW" noProof="false" err="true"/>
              <a:t>单击插入图片</a:t>
            </a:r>
            <a:endParaRPr lang="en-US" altLang="zh-TW" noProof="false"/>
          </a:p>
        </p:txBody>
      </p:sp>
      <p:sp>
        <p:nvSpPr>
          <p:cNvPr id="316" name="Picture Placeholder 7"/>
          <p:cNvSpPr>
            <a:spLocks noGrp="true"/>
          </p:cNvSpPr>
          <p:nvPr>
            <p:ph type="pic" sz="quarter" idx="23" hasCustomPrompt="true"/>
          </p:nvPr>
        </p:nvSpPr>
        <p:spPr>
          <a:xfrm>
            <a:off x="507365" y="512762"/>
            <a:ext cx="2584450" cy="3427413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TW" noProof="false" err="true"/>
              <a:t>单击插入图片</a:t>
            </a:r>
            <a:endParaRPr lang="en-US" altLang="zh-TW" noProof="false"/>
          </a:p>
        </p:txBody>
      </p:sp>
      <p:sp>
        <p:nvSpPr>
          <p:cNvPr id="317" name="Picture Placeholder 7"/>
          <p:cNvSpPr>
            <a:spLocks noGrp="true"/>
          </p:cNvSpPr>
          <p:nvPr>
            <p:ph type="pic" sz="quarter" idx="26" hasCustomPrompt="true"/>
          </p:nvPr>
        </p:nvSpPr>
        <p:spPr>
          <a:xfrm>
            <a:off x="3394800" y="512762"/>
            <a:ext cx="2584450" cy="1888810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TW" noProof="false" err="true"/>
              <a:t>单击插入图片</a:t>
            </a:r>
            <a:endParaRPr lang="en-US" altLang="zh-TW" noProof="false"/>
          </a:p>
        </p:txBody>
      </p:sp>
      <p:sp>
        <p:nvSpPr>
          <p:cNvPr id="318" name="Picture Placeholder 7"/>
          <p:cNvSpPr>
            <a:spLocks noGrp="true"/>
          </p:cNvSpPr>
          <p:nvPr>
            <p:ph type="pic" sz="quarter" idx="27" hasCustomPrompt="true"/>
          </p:nvPr>
        </p:nvSpPr>
        <p:spPr>
          <a:xfrm>
            <a:off x="3394800" y="2624615"/>
            <a:ext cx="2584450" cy="3427413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TW" noProof="false" err="true"/>
              <a:t>单击插入图片</a:t>
            </a:r>
            <a:endParaRPr lang="en-US" altLang="zh-TW" noProof="false"/>
          </a:p>
        </p:txBody>
      </p:sp>
      <p:sp>
        <p:nvSpPr>
          <p:cNvPr id="319" name="Text Placeholder 8"/>
          <p:cNvSpPr>
            <a:spLocks noGrp="true"/>
          </p:cNvSpPr>
          <p:nvPr>
            <p:ph type="body" sz="quarter" idx="28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altLang="zh-CN" noProof="false" err="true"/>
              <a:t>来源</a:t>
            </a:r>
            <a:r>
              <a:rPr lang="zh-CN" altLang="en-US" noProof="false"/>
              <a:t>：</a:t>
            </a:r>
            <a:endParaRPr lang="en-US" altLang="zh-CN" noProof="false"/>
          </a:p>
        </p:txBody>
      </p:sp>
      <p:sp>
        <p:nvSpPr>
          <p:cNvPr id="320" name="Text Placeholder 12"/>
          <p:cNvSpPr>
            <a:spLocks noGrp="true"/>
          </p:cNvSpPr>
          <p:nvPr>
            <p:ph type="body" sz="quarter" idx="24" hasCustomPrompt="true"/>
          </p:nvPr>
        </p:nvSpPr>
        <p:spPr>
          <a:xfrm>
            <a:off x="6195060" y="1923221"/>
            <a:ext cx="4680000" cy="15126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lang="en-US" sz="1100" b="false" i="false" kern="1200" cap="all" spc="150" baseline="0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sz="1200"/>
            </a:lvl3pPr>
          </a:lstStyle>
          <a:p>
            <a:pPr lvl="0"/>
            <a:r>
              <a:rPr lang="en-US" noProof="false" err="true"/>
              <a:t>请输入副标题</a:t>
            </a:r>
            <a:endParaRPr lang="en-US" noProof="false"/>
          </a:p>
        </p:txBody>
      </p:sp>
      <p:sp>
        <p:nvSpPr>
          <p:cNvPr id="321" name="Text Placeholder 12"/>
          <p:cNvSpPr>
            <a:spLocks noGrp="true"/>
          </p:cNvSpPr>
          <p:nvPr>
            <p:ph type="body" sz="quarter" idx="31" hasCustomPrompt="true"/>
          </p:nvPr>
        </p:nvSpPr>
        <p:spPr>
          <a:xfrm>
            <a:off x="6195060" y="3007360"/>
            <a:ext cx="4680000" cy="2677796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00" b="false" i="false" kern="1200" cap="none" spc="0" baseline="0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lang="en-GB" sz="1200" kern="1200" dirty="fals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noProof="false"/>
              <a:t>请输正文内容</a:t>
            </a:r>
            <a:endParaRPr lang="zh-CN" altLang="en-US" noProof="false"/>
          </a:p>
        </p:txBody>
      </p:sp>
      <p:sp>
        <p:nvSpPr>
          <p:cNvPr id="322" name="Text Placeholder 5"/>
          <p:cNvSpPr>
            <a:spLocks noGrp="true"/>
          </p:cNvSpPr>
          <p:nvPr>
            <p:ph type="body" sz="quarter" idx="32" hasCustomPrompt="true"/>
          </p:nvPr>
        </p:nvSpPr>
        <p:spPr>
          <a:xfrm>
            <a:off x="6195060" y="2133601"/>
            <a:ext cx="4680000" cy="741679"/>
          </a:xfrm>
        </p:spPr>
        <p:txBody>
          <a:bodyPr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lang="zh-TW" altLang="en-US" sz="2800" b="true" i="false" kern="1200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zh-TW" altLang="en-US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zh-TW" altLang="en-US" noProof="false"/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p="http://schemas.openxmlformats.org/presentationml/2006/main">
  <p:cSld name="Content blocks 2 column 2">
    <p:spTree>
      <p:nvGrpSpPr>
        <p:cNvPr id="3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325" name="Picture Placeholder 7"/>
          <p:cNvSpPr>
            <a:spLocks noGrp="true"/>
          </p:cNvSpPr>
          <p:nvPr>
            <p:ph type="pic" sz="quarter" idx="18" hasCustomPrompt="true"/>
          </p:nvPr>
        </p:nvSpPr>
        <p:spPr>
          <a:xfrm>
            <a:off x="6203950" y="512763"/>
            <a:ext cx="5480685" cy="3422628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单击插入图片</a:t>
            </a:r>
            <a:endParaRPr lang="en-US" altLang="zh-CN" noProof="false"/>
          </a:p>
        </p:txBody>
      </p:sp>
      <p:sp>
        <p:nvSpPr>
          <p:cNvPr id="326" name="Picture Placeholder 7"/>
          <p:cNvSpPr>
            <a:spLocks noGrp="true"/>
          </p:cNvSpPr>
          <p:nvPr>
            <p:ph type="pic" sz="quarter" idx="15" hasCustomPrompt="true"/>
          </p:nvPr>
        </p:nvSpPr>
        <p:spPr>
          <a:xfrm>
            <a:off x="507364" y="512763"/>
            <a:ext cx="5480685" cy="3422628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单击插入图片</a:t>
            </a:r>
            <a:endParaRPr lang="en-US" altLang="zh-CN" noProof="false"/>
          </a:p>
        </p:txBody>
      </p:sp>
      <p:sp>
        <p:nvSpPr>
          <p:cNvPr id="327" name="Text Placeholder 10"/>
          <p:cNvSpPr>
            <a:spLocks noGrp="true"/>
          </p:cNvSpPr>
          <p:nvPr>
            <p:ph type="body" sz="quarter" idx="19" hasCustomPrompt="true"/>
          </p:nvPr>
        </p:nvSpPr>
        <p:spPr>
          <a:xfrm>
            <a:off x="498475" y="5128696"/>
            <a:ext cx="3801578" cy="856484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lang="en-US" altLang="zh-TW" sz="32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  <a:lvl2pPr marL="457200" indent="0">
              <a:lnSpc>
                <a:spcPct val="80000"/>
              </a:lnSpc>
              <a:spcBef>
                <a:spcPts val="0"/>
              </a:spcBef>
              <a:buNone/>
              <a:defRPr sz="3200" b="false" i="false">
                <a:latin typeface="Noto Sans S Chinese Regular" panose="020B0500000000000000" pitchFamily="34" charset="-128"/>
              </a:defRPr>
            </a:lvl2pPr>
          </a:lstStyle>
          <a:p>
            <a:pPr marL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noProof="false" err="true"/>
              <a:t>请输入标题</a:t>
            </a:r>
            <a:endParaRPr lang="en-US" noProof="false"/>
          </a:p>
          <a:p>
            <a:pPr marL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noProof="false" err="true"/>
              <a:t>请输入标题</a:t>
            </a:r>
            <a:endParaRPr lang="en-US" noProof="false"/>
          </a:p>
        </p:txBody>
      </p:sp>
      <p:sp>
        <p:nvSpPr>
          <p:cNvPr id="328" name="Text Placeholder 10"/>
          <p:cNvSpPr>
            <a:spLocks noGrp="true"/>
          </p:cNvSpPr>
          <p:nvPr>
            <p:ph type="body" sz="quarter" idx="20" hasCustomPrompt="true"/>
          </p:nvPr>
        </p:nvSpPr>
        <p:spPr>
          <a:xfrm>
            <a:off x="6213477" y="5128696"/>
            <a:ext cx="3801578" cy="856484"/>
          </a:xfrm>
        </p:spPr>
        <p:txBody>
          <a:bodyPr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lang="en-US" altLang="zh-CN" sz="32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  <a:lvl2pPr marL="457200" indent="0">
              <a:lnSpc>
                <a:spcPct val="80000"/>
              </a:lnSpc>
              <a:spcBef>
                <a:spcPts val="0"/>
              </a:spcBef>
              <a:buNone/>
              <a:defRPr sz="3200" b="false" i="false">
                <a:latin typeface="Noto Sans S Chinese Regular" panose="020B0500000000000000" pitchFamily="34" charset="-128"/>
              </a:defRPr>
            </a:lvl2pPr>
          </a:lstStyle>
          <a:p>
            <a:pPr marL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请输入标题</a:t>
            </a:r>
            <a:endParaRPr lang="en-US" altLang="zh-CN" noProof="false"/>
          </a:p>
          <a:p>
            <a:pPr marL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请输入标题</a:t>
            </a:r>
            <a:endParaRPr lang="en-US" altLang="zh-CN" noProof="false"/>
          </a:p>
          <a:p>
            <a:pPr lvl="1"/>
            <a:endParaRPr lang="en-US" noProof="false"/>
          </a:p>
        </p:txBody>
      </p:sp>
      <p:sp>
        <p:nvSpPr>
          <p:cNvPr id="329" name="Text Placeholder 8"/>
          <p:cNvSpPr>
            <a:spLocks noGrp="true"/>
          </p:cNvSpPr>
          <p:nvPr>
            <p:ph type="body" sz="quarter" idx="21" hasCustomPrompt="true"/>
          </p:nvPr>
        </p:nvSpPr>
        <p:spPr>
          <a:xfrm>
            <a:off x="506640" y="4250254"/>
            <a:ext cx="3808186" cy="756000"/>
          </a:xfrm>
        </p:spPr>
        <p:txBody>
          <a:bodyPr>
            <a:noAutofit/>
          </a:bodyPr>
          <a:lstStyle>
            <a:lvl1pPr marL="0" indent="0">
              <a:buNone/>
              <a:defRPr sz="6000" b="true" i="false">
                <a:solidFill>
                  <a:srgbClr val="F55600"/>
                </a:solidFill>
                <a:latin typeface="+mj-lt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false"/>
              <a:t>#$%</a:t>
            </a:r>
            <a:endParaRPr lang="en-US" noProof="false"/>
          </a:p>
        </p:txBody>
      </p:sp>
      <p:sp>
        <p:nvSpPr>
          <p:cNvPr id="330" name="Text Placeholder 8"/>
          <p:cNvSpPr>
            <a:spLocks noGrp="true"/>
          </p:cNvSpPr>
          <p:nvPr>
            <p:ph type="body" sz="quarter" idx="22" hasCustomPrompt="true"/>
          </p:nvPr>
        </p:nvSpPr>
        <p:spPr>
          <a:xfrm>
            <a:off x="6213478" y="4250254"/>
            <a:ext cx="3808186" cy="756000"/>
          </a:xfrm>
        </p:spPr>
        <p:txBody>
          <a:bodyPr>
            <a:noAutofit/>
          </a:bodyPr>
          <a:lstStyle>
            <a:lvl1pPr marL="0" indent="0">
              <a:buNone/>
              <a:defRPr lang="en-US" sz="6000" b="true" i="false" kern="1200" noProof="false" dirty="false">
                <a:solidFill>
                  <a:srgbClr val="F55600"/>
                </a:solidFill>
                <a:latin typeface="+mj-lt"/>
                <a:ea typeface="Noto Sans S Chinese Regular" panose="020B0500000000000000" pitchFamily="34" charset="-128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noProof="false"/>
              <a:t>#$%</a:t>
            </a:r>
            <a:endParaRPr lang="en-US" noProof="false"/>
          </a:p>
        </p:txBody>
      </p:sp>
      <p:sp>
        <p:nvSpPr>
          <p:cNvPr id="331" name="Text Placeholder 8"/>
          <p:cNvSpPr>
            <a:spLocks noGrp="true"/>
          </p:cNvSpPr>
          <p:nvPr>
            <p:ph type="body" sz="quarter" idx="23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altLang="zh-CN" noProof="false" err="true"/>
              <a:t>来源</a:t>
            </a:r>
            <a:r>
              <a:rPr lang="zh-CN" altLang="en-US" noProof="false"/>
              <a:t>：</a:t>
            </a:r>
            <a:endParaRPr lang="en-US" altLang="zh-CN" noProof="false"/>
          </a:p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p="http://schemas.openxmlformats.org/presentationml/2006/main">
  <p:cSld name="3_Content blocks 2 column 3">
    <p:spTree>
      <p:nvGrpSpPr>
        <p:cNvPr id="3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334" name="Picture Placeholder 7"/>
          <p:cNvSpPr>
            <a:spLocks noGrp="true"/>
          </p:cNvSpPr>
          <p:nvPr>
            <p:ph type="pic" sz="quarter" idx="18" hasCustomPrompt="true"/>
          </p:nvPr>
        </p:nvSpPr>
        <p:spPr>
          <a:xfrm>
            <a:off x="6203950" y="512763"/>
            <a:ext cx="5480685" cy="3422628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单击插入图片</a:t>
            </a:r>
            <a:endParaRPr lang="en-US" altLang="zh-CN" noProof="false"/>
          </a:p>
        </p:txBody>
      </p:sp>
      <p:sp>
        <p:nvSpPr>
          <p:cNvPr id="335" name="Picture Placeholder 7"/>
          <p:cNvSpPr>
            <a:spLocks noGrp="true"/>
          </p:cNvSpPr>
          <p:nvPr>
            <p:ph type="pic" sz="quarter" idx="15" hasCustomPrompt="true"/>
          </p:nvPr>
        </p:nvSpPr>
        <p:spPr>
          <a:xfrm>
            <a:off x="507364" y="512763"/>
            <a:ext cx="5480685" cy="3422628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单击插入图片</a:t>
            </a:r>
            <a:endParaRPr lang="en-US" altLang="zh-CN" noProof="false"/>
          </a:p>
        </p:txBody>
      </p:sp>
      <p:sp>
        <p:nvSpPr>
          <p:cNvPr id="336" name="Text Placeholder 8"/>
          <p:cNvSpPr>
            <a:spLocks noGrp="true"/>
          </p:cNvSpPr>
          <p:nvPr>
            <p:ph type="body" sz="quarter" idx="23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altLang="zh-CN" noProof="false" err="true"/>
              <a:t>来源</a:t>
            </a:r>
            <a:r>
              <a:rPr lang="zh-CN" altLang="en-US" noProof="false"/>
              <a:t>：</a:t>
            </a:r>
            <a:endParaRPr lang="en-US" altLang="zh-CN" noProof="false"/>
          </a:p>
        </p:txBody>
      </p:sp>
      <p:sp>
        <p:nvSpPr>
          <p:cNvPr id="337" name="Text Placeholder 12"/>
          <p:cNvSpPr>
            <a:spLocks noGrp="true"/>
          </p:cNvSpPr>
          <p:nvPr>
            <p:ph type="body" sz="quarter" idx="31" hasCustomPrompt="true"/>
          </p:nvPr>
        </p:nvSpPr>
        <p:spPr>
          <a:xfrm>
            <a:off x="498473" y="4218148"/>
            <a:ext cx="3818363" cy="1369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lang="en-US" sz="1100" b="false" i="false" kern="1200" cap="all" spc="150" baseline="0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sz="1200"/>
            </a:lvl3pPr>
          </a:lstStyle>
          <a:p>
            <a:pPr lvl="0"/>
            <a:r>
              <a:rPr lang="en-US" noProof="false" err="true"/>
              <a:t>请输入副标题</a:t>
            </a:r>
            <a:endParaRPr lang="en-US" noProof="false"/>
          </a:p>
        </p:txBody>
      </p:sp>
      <p:sp>
        <p:nvSpPr>
          <p:cNvPr id="338" name="Text Placeholder 5"/>
          <p:cNvSpPr>
            <a:spLocks noGrp="true"/>
          </p:cNvSpPr>
          <p:nvPr>
            <p:ph type="body" sz="quarter" idx="24" hasCustomPrompt="true"/>
          </p:nvPr>
        </p:nvSpPr>
        <p:spPr>
          <a:xfrm>
            <a:off x="496462" y="4414214"/>
            <a:ext cx="3818363" cy="1285546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lang="en-US" altLang="zh-CN" sz="32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noProof="false" err="true"/>
              <a:t>请输入标题</a:t>
            </a:r>
            <a:endParaRPr lang="en-US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请输入标题</a:t>
            </a:r>
            <a:endParaRPr lang="en-US" altLang="zh-CN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请输入标题</a:t>
            </a:r>
            <a:endParaRPr lang="en-US" altLang="zh-CN" noProof="false"/>
          </a:p>
        </p:txBody>
      </p:sp>
      <p:sp>
        <p:nvSpPr>
          <p:cNvPr id="339" name="Text Placeholder 12"/>
          <p:cNvSpPr>
            <a:spLocks noGrp="true"/>
          </p:cNvSpPr>
          <p:nvPr>
            <p:ph type="body" sz="quarter" idx="34" hasCustomPrompt="true"/>
          </p:nvPr>
        </p:nvSpPr>
        <p:spPr>
          <a:xfrm>
            <a:off x="6205961" y="4218148"/>
            <a:ext cx="3818363" cy="1369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lang="en-US" sz="1100" b="false" i="false" kern="1200" cap="all" spc="150" baseline="0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sz="1200"/>
            </a:lvl3pPr>
          </a:lstStyle>
          <a:p>
            <a:pPr lvl="0"/>
            <a:r>
              <a:rPr lang="en-US" noProof="false" err="true"/>
              <a:t>请输入副标题</a:t>
            </a:r>
            <a:endParaRPr lang="en-US" noProof="false"/>
          </a:p>
        </p:txBody>
      </p:sp>
      <p:sp>
        <p:nvSpPr>
          <p:cNvPr id="340" name="Text Placeholder 5"/>
          <p:cNvSpPr>
            <a:spLocks noGrp="true"/>
          </p:cNvSpPr>
          <p:nvPr>
            <p:ph type="body" sz="quarter" idx="35" hasCustomPrompt="true"/>
          </p:nvPr>
        </p:nvSpPr>
        <p:spPr>
          <a:xfrm>
            <a:off x="6203950" y="4414214"/>
            <a:ext cx="3818363" cy="1285546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lang="en-US" altLang="zh-CN" sz="32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请输入标题</a:t>
            </a:r>
            <a:endParaRPr lang="en-US" altLang="zh-CN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请输入标题</a:t>
            </a:r>
            <a:endParaRPr lang="en-US" altLang="zh-CN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请输入标题</a:t>
            </a:r>
            <a:endParaRPr lang="en-US" altLang="zh-CN" noProof="false"/>
          </a:p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p="http://schemas.openxmlformats.org/presentationml/2006/main">
  <p:cSld name="Content blocks 2 column 3">
    <p:spTree>
      <p:nvGrpSpPr>
        <p:cNvPr id="3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343" name="Picture Placeholder 7"/>
          <p:cNvSpPr>
            <a:spLocks noGrp="true"/>
          </p:cNvSpPr>
          <p:nvPr>
            <p:ph type="pic" sz="quarter" idx="18" hasCustomPrompt="true"/>
          </p:nvPr>
        </p:nvSpPr>
        <p:spPr>
          <a:xfrm>
            <a:off x="6203950" y="512763"/>
            <a:ext cx="5480685" cy="3422628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单击插入图片</a:t>
            </a:r>
            <a:endParaRPr lang="en-US" altLang="zh-CN" noProof="false"/>
          </a:p>
        </p:txBody>
      </p:sp>
      <p:sp>
        <p:nvSpPr>
          <p:cNvPr id="344" name="Picture Placeholder 7"/>
          <p:cNvSpPr>
            <a:spLocks noGrp="true"/>
          </p:cNvSpPr>
          <p:nvPr>
            <p:ph type="pic" sz="quarter" idx="15" hasCustomPrompt="true"/>
          </p:nvPr>
        </p:nvSpPr>
        <p:spPr>
          <a:xfrm>
            <a:off x="507364" y="512763"/>
            <a:ext cx="5480685" cy="3422628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单击插入图片</a:t>
            </a:r>
            <a:endParaRPr lang="en-US" altLang="zh-CN" noProof="false"/>
          </a:p>
        </p:txBody>
      </p:sp>
      <p:sp>
        <p:nvSpPr>
          <p:cNvPr id="345" name="Text Placeholder 8"/>
          <p:cNvSpPr>
            <a:spLocks noGrp="true"/>
          </p:cNvSpPr>
          <p:nvPr>
            <p:ph type="body" sz="quarter" idx="23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altLang="zh-CN" noProof="false" err="true"/>
              <a:t>来源</a:t>
            </a:r>
            <a:r>
              <a:rPr lang="zh-CN" altLang="en-US" noProof="false"/>
              <a:t>：</a:t>
            </a:r>
            <a:endParaRPr lang="en-US" altLang="zh-CN" noProof="false"/>
          </a:p>
        </p:txBody>
      </p:sp>
      <p:sp>
        <p:nvSpPr>
          <p:cNvPr id="346" name="Text Placeholder 12"/>
          <p:cNvSpPr>
            <a:spLocks noGrp="true"/>
          </p:cNvSpPr>
          <p:nvPr>
            <p:ph type="body" sz="quarter" idx="31" hasCustomPrompt="true"/>
          </p:nvPr>
        </p:nvSpPr>
        <p:spPr>
          <a:xfrm>
            <a:off x="498473" y="4218148"/>
            <a:ext cx="3818363" cy="1369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lang="en-US" sz="1100" b="false" i="false" kern="1200" cap="all" spc="150" baseline="0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sz="1200"/>
            </a:lvl3pPr>
          </a:lstStyle>
          <a:p>
            <a:pPr lvl="0"/>
            <a:r>
              <a:rPr lang="en-US" noProof="false" err="true"/>
              <a:t>请输入副标题</a:t>
            </a:r>
            <a:endParaRPr lang="en-US" noProof="false"/>
          </a:p>
        </p:txBody>
      </p:sp>
      <p:sp>
        <p:nvSpPr>
          <p:cNvPr id="347" name="Text Placeholder 5"/>
          <p:cNvSpPr>
            <a:spLocks noGrp="true"/>
          </p:cNvSpPr>
          <p:nvPr>
            <p:ph type="body" sz="quarter" idx="24" hasCustomPrompt="true"/>
          </p:nvPr>
        </p:nvSpPr>
        <p:spPr>
          <a:xfrm>
            <a:off x="496462" y="4414214"/>
            <a:ext cx="3818363" cy="759218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lang="en-US" altLang="zh-CN" sz="28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请输入标题</a:t>
            </a:r>
            <a:endParaRPr lang="en-US" altLang="zh-CN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请输入标题</a:t>
            </a:r>
            <a:endParaRPr lang="en-US" altLang="zh-CN" noProof="false"/>
          </a:p>
          <a:p>
            <a:pPr marL="0" lvl="0" indent="0" algn="l" defTabSz="914400" rtl="false" eaLnBrk="true" latinLnBrk="false" hangingPunct="true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altLang="zh-CN" noProof="false"/>
          </a:p>
        </p:txBody>
      </p:sp>
      <p:sp>
        <p:nvSpPr>
          <p:cNvPr id="348" name="Text Placeholder 12"/>
          <p:cNvSpPr>
            <a:spLocks noGrp="true"/>
          </p:cNvSpPr>
          <p:nvPr>
            <p:ph type="body" sz="quarter" idx="33" hasCustomPrompt="true"/>
          </p:nvPr>
        </p:nvSpPr>
        <p:spPr>
          <a:xfrm>
            <a:off x="496462" y="5323351"/>
            <a:ext cx="5480685" cy="75921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00" b="false" i="false" kern="1200" cap="none" spc="0" baseline="0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lang="en-GB" sz="1200" kern="1200" dirty="fals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noProof="false" err="true"/>
              <a:t>请输入正文内容</a:t>
            </a:r>
            <a:endParaRPr lang="en-US" noProof="false"/>
          </a:p>
        </p:txBody>
      </p:sp>
      <p:sp>
        <p:nvSpPr>
          <p:cNvPr id="349" name="Text Placeholder 12"/>
          <p:cNvSpPr>
            <a:spLocks noGrp="true"/>
          </p:cNvSpPr>
          <p:nvPr>
            <p:ph type="body" sz="quarter" idx="34" hasCustomPrompt="true"/>
          </p:nvPr>
        </p:nvSpPr>
        <p:spPr>
          <a:xfrm>
            <a:off x="6205961" y="4218148"/>
            <a:ext cx="3818363" cy="1369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lang="en-US" sz="1100" b="false" i="false" kern="1200" cap="all" spc="150" baseline="0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sz="1200"/>
            </a:lvl3pPr>
          </a:lstStyle>
          <a:p>
            <a:pPr lvl="0"/>
            <a:r>
              <a:rPr lang="en-US" noProof="false" err="true"/>
              <a:t>请输入副标题</a:t>
            </a:r>
            <a:endParaRPr lang="en-US" noProof="false"/>
          </a:p>
        </p:txBody>
      </p:sp>
      <p:sp>
        <p:nvSpPr>
          <p:cNvPr id="350" name="Text Placeholder 5"/>
          <p:cNvSpPr>
            <a:spLocks noGrp="true"/>
          </p:cNvSpPr>
          <p:nvPr>
            <p:ph type="body" sz="quarter" idx="35" hasCustomPrompt="true"/>
          </p:nvPr>
        </p:nvSpPr>
        <p:spPr>
          <a:xfrm>
            <a:off x="6203950" y="4414214"/>
            <a:ext cx="3818363" cy="759218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lang="en-US" altLang="zh-CN" sz="28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请输入标题</a:t>
            </a:r>
            <a:endParaRPr lang="en-US" altLang="zh-CN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请输入标题</a:t>
            </a:r>
            <a:endParaRPr lang="en-US" altLang="zh-CN" noProof="false"/>
          </a:p>
          <a:p>
            <a:pPr marL="0" lvl="0" indent="0" algn="l" defTabSz="914400" rtl="false" eaLnBrk="true" latinLnBrk="false" hangingPunct="true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altLang="zh-CN" noProof="false"/>
          </a:p>
        </p:txBody>
      </p:sp>
      <p:sp>
        <p:nvSpPr>
          <p:cNvPr id="351" name="Text Placeholder 12"/>
          <p:cNvSpPr>
            <a:spLocks noGrp="true"/>
          </p:cNvSpPr>
          <p:nvPr>
            <p:ph type="body" sz="quarter" idx="36" hasCustomPrompt="true"/>
          </p:nvPr>
        </p:nvSpPr>
        <p:spPr>
          <a:xfrm>
            <a:off x="6203950" y="5323351"/>
            <a:ext cx="5480685" cy="75921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00" b="false" i="false" kern="1200" cap="none" spc="0" baseline="0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lang="en-GB" sz="1200" kern="1200" dirty="fals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noProof="false" err="true"/>
              <a:t>请输入正文内容</a:t>
            </a:r>
            <a:endParaRPr lang="en-US" noProof="false"/>
          </a:p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p="http://schemas.openxmlformats.org/presentationml/2006/main">
  <p:cSld name="1_Content blocks 2 column 2">
    <p:bg>
      <p:bgPr>
        <a:solidFill>
          <a:schemeClr val="tx1"/>
        </a:solidFill>
        <a:effectLst/>
      </p:bgPr>
    </p:bg>
    <p:spTree>
      <p:nvGrpSpPr>
        <p:cNvPr id="3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354" name="Picture Placeholder 7"/>
          <p:cNvSpPr>
            <a:spLocks noGrp="true"/>
          </p:cNvSpPr>
          <p:nvPr>
            <p:ph type="pic" sz="quarter" idx="18" hasCustomPrompt="true"/>
          </p:nvPr>
        </p:nvSpPr>
        <p:spPr>
          <a:xfrm>
            <a:off x="6203950" y="512763"/>
            <a:ext cx="5480685" cy="3422628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TW" noProof="false" err="true"/>
              <a:t>单击插入图片</a:t>
            </a:r>
            <a:endParaRPr lang="en-US" altLang="zh-TW" noProof="false"/>
          </a:p>
        </p:txBody>
      </p:sp>
      <p:sp>
        <p:nvSpPr>
          <p:cNvPr id="355" name="Picture Placeholder 7"/>
          <p:cNvSpPr>
            <a:spLocks noGrp="true"/>
          </p:cNvSpPr>
          <p:nvPr>
            <p:ph type="pic" sz="quarter" idx="15" hasCustomPrompt="true"/>
          </p:nvPr>
        </p:nvSpPr>
        <p:spPr>
          <a:xfrm>
            <a:off x="507364" y="512763"/>
            <a:ext cx="5480685" cy="3422628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TW" noProof="false" err="true"/>
              <a:t>单击插入图片</a:t>
            </a:r>
            <a:endParaRPr lang="en-US" altLang="zh-TW" noProof="false"/>
          </a:p>
        </p:txBody>
      </p:sp>
      <p:sp>
        <p:nvSpPr>
          <p:cNvPr id="356" name="Text Placeholder 10"/>
          <p:cNvSpPr>
            <a:spLocks noGrp="true"/>
          </p:cNvSpPr>
          <p:nvPr>
            <p:ph type="body" sz="quarter" idx="19" hasCustomPrompt="true"/>
          </p:nvPr>
        </p:nvSpPr>
        <p:spPr>
          <a:xfrm>
            <a:off x="498475" y="5128696"/>
            <a:ext cx="3801578" cy="856484"/>
          </a:xfrm>
        </p:spPr>
        <p:txBody>
          <a:bodyPr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lang="zh-TW" altLang="en-US" sz="3200" b="true" i="false" kern="1200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  <a:lvl2pPr marL="457200" indent="0">
              <a:lnSpc>
                <a:spcPct val="80000"/>
              </a:lnSpc>
              <a:spcBef>
                <a:spcPts val="0"/>
              </a:spcBef>
              <a:buNone/>
              <a:defRPr sz="3200" b="false" i="false">
                <a:solidFill>
                  <a:schemeClr val="bg1"/>
                </a:solidFill>
                <a:latin typeface="Noto Sans S Chinese Regular" panose="020B0500000000000000" pitchFamily="34" charset="-128"/>
              </a:defRPr>
            </a:lvl2pPr>
          </a:lstStyle>
          <a:p>
            <a:pPr marL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zh-TW" altLang="en-US" noProof="false"/>
              <a:t>请输入标题</a:t>
            </a:r>
            <a:endParaRPr lang="en-US" altLang="zh-TW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zh-TW" altLang="en-US" noProof="false"/>
          </a:p>
          <a:p>
            <a:pPr marL="0" lvl="0" indent="0" algn="l" defTabSz="914400" rtl="false" eaLnBrk="true" latinLnBrk="false" hangingPunct="true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zh-TW" altLang="en-US" noProof="false"/>
          </a:p>
          <a:p>
            <a:pPr lvl="1"/>
            <a:endParaRPr lang="en-US" noProof="false"/>
          </a:p>
        </p:txBody>
      </p:sp>
      <p:sp>
        <p:nvSpPr>
          <p:cNvPr id="357" name="Text Placeholder 10"/>
          <p:cNvSpPr>
            <a:spLocks noGrp="true"/>
          </p:cNvSpPr>
          <p:nvPr>
            <p:ph type="body" sz="quarter" idx="20" hasCustomPrompt="true"/>
          </p:nvPr>
        </p:nvSpPr>
        <p:spPr>
          <a:xfrm>
            <a:off x="6213477" y="5128696"/>
            <a:ext cx="3801578" cy="856484"/>
          </a:xfrm>
        </p:spPr>
        <p:txBody>
          <a:bodyPr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lang="en-US" altLang="zh-TW" sz="3200" b="true" i="false" kern="1200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  <a:lvl2pPr marL="457200" indent="0">
              <a:lnSpc>
                <a:spcPct val="80000"/>
              </a:lnSpc>
              <a:spcBef>
                <a:spcPts val="0"/>
              </a:spcBef>
              <a:buNone/>
              <a:defRPr sz="3200" b="false" i="false">
                <a:solidFill>
                  <a:schemeClr val="bg1"/>
                </a:solidFill>
                <a:latin typeface="Noto Sans S Chinese Regular" panose="020B0500000000000000" pitchFamily="34" charset="-128"/>
              </a:defRPr>
            </a:lvl2pPr>
          </a:lstStyle>
          <a:p>
            <a:pPr marL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zh-TW" altLang="en-US" noProof="false"/>
              <a:t>请输入标题</a:t>
            </a:r>
            <a:endParaRPr lang="en-US" altLang="zh-TW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en-US" altLang="zh-TW" noProof="false"/>
          </a:p>
        </p:txBody>
      </p:sp>
      <p:sp>
        <p:nvSpPr>
          <p:cNvPr id="358" name="Text Placeholder 8"/>
          <p:cNvSpPr>
            <a:spLocks noGrp="true"/>
          </p:cNvSpPr>
          <p:nvPr>
            <p:ph type="body" sz="quarter" idx="21" hasCustomPrompt="true"/>
          </p:nvPr>
        </p:nvSpPr>
        <p:spPr>
          <a:xfrm>
            <a:off x="506640" y="4250254"/>
            <a:ext cx="3808186" cy="756000"/>
          </a:xfrm>
        </p:spPr>
        <p:txBody>
          <a:bodyPr>
            <a:noAutofit/>
          </a:bodyPr>
          <a:lstStyle>
            <a:lvl1pPr marL="0" indent="0">
              <a:buNone/>
              <a:defRPr lang="en-US" sz="6000" b="true" i="false" kern="1200" noProof="false" dirty="false">
                <a:solidFill>
                  <a:srgbClr val="F55600"/>
                </a:solidFill>
                <a:latin typeface="+mj-lt"/>
                <a:ea typeface="Noto Sans S Chinese Regular" panose="020B0500000000000000" pitchFamily="34" charset="-128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noProof="false"/>
              <a:t>#$%</a:t>
            </a:r>
            <a:endParaRPr lang="en-US" noProof="false"/>
          </a:p>
        </p:txBody>
      </p:sp>
      <p:sp>
        <p:nvSpPr>
          <p:cNvPr id="359" name="Text Placeholder 8"/>
          <p:cNvSpPr>
            <a:spLocks noGrp="true"/>
          </p:cNvSpPr>
          <p:nvPr>
            <p:ph type="body" sz="quarter" idx="22" hasCustomPrompt="true"/>
          </p:nvPr>
        </p:nvSpPr>
        <p:spPr>
          <a:xfrm>
            <a:off x="6213478" y="4250254"/>
            <a:ext cx="3808186" cy="756000"/>
          </a:xfrm>
        </p:spPr>
        <p:txBody>
          <a:bodyPr>
            <a:noAutofit/>
          </a:bodyPr>
          <a:lstStyle>
            <a:lvl1pPr marL="0" indent="0">
              <a:buNone/>
              <a:defRPr lang="en-US" sz="6000" b="true" i="false" kern="1200" noProof="false" dirty="false">
                <a:solidFill>
                  <a:srgbClr val="F55600"/>
                </a:solidFill>
                <a:latin typeface="+mj-lt"/>
                <a:ea typeface="Noto Sans S Chinese Regular" panose="020B0500000000000000" pitchFamily="34" charset="-128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noProof="false"/>
              <a:t>#$%</a:t>
            </a:r>
            <a:endParaRPr lang="en-US" noProof="false"/>
          </a:p>
        </p:txBody>
      </p:sp>
      <p:sp>
        <p:nvSpPr>
          <p:cNvPr id="360" name="Text Placeholder 8"/>
          <p:cNvSpPr>
            <a:spLocks noGrp="true"/>
          </p:cNvSpPr>
          <p:nvPr>
            <p:ph type="body" sz="quarter" idx="23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altLang="zh-CN" noProof="false" err="true"/>
              <a:t>来源</a:t>
            </a:r>
            <a:r>
              <a:rPr lang="zh-CN" altLang="en-US" noProof="false"/>
              <a:t>：</a:t>
            </a:r>
            <a:endParaRPr lang="en-US" altLang="zh-CN" noProof="false"/>
          </a:p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p="http://schemas.openxmlformats.org/presentationml/2006/main">
  <p:cSld name="2_Content blocks 2 column 3">
    <p:bg>
      <p:bgPr>
        <a:solidFill>
          <a:schemeClr val="tx1"/>
        </a:solidFill>
        <a:effectLst/>
      </p:bgPr>
    </p:bg>
    <p:spTree>
      <p:nvGrpSpPr>
        <p:cNvPr id="3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367" name="Picture Placeholder 7"/>
          <p:cNvSpPr>
            <a:spLocks noGrp="true"/>
          </p:cNvSpPr>
          <p:nvPr>
            <p:ph type="pic" sz="quarter" idx="18" hasCustomPrompt="true"/>
          </p:nvPr>
        </p:nvSpPr>
        <p:spPr>
          <a:xfrm>
            <a:off x="6203950" y="512763"/>
            <a:ext cx="5480685" cy="3422628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TW" noProof="false" err="true"/>
              <a:t>单击插入图片</a:t>
            </a:r>
            <a:endParaRPr lang="en-US" altLang="zh-TW" noProof="false"/>
          </a:p>
        </p:txBody>
      </p:sp>
      <p:sp>
        <p:nvSpPr>
          <p:cNvPr id="368" name="Picture Placeholder 7"/>
          <p:cNvSpPr>
            <a:spLocks noGrp="true"/>
          </p:cNvSpPr>
          <p:nvPr>
            <p:ph type="pic" sz="quarter" idx="15" hasCustomPrompt="true"/>
          </p:nvPr>
        </p:nvSpPr>
        <p:spPr>
          <a:xfrm>
            <a:off x="507364" y="512763"/>
            <a:ext cx="5480685" cy="3422628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TW" noProof="false" err="true"/>
              <a:t>单击插入图片</a:t>
            </a:r>
            <a:endParaRPr lang="en-US" altLang="zh-TW" noProof="false"/>
          </a:p>
        </p:txBody>
      </p:sp>
      <p:sp>
        <p:nvSpPr>
          <p:cNvPr id="369" name="Text Placeholder 8"/>
          <p:cNvSpPr>
            <a:spLocks noGrp="true"/>
          </p:cNvSpPr>
          <p:nvPr>
            <p:ph type="body" sz="quarter" idx="23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altLang="zh-CN" noProof="false" err="true"/>
              <a:t>来源</a:t>
            </a:r>
            <a:r>
              <a:rPr lang="zh-CN" altLang="en-US" noProof="false"/>
              <a:t>：</a:t>
            </a:r>
            <a:endParaRPr lang="en-US" altLang="zh-CN" noProof="false"/>
          </a:p>
        </p:txBody>
      </p:sp>
      <p:sp>
        <p:nvSpPr>
          <p:cNvPr id="370" name="Text Placeholder 12"/>
          <p:cNvSpPr>
            <a:spLocks noGrp="true"/>
          </p:cNvSpPr>
          <p:nvPr>
            <p:ph type="body" sz="quarter" idx="31" hasCustomPrompt="true"/>
          </p:nvPr>
        </p:nvSpPr>
        <p:spPr>
          <a:xfrm>
            <a:off x="498473" y="4218148"/>
            <a:ext cx="3818363" cy="1369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lang="en-US" sz="1100" b="false" i="false" kern="1200" cap="all" spc="150" baseline="0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sz="1200"/>
            </a:lvl3pPr>
          </a:lstStyle>
          <a:p>
            <a:pPr lvl="0"/>
            <a:r>
              <a:rPr lang="en-US" noProof="false" err="true"/>
              <a:t>请输入副标题</a:t>
            </a:r>
            <a:endParaRPr lang="en-US" noProof="false"/>
          </a:p>
        </p:txBody>
      </p:sp>
      <p:sp>
        <p:nvSpPr>
          <p:cNvPr id="371" name="Text Placeholder 5"/>
          <p:cNvSpPr>
            <a:spLocks noGrp="true"/>
          </p:cNvSpPr>
          <p:nvPr>
            <p:ph type="body" sz="quarter" idx="24" hasCustomPrompt="true"/>
          </p:nvPr>
        </p:nvSpPr>
        <p:spPr>
          <a:xfrm>
            <a:off x="496462" y="4414214"/>
            <a:ext cx="3818363" cy="1458266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lang="zh-TW" altLang="en-US" sz="3200" b="true" i="false" kern="1200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zh-TW" altLang="en-US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zh-TW" altLang="en-US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zh-TW" altLang="en-US" noProof="false"/>
          </a:p>
        </p:txBody>
      </p:sp>
      <p:sp>
        <p:nvSpPr>
          <p:cNvPr id="372" name="Text Placeholder 12"/>
          <p:cNvSpPr>
            <a:spLocks noGrp="true"/>
          </p:cNvSpPr>
          <p:nvPr>
            <p:ph type="body" sz="quarter" idx="34" hasCustomPrompt="true"/>
          </p:nvPr>
        </p:nvSpPr>
        <p:spPr>
          <a:xfrm>
            <a:off x="6205961" y="4218148"/>
            <a:ext cx="3818363" cy="1369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lang="en-US" sz="1100" b="false" i="false" kern="1200" cap="all" spc="150" baseline="0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sz="1200"/>
            </a:lvl3pPr>
          </a:lstStyle>
          <a:p>
            <a:pPr lvl="0"/>
            <a:r>
              <a:rPr lang="en-US" noProof="false" err="true"/>
              <a:t>请输入副标题</a:t>
            </a:r>
            <a:endParaRPr lang="en-US" noProof="false"/>
          </a:p>
        </p:txBody>
      </p:sp>
      <p:sp>
        <p:nvSpPr>
          <p:cNvPr id="373" name="Text Placeholder 5"/>
          <p:cNvSpPr>
            <a:spLocks noGrp="true"/>
          </p:cNvSpPr>
          <p:nvPr>
            <p:ph type="body" sz="quarter" idx="35" hasCustomPrompt="true"/>
          </p:nvPr>
        </p:nvSpPr>
        <p:spPr>
          <a:xfrm>
            <a:off x="6203950" y="4414214"/>
            <a:ext cx="3818363" cy="1458266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lang="zh-TW" altLang="en-US" sz="3200" b="true" i="false" kern="1200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zh-TW" altLang="en-US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zh-TW" altLang="en-US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zh-TW" altLang="en-US" noProof="false"/>
          </a:p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p="http://schemas.openxmlformats.org/presentationml/2006/main">
  <p:cSld name="1_Content blocks 2 column 3">
    <p:bg>
      <p:bgPr>
        <a:solidFill>
          <a:schemeClr val="tx1"/>
        </a:solidFill>
        <a:effectLst/>
      </p:bgPr>
    </p:bg>
    <p:spTree>
      <p:nvGrpSpPr>
        <p:cNvPr id="37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376" name="Picture Placeholder 7"/>
          <p:cNvSpPr>
            <a:spLocks noGrp="true"/>
          </p:cNvSpPr>
          <p:nvPr>
            <p:ph type="pic" sz="quarter" idx="18" hasCustomPrompt="true"/>
          </p:nvPr>
        </p:nvSpPr>
        <p:spPr>
          <a:xfrm>
            <a:off x="6203950" y="512763"/>
            <a:ext cx="5480685" cy="3422628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TW" noProof="false" err="true"/>
              <a:t>单击插入图片</a:t>
            </a:r>
            <a:endParaRPr lang="en-US" altLang="zh-TW" noProof="false"/>
          </a:p>
        </p:txBody>
      </p:sp>
      <p:sp>
        <p:nvSpPr>
          <p:cNvPr id="377" name="Picture Placeholder 7"/>
          <p:cNvSpPr>
            <a:spLocks noGrp="true"/>
          </p:cNvSpPr>
          <p:nvPr>
            <p:ph type="pic" sz="quarter" idx="15" hasCustomPrompt="true"/>
          </p:nvPr>
        </p:nvSpPr>
        <p:spPr>
          <a:xfrm>
            <a:off x="507364" y="512763"/>
            <a:ext cx="5480685" cy="3422628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TW" noProof="false" err="true"/>
              <a:t>单击插入图片</a:t>
            </a:r>
            <a:endParaRPr lang="en-US" altLang="zh-TW" noProof="false"/>
          </a:p>
        </p:txBody>
      </p:sp>
      <p:sp>
        <p:nvSpPr>
          <p:cNvPr id="378" name="Text Placeholder 8"/>
          <p:cNvSpPr>
            <a:spLocks noGrp="true"/>
          </p:cNvSpPr>
          <p:nvPr>
            <p:ph type="body" sz="quarter" idx="23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altLang="zh-CN" noProof="false" err="true"/>
              <a:t>来源</a:t>
            </a:r>
            <a:r>
              <a:rPr lang="zh-CN" altLang="en-US" noProof="false"/>
              <a:t>：</a:t>
            </a:r>
            <a:endParaRPr lang="en-US" altLang="zh-CN" noProof="false"/>
          </a:p>
        </p:txBody>
      </p:sp>
      <p:sp>
        <p:nvSpPr>
          <p:cNvPr id="379" name="Text Placeholder 12"/>
          <p:cNvSpPr>
            <a:spLocks noGrp="true"/>
          </p:cNvSpPr>
          <p:nvPr>
            <p:ph type="body" sz="quarter" idx="31" hasCustomPrompt="true"/>
          </p:nvPr>
        </p:nvSpPr>
        <p:spPr>
          <a:xfrm>
            <a:off x="498473" y="4218148"/>
            <a:ext cx="3818363" cy="1369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lang="en-US" sz="1100" b="false" i="false" kern="1200" cap="all" spc="150" baseline="0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sz="1200"/>
            </a:lvl3pPr>
          </a:lstStyle>
          <a:p>
            <a:pPr lvl="0"/>
            <a:r>
              <a:rPr lang="en-US" noProof="false" err="true"/>
              <a:t>请输入副标题</a:t>
            </a:r>
            <a:endParaRPr lang="en-US" noProof="false"/>
          </a:p>
        </p:txBody>
      </p:sp>
      <p:sp>
        <p:nvSpPr>
          <p:cNvPr id="380" name="Text Placeholder 5"/>
          <p:cNvSpPr>
            <a:spLocks noGrp="true"/>
          </p:cNvSpPr>
          <p:nvPr>
            <p:ph type="body" sz="quarter" idx="24" hasCustomPrompt="true"/>
          </p:nvPr>
        </p:nvSpPr>
        <p:spPr>
          <a:xfrm>
            <a:off x="496462" y="4414214"/>
            <a:ext cx="3818363" cy="759218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lang="zh-TW" altLang="en-US" sz="2800" b="true" i="false" kern="1200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zh-TW" altLang="en-US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zh-TW" altLang="en-US" noProof="false"/>
          </a:p>
          <a:p>
            <a:pPr marL="0" lvl="0" indent="0" algn="l" defTabSz="914400" rtl="false" eaLnBrk="true" latinLnBrk="false" hangingPunct="true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noProof="false"/>
          </a:p>
        </p:txBody>
      </p:sp>
      <p:sp>
        <p:nvSpPr>
          <p:cNvPr id="381" name="Text Placeholder 12"/>
          <p:cNvSpPr>
            <a:spLocks noGrp="true"/>
          </p:cNvSpPr>
          <p:nvPr>
            <p:ph type="body" sz="quarter" idx="33" hasCustomPrompt="true"/>
          </p:nvPr>
        </p:nvSpPr>
        <p:spPr>
          <a:xfrm>
            <a:off x="496462" y="5323351"/>
            <a:ext cx="5489575" cy="75921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00" b="false" i="false" kern="1200" cap="none" spc="0" baseline="0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lang="en-GB" sz="1200" kern="1200" dirty="fals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noProof="false"/>
              <a:t>请输入正文内容</a:t>
            </a:r>
            <a:endParaRPr lang="zh-CN" altLang="en-US" noProof="false"/>
          </a:p>
        </p:txBody>
      </p:sp>
      <p:sp>
        <p:nvSpPr>
          <p:cNvPr id="382" name="Text Placeholder 12"/>
          <p:cNvSpPr>
            <a:spLocks noGrp="true"/>
          </p:cNvSpPr>
          <p:nvPr>
            <p:ph type="body" sz="quarter" idx="34" hasCustomPrompt="true"/>
          </p:nvPr>
        </p:nvSpPr>
        <p:spPr>
          <a:xfrm>
            <a:off x="6205961" y="4218148"/>
            <a:ext cx="3818363" cy="1369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lang="en-US" sz="1100" b="false" i="false" kern="1200" cap="all" spc="150" baseline="0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sz="1200"/>
            </a:lvl3pPr>
          </a:lstStyle>
          <a:p>
            <a:pPr lvl="0"/>
            <a:r>
              <a:rPr lang="en-US" noProof="false" err="true"/>
              <a:t>请输入副标题</a:t>
            </a:r>
            <a:endParaRPr lang="en-US" noProof="false"/>
          </a:p>
        </p:txBody>
      </p:sp>
      <p:sp>
        <p:nvSpPr>
          <p:cNvPr id="383" name="Text Placeholder 5"/>
          <p:cNvSpPr>
            <a:spLocks noGrp="true"/>
          </p:cNvSpPr>
          <p:nvPr>
            <p:ph type="body" sz="quarter" idx="35" hasCustomPrompt="true"/>
          </p:nvPr>
        </p:nvSpPr>
        <p:spPr>
          <a:xfrm>
            <a:off x="6203950" y="4414214"/>
            <a:ext cx="3818363" cy="759218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lang="zh-TW" altLang="en-US" sz="2800" b="true" i="false" kern="1200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zh-TW" altLang="en-US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zh-TW" altLang="en-US" noProof="false"/>
          </a:p>
          <a:p>
            <a:pPr marL="0" lvl="0" indent="0" algn="l" defTabSz="914400" rtl="false" eaLnBrk="true" latinLnBrk="false" hangingPunct="true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noProof="false"/>
          </a:p>
        </p:txBody>
      </p:sp>
      <p:sp>
        <p:nvSpPr>
          <p:cNvPr id="384" name="Text Placeholder 12"/>
          <p:cNvSpPr>
            <a:spLocks noGrp="true"/>
          </p:cNvSpPr>
          <p:nvPr>
            <p:ph type="body" sz="quarter" idx="36" hasCustomPrompt="true"/>
          </p:nvPr>
        </p:nvSpPr>
        <p:spPr>
          <a:xfrm>
            <a:off x="6203950" y="5323351"/>
            <a:ext cx="5489575" cy="75921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00" b="false" i="false" kern="1200" cap="none" spc="0" baseline="0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lang="en-GB" sz="1200" kern="1200" dirty="fals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noProof="false"/>
              <a:t>请输入正文内容</a:t>
            </a:r>
            <a:endParaRPr lang="zh-CN" altLang="en-US" noProof="false"/>
          </a:p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p="http://schemas.openxmlformats.org/presentationml/2006/main">
  <p:cSld name="Content blocks 3 column 2">
    <p:spTree>
      <p:nvGrpSpPr>
        <p:cNvPr id="38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387" name="Picture Placeholder 7"/>
          <p:cNvSpPr>
            <a:spLocks noGrp="true"/>
          </p:cNvSpPr>
          <p:nvPr>
            <p:ph type="pic" sz="quarter" idx="15" hasCustomPrompt="true"/>
          </p:nvPr>
        </p:nvSpPr>
        <p:spPr>
          <a:xfrm>
            <a:off x="507364" y="512763"/>
            <a:ext cx="3555049" cy="3422628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单击插入图片</a:t>
            </a:r>
            <a:endParaRPr lang="en-US" altLang="zh-CN" noProof="false"/>
          </a:p>
        </p:txBody>
      </p:sp>
      <p:sp>
        <p:nvSpPr>
          <p:cNvPr id="388" name="Text Placeholder 10"/>
          <p:cNvSpPr>
            <a:spLocks noGrp="true"/>
          </p:cNvSpPr>
          <p:nvPr>
            <p:ph type="body" sz="quarter" idx="19" hasCustomPrompt="true"/>
          </p:nvPr>
        </p:nvSpPr>
        <p:spPr>
          <a:xfrm>
            <a:off x="498475" y="5128696"/>
            <a:ext cx="3549604" cy="856484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lang="en-US" altLang="zh-TW" sz="32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  <a:lvl2pPr marL="457200" indent="0">
              <a:lnSpc>
                <a:spcPct val="80000"/>
              </a:lnSpc>
              <a:spcBef>
                <a:spcPts val="0"/>
              </a:spcBef>
              <a:buNone/>
              <a:defRPr sz="3200" b="false" i="false">
                <a:latin typeface="Noto Sans S Chinese Regular" panose="020B0500000000000000" pitchFamily="34" charset="-128"/>
              </a:defRPr>
            </a:lvl2pPr>
          </a:lstStyle>
          <a:p>
            <a:pPr marL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noProof="false" err="true"/>
              <a:t>请输入标题</a:t>
            </a:r>
            <a:endParaRPr lang="en-US" noProof="false"/>
          </a:p>
          <a:p>
            <a:pPr marL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noProof="false" err="true"/>
              <a:t>请输入标题</a:t>
            </a:r>
            <a:endParaRPr lang="en-US" noProof="false"/>
          </a:p>
        </p:txBody>
      </p:sp>
      <p:sp>
        <p:nvSpPr>
          <p:cNvPr id="389" name="Text Placeholder 8"/>
          <p:cNvSpPr>
            <a:spLocks noGrp="true"/>
          </p:cNvSpPr>
          <p:nvPr>
            <p:ph type="body" sz="quarter" idx="21" hasCustomPrompt="true"/>
          </p:nvPr>
        </p:nvSpPr>
        <p:spPr>
          <a:xfrm>
            <a:off x="506640" y="4250254"/>
            <a:ext cx="3555774" cy="756000"/>
          </a:xfrm>
        </p:spPr>
        <p:txBody>
          <a:bodyPr>
            <a:noAutofit/>
          </a:bodyPr>
          <a:lstStyle>
            <a:lvl1pPr marL="0" indent="0">
              <a:buNone/>
              <a:defRPr lang="en-US" sz="6000" b="true" i="false" kern="1200" noProof="false" dirty="false">
                <a:solidFill>
                  <a:srgbClr val="F55600"/>
                </a:solidFill>
                <a:latin typeface="+mj-lt"/>
                <a:ea typeface="Noto Sans S Chinese Regular" panose="020B0500000000000000" pitchFamily="34" charset="-128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noProof="false"/>
              <a:t>#$%</a:t>
            </a:r>
            <a:endParaRPr lang="en-US" noProof="false"/>
          </a:p>
        </p:txBody>
      </p:sp>
      <p:sp>
        <p:nvSpPr>
          <p:cNvPr id="390" name="Picture Placeholder 7"/>
          <p:cNvSpPr>
            <a:spLocks noGrp="true"/>
          </p:cNvSpPr>
          <p:nvPr>
            <p:ph type="pic" sz="quarter" idx="22" hasCustomPrompt="true"/>
          </p:nvPr>
        </p:nvSpPr>
        <p:spPr>
          <a:xfrm>
            <a:off x="4322125" y="512763"/>
            <a:ext cx="3555049" cy="3422628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单击插入图片</a:t>
            </a:r>
            <a:endParaRPr lang="en-US" altLang="zh-CN" noProof="false"/>
          </a:p>
        </p:txBody>
      </p:sp>
      <p:sp>
        <p:nvSpPr>
          <p:cNvPr id="391" name="Text Placeholder 10"/>
          <p:cNvSpPr>
            <a:spLocks noGrp="true"/>
          </p:cNvSpPr>
          <p:nvPr>
            <p:ph type="body" sz="quarter" idx="24" hasCustomPrompt="true"/>
          </p:nvPr>
        </p:nvSpPr>
        <p:spPr>
          <a:xfrm>
            <a:off x="4313236" y="5128696"/>
            <a:ext cx="3549604" cy="856484"/>
          </a:xfrm>
        </p:spPr>
        <p:txBody>
          <a:bodyPr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lang="en-US" altLang="zh-TW" sz="32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  <a:lvl2pPr marL="457200" indent="0">
              <a:lnSpc>
                <a:spcPct val="80000"/>
              </a:lnSpc>
              <a:spcBef>
                <a:spcPts val="0"/>
              </a:spcBef>
              <a:buNone/>
              <a:defRPr sz="3200" b="false" i="false">
                <a:latin typeface="Noto Sans S Chinese Regular" panose="020B0500000000000000" pitchFamily="34" charset="-128"/>
              </a:defRPr>
            </a:lvl2pPr>
          </a:lstStyle>
          <a:p>
            <a:pPr marL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noProof="false" dirty="false" err="true"/>
              <a:t>请输入标题</a:t>
            </a:r>
            <a:endParaRPr lang="en-US" noProof="false" dirty="false"/>
          </a:p>
          <a:p>
            <a:pPr marL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noProof="false" dirty="false" err="true"/>
              <a:t>请输入标题</a:t>
            </a:r>
            <a:endParaRPr lang="en-US" noProof="false" dirty="false"/>
          </a:p>
        </p:txBody>
      </p:sp>
      <p:sp>
        <p:nvSpPr>
          <p:cNvPr id="392" name="Text Placeholder 8"/>
          <p:cNvSpPr>
            <a:spLocks noGrp="true"/>
          </p:cNvSpPr>
          <p:nvPr>
            <p:ph type="body" sz="quarter" idx="25" hasCustomPrompt="true"/>
          </p:nvPr>
        </p:nvSpPr>
        <p:spPr>
          <a:xfrm>
            <a:off x="4321401" y="4250254"/>
            <a:ext cx="3555774" cy="756000"/>
          </a:xfrm>
        </p:spPr>
        <p:txBody>
          <a:bodyPr>
            <a:noAutofit/>
          </a:bodyPr>
          <a:lstStyle>
            <a:lvl1pPr marL="0" indent="0">
              <a:buNone/>
              <a:defRPr lang="en-US" sz="6000" b="true" i="false" kern="1200" noProof="false" dirty="false">
                <a:solidFill>
                  <a:srgbClr val="F55600"/>
                </a:solidFill>
                <a:latin typeface="+mj-lt"/>
                <a:ea typeface="Noto Sans S Chinese Regular" panose="020B0500000000000000" pitchFamily="34" charset="-128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noProof="false"/>
              <a:t>#$%</a:t>
            </a:r>
            <a:endParaRPr lang="en-US" noProof="false"/>
          </a:p>
        </p:txBody>
      </p:sp>
      <p:sp>
        <p:nvSpPr>
          <p:cNvPr id="393" name="Picture Placeholder 7"/>
          <p:cNvSpPr>
            <a:spLocks noGrp="true"/>
          </p:cNvSpPr>
          <p:nvPr>
            <p:ph type="pic" sz="quarter" idx="26" hasCustomPrompt="true"/>
          </p:nvPr>
        </p:nvSpPr>
        <p:spPr>
          <a:xfrm>
            <a:off x="8130716" y="512763"/>
            <a:ext cx="3555049" cy="3422628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单击插入图片</a:t>
            </a:r>
            <a:endParaRPr lang="en-US" altLang="zh-CN" noProof="false"/>
          </a:p>
        </p:txBody>
      </p:sp>
      <p:sp>
        <p:nvSpPr>
          <p:cNvPr id="394" name="Text Placeholder 10"/>
          <p:cNvSpPr>
            <a:spLocks noGrp="true"/>
          </p:cNvSpPr>
          <p:nvPr>
            <p:ph type="body" sz="quarter" idx="28" hasCustomPrompt="true"/>
          </p:nvPr>
        </p:nvSpPr>
        <p:spPr>
          <a:xfrm>
            <a:off x="8121827" y="5128696"/>
            <a:ext cx="3549604" cy="856484"/>
          </a:xfrm>
        </p:spPr>
        <p:txBody>
          <a:bodyPr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lang="en-US" altLang="zh-TW" sz="32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  <a:lvl2pPr marL="457200" indent="0">
              <a:lnSpc>
                <a:spcPct val="80000"/>
              </a:lnSpc>
              <a:spcBef>
                <a:spcPts val="0"/>
              </a:spcBef>
              <a:buNone/>
              <a:defRPr sz="3200" b="false" i="false">
                <a:latin typeface="Noto Sans S Chinese Regular" panose="020B0500000000000000" pitchFamily="34" charset="-128"/>
              </a:defRPr>
            </a:lvl2pPr>
          </a:lstStyle>
          <a:p>
            <a:pPr marL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noProof="false" err="true"/>
              <a:t>请输入标题</a:t>
            </a:r>
            <a:endParaRPr lang="en-US" noProof="false"/>
          </a:p>
          <a:p>
            <a:pPr marL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noProof="false" err="true"/>
              <a:t>请输入标题</a:t>
            </a:r>
            <a:endParaRPr lang="en-US" noProof="false"/>
          </a:p>
        </p:txBody>
      </p:sp>
      <p:sp>
        <p:nvSpPr>
          <p:cNvPr id="395" name="Text Placeholder 8"/>
          <p:cNvSpPr>
            <a:spLocks noGrp="true"/>
          </p:cNvSpPr>
          <p:nvPr>
            <p:ph type="body" sz="quarter" idx="29" hasCustomPrompt="true"/>
          </p:nvPr>
        </p:nvSpPr>
        <p:spPr>
          <a:xfrm>
            <a:off x="8129992" y="4250254"/>
            <a:ext cx="3555774" cy="756000"/>
          </a:xfrm>
        </p:spPr>
        <p:txBody>
          <a:bodyPr>
            <a:noAutofit/>
          </a:bodyPr>
          <a:lstStyle>
            <a:lvl1pPr marL="0" indent="0">
              <a:buNone/>
              <a:defRPr lang="en-US" sz="6000" b="true" i="false" kern="1200" noProof="false" dirty="false">
                <a:solidFill>
                  <a:srgbClr val="F55600"/>
                </a:solidFill>
                <a:latin typeface="+mj-lt"/>
                <a:ea typeface="Noto Sans S Chinese Regular" panose="020B0500000000000000" pitchFamily="34" charset="-128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noProof="false"/>
              <a:t>#$%</a:t>
            </a:r>
            <a:endParaRPr lang="en-US" noProof="false"/>
          </a:p>
        </p:txBody>
      </p:sp>
      <p:sp>
        <p:nvSpPr>
          <p:cNvPr id="396" name="Text Placeholder 8"/>
          <p:cNvSpPr>
            <a:spLocks noGrp="true"/>
          </p:cNvSpPr>
          <p:nvPr>
            <p:ph type="body" sz="quarter" idx="23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altLang="zh-CN" noProof="false" err="true"/>
              <a:t>来源</a:t>
            </a:r>
            <a:r>
              <a:rPr lang="zh-CN" altLang="en-US" noProof="false"/>
              <a:t>：</a:t>
            </a:r>
            <a:endParaRPr lang="en-US" altLang="zh-CN" noProof="false"/>
          </a:p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p="http://schemas.openxmlformats.org/presentationml/2006/main">
  <p:cSld name="2_Content blocks 3 column 3">
    <p:spTree>
      <p:nvGrpSpPr>
        <p:cNvPr id="39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399" name="Picture Placeholder 7"/>
          <p:cNvSpPr>
            <a:spLocks noGrp="true"/>
          </p:cNvSpPr>
          <p:nvPr>
            <p:ph type="pic" sz="quarter" idx="15" hasCustomPrompt="true"/>
          </p:nvPr>
        </p:nvSpPr>
        <p:spPr>
          <a:xfrm>
            <a:off x="507364" y="512763"/>
            <a:ext cx="3555049" cy="3422628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单击插入图片</a:t>
            </a:r>
            <a:endParaRPr lang="en-US" altLang="zh-CN" noProof="false"/>
          </a:p>
        </p:txBody>
      </p:sp>
      <p:sp>
        <p:nvSpPr>
          <p:cNvPr id="400" name="Picture Placeholder 7"/>
          <p:cNvSpPr>
            <a:spLocks noGrp="true"/>
          </p:cNvSpPr>
          <p:nvPr>
            <p:ph type="pic" sz="quarter" idx="18" hasCustomPrompt="true"/>
          </p:nvPr>
        </p:nvSpPr>
        <p:spPr>
          <a:xfrm>
            <a:off x="4327363" y="512763"/>
            <a:ext cx="3555049" cy="3422628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单击插入图片</a:t>
            </a:r>
            <a:endParaRPr lang="en-US" altLang="zh-CN" noProof="false"/>
          </a:p>
        </p:txBody>
      </p:sp>
      <p:sp>
        <p:nvSpPr>
          <p:cNvPr id="401" name="Picture Placeholder 7"/>
          <p:cNvSpPr>
            <a:spLocks noGrp="true"/>
          </p:cNvSpPr>
          <p:nvPr>
            <p:ph type="pic" sz="quarter" idx="21" hasCustomPrompt="true"/>
          </p:nvPr>
        </p:nvSpPr>
        <p:spPr>
          <a:xfrm>
            <a:off x="8129586" y="512763"/>
            <a:ext cx="3555049" cy="3422628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单击插入图片</a:t>
            </a:r>
            <a:endParaRPr lang="en-US" altLang="zh-CN" noProof="false"/>
          </a:p>
        </p:txBody>
      </p:sp>
      <p:sp>
        <p:nvSpPr>
          <p:cNvPr id="402" name="Text Placeholder 8"/>
          <p:cNvSpPr>
            <a:spLocks noGrp="true"/>
          </p:cNvSpPr>
          <p:nvPr>
            <p:ph type="body" sz="quarter" idx="24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altLang="zh-CN" noProof="false" err="true"/>
              <a:t>来源</a:t>
            </a:r>
            <a:r>
              <a:rPr lang="zh-CN" altLang="en-US" noProof="false"/>
              <a:t>：</a:t>
            </a:r>
            <a:endParaRPr lang="en-US" altLang="zh-CN" noProof="false"/>
          </a:p>
        </p:txBody>
      </p:sp>
      <p:sp>
        <p:nvSpPr>
          <p:cNvPr id="403" name="Text Placeholder 12"/>
          <p:cNvSpPr>
            <a:spLocks noGrp="true"/>
          </p:cNvSpPr>
          <p:nvPr>
            <p:ph type="body" sz="quarter" idx="31" hasCustomPrompt="true"/>
          </p:nvPr>
        </p:nvSpPr>
        <p:spPr>
          <a:xfrm>
            <a:off x="498473" y="4218148"/>
            <a:ext cx="3555049" cy="1369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lang="en-US" sz="1100" b="false" i="false" kern="1200" cap="all" spc="150" baseline="0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sz="1200"/>
            </a:lvl3pPr>
          </a:lstStyle>
          <a:p>
            <a:pPr lvl="0"/>
            <a:r>
              <a:rPr lang="en-US" noProof="false" err="true"/>
              <a:t>请输入副标题</a:t>
            </a:r>
            <a:endParaRPr lang="en-US" noProof="false"/>
          </a:p>
        </p:txBody>
      </p:sp>
      <p:sp>
        <p:nvSpPr>
          <p:cNvPr id="404" name="Text Placeholder 5"/>
          <p:cNvSpPr>
            <a:spLocks noGrp="true"/>
          </p:cNvSpPr>
          <p:nvPr>
            <p:ph type="body" sz="quarter" idx="32" hasCustomPrompt="true"/>
          </p:nvPr>
        </p:nvSpPr>
        <p:spPr>
          <a:xfrm>
            <a:off x="496462" y="4414214"/>
            <a:ext cx="3555049" cy="1295706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lang="en-US" altLang="zh-TW" sz="32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noProof="false" err="true"/>
              <a:t>请输入标题</a:t>
            </a:r>
            <a:endParaRPr lang="en-US" noProof="false"/>
          </a:p>
          <a:p>
            <a:pPr marL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noProof="false" err="true"/>
              <a:t>请输入标题</a:t>
            </a:r>
            <a:endParaRPr lang="en-US" noProof="false"/>
          </a:p>
          <a:p>
            <a:pPr marL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noProof="false" err="true"/>
              <a:t>请输入标题</a:t>
            </a:r>
            <a:endParaRPr lang="en-US" noProof="false"/>
          </a:p>
        </p:txBody>
      </p:sp>
      <p:sp>
        <p:nvSpPr>
          <p:cNvPr id="405" name="Text Placeholder 12"/>
          <p:cNvSpPr>
            <a:spLocks noGrp="true"/>
          </p:cNvSpPr>
          <p:nvPr>
            <p:ph type="body" sz="quarter" idx="34" hasCustomPrompt="true"/>
          </p:nvPr>
        </p:nvSpPr>
        <p:spPr>
          <a:xfrm>
            <a:off x="4329374" y="4218148"/>
            <a:ext cx="3555049" cy="1369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lang="en-US" sz="1100" b="false" i="false" kern="1200" cap="all" spc="150" baseline="0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sz="1200"/>
            </a:lvl3pPr>
          </a:lstStyle>
          <a:p>
            <a:pPr lvl="0"/>
            <a:r>
              <a:rPr lang="en-US" noProof="false" err="true"/>
              <a:t>请输入副标题</a:t>
            </a:r>
            <a:endParaRPr lang="en-US" noProof="false"/>
          </a:p>
        </p:txBody>
      </p:sp>
      <p:sp>
        <p:nvSpPr>
          <p:cNvPr id="406" name="Text Placeholder 5"/>
          <p:cNvSpPr>
            <a:spLocks noGrp="true"/>
          </p:cNvSpPr>
          <p:nvPr>
            <p:ph type="body" sz="quarter" idx="35" hasCustomPrompt="true"/>
          </p:nvPr>
        </p:nvSpPr>
        <p:spPr>
          <a:xfrm>
            <a:off x="4327363" y="4414214"/>
            <a:ext cx="3555049" cy="1295706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lang="en-US" altLang="zh-CN" sz="32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请输入标题</a:t>
            </a:r>
            <a:endParaRPr lang="en-US" altLang="zh-CN" noProof="false"/>
          </a:p>
          <a:p>
            <a:pPr marL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请输入标题</a:t>
            </a:r>
            <a:endParaRPr lang="en-US" altLang="zh-CN" noProof="false"/>
          </a:p>
          <a:p>
            <a:pPr marL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请输入标题</a:t>
            </a:r>
            <a:endParaRPr lang="en-US" altLang="zh-CN" noProof="false"/>
          </a:p>
        </p:txBody>
      </p:sp>
      <p:sp>
        <p:nvSpPr>
          <p:cNvPr id="407" name="Text Placeholder 12"/>
          <p:cNvSpPr>
            <a:spLocks noGrp="true"/>
          </p:cNvSpPr>
          <p:nvPr>
            <p:ph type="body" sz="quarter" idx="37" hasCustomPrompt="true"/>
          </p:nvPr>
        </p:nvSpPr>
        <p:spPr>
          <a:xfrm>
            <a:off x="8138480" y="4218148"/>
            <a:ext cx="3555049" cy="1369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lang="en-US" sz="1100" b="false" i="false" kern="1200" cap="all" spc="150" baseline="0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sz="1200"/>
            </a:lvl3pPr>
          </a:lstStyle>
          <a:p>
            <a:pPr lvl="0"/>
            <a:r>
              <a:rPr lang="en-US" noProof="false" err="true"/>
              <a:t>请输入副标题</a:t>
            </a:r>
            <a:endParaRPr lang="en-US" noProof="false"/>
          </a:p>
        </p:txBody>
      </p:sp>
      <p:sp>
        <p:nvSpPr>
          <p:cNvPr id="408" name="Text Placeholder 5"/>
          <p:cNvSpPr>
            <a:spLocks noGrp="true"/>
          </p:cNvSpPr>
          <p:nvPr>
            <p:ph type="body" sz="quarter" idx="38" hasCustomPrompt="true"/>
          </p:nvPr>
        </p:nvSpPr>
        <p:spPr>
          <a:xfrm>
            <a:off x="8136469" y="4414214"/>
            <a:ext cx="3555049" cy="1295706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lang="en-US" altLang="zh-CN" sz="32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请输入标题</a:t>
            </a:r>
            <a:endParaRPr lang="en-US" altLang="zh-CN" noProof="false"/>
          </a:p>
          <a:p>
            <a:pPr marL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请输入标题</a:t>
            </a:r>
            <a:endParaRPr lang="en-US" altLang="zh-CN" noProof="false"/>
          </a:p>
          <a:p>
            <a:pPr marL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请输入标题</a:t>
            </a:r>
            <a:endParaRPr lang="en-US" altLang="zh-CN" noProof="false"/>
          </a:p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p="http://schemas.openxmlformats.org/presentationml/2006/main">
  <p:cSld name="Content blocks 3 column 3">
    <p:spTree>
      <p:nvGrpSpPr>
        <p:cNvPr id="40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411" name="Picture Placeholder 7"/>
          <p:cNvSpPr>
            <a:spLocks noGrp="true"/>
          </p:cNvSpPr>
          <p:nvPr>
            <p:ph type="pic" sz="quarter" idx="15" hasCustomPrompt="true"/>
          </p:nvPr>
        </p:nvSpPr>
        <p:spPr>
          <a:xfrm>
            <a:off x="507364" y="512763"/>
            <a:ext cx="3555049" cy="3422628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noProof="false" err="true"/>
              <a:t>单击插入图片</a:t>
            </a:r>
            <a:endParaRPr lang="en-US" noProof="false"/>
          </a:p>
        </p:txBody>
      </p:sp>
      <p:sp>
        <p:nvSpPr>
          <p:cNvPr id="412" name="Picture Placeholder 7"/>
          <p:cNvSpPr>
            <a:spLocks noGrp="true"/>
          </p:cNvSpPr>
          <p:nvPr>
            <p:ph type="pic" sz="quarter" idx="18" hasCustomPrompt="true"/>
          </p:nvPr>
        </p:nvSpPr>
        <p:spPr>
          <a:xfrm>
            <a:off x="4327363" y="512763"/>
            <a:ext cx="3555049" cy="3422628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单击插入图片</a:t>
            </a:r>
            <a:endParaRPr lang="en-US" altLang="zh-CN" noProof="false"/>
          </a:p>
        </p:txBody>
      </p:sp>
      <p:sp>
        <p:nvSpPr>
          <p:cNvPr id="413" name="Picture Placeholder 7"/>
          <p:cNvSpPr>
            <a:spLocks noGrp="true"/>
          </p:cNvSpPr>
          <p:nvPr>
            <p:ph type="pic" sz="quarter" idx="21" hasCustomPrompt="true"/>
          </p:nvPr>
        </p:nvSpPr>
        <p:spPr>
          <a:xfrm>
            <a:off x="8129586" y="512763"/>
            <a:ext cx="3555049" cy="3422628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单击插入图片</a:t>
            </a:r>
            <a:endParaRPr lang="en-US" altLang="zh-CN" noProof="false"/>
          </a:p>
        </p:txBody>
      </p:sp>
      <p:sp>
        <p:nvSpPr>
          <p:cNvPr id="414" name="Text Placeholder 8"/>
          <p:cNvSpPr>
            <a:spLocks noGrp="true"/>
          </p:cNvSpPr>
          <p:nvPr>
            <p:ph type="body" sz="quarter" idx="24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altLang="zh-CN" noProof="false" err="true"/>
              <a:t>来源</a:t>
            </a:r>
            <a:r>
              <a:rPr lang="zh-CN" altLang="en-US" noProof="false"/>
              <a:t>：</a:t>
            </a:r>
            <a:endParaRPr lang="en-US" altLang="zh-CN" noProof="false"/>
          </a:p>
        </p:txBody>
      </p:sp>
      <p:sp>
        <p:nvSpPr>
          <p:cNvPr id="415" name="Text Placeholder 12"/>
          <p:cNvSpPr>
            <a:spLocks noGrp="true"/>
          </p:cNvSpPr>
          <p:nvPr>
            <p:ph type="body" sz="quarter" idx="31" hasCustomPrompt="true"/>
          </p:nvPr>
        </p:nvSpPr>
        <p:spPr>
          <a:xfrm>
            <a:off x="498473" y="4218148"/>
            <a:ext cx="3555049" cy="1369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lang="en-US" sz="1100" b="false" i="false" kern="1200" cap="all" spc="150" baseline="0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sz="1200"/>
            </a:lvl3pPr>
          </a:lstStyle>
          <a:p>
            <a:pPr lvl="0"/>
            <a:r>
              <a:rPr lang="en-US" noProof="false" err="true"/>
              <a:t>请输入副标题</a:t>
            </a:r>
            <a:endParaRPr lang="en-US" noProof="false"/>
          </a:p>
        </p:txBody>
      </p:sp>
      <p:sp>
        <p:nvSpPr>
          <p:cNvPr id="416" name="Text Placeholder 5"/>
          <p:cNvSpPr>
            <a:spLocks noGrp="true"/>
          </p:cNvSpPr>
          <p:nvPr>
            <p:ph type="body" sz="quarter" idx="32" hasCustomPrompt="true"/>
          </p:nvPr>
        </p:nvSpPr>
        <p:spPr>
          <a:xfrm>
            <a:off x="496462" y="4414214"/>
            <a:ext cx="3555049" cy="759218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lang="en-US" altLang="zh-TW" sz="28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请输入标题</a:t>
            </a:r>
            <a:endParaRPr lang="en-US" altLang="zh-CN" noProof="false"/>
          </a:p>
          <a:p>
            <a:pPr marL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请输入标题</a:t>
            </a:r>
            <a:endParaRPr lang="en-US" noProof="false"/>
          </a:p>
        </p:txBody>
      </p:sp>
      <p:sp>
        <p:nvSpPr>
          <p:cNvPr id="417" name="Text Placeholder 12"/>
          <p:cNvSpPr>
            <a:spLocks noGrp="true"/>
          </p:cNvSpPr>
          <p:nvPr>
            <p:ph type="body" sz="quarter" idx="33" hasCustomPrompt="true"/>
          </p:nvPr>
        </p:nvSpPr>
        <p:spPr>
          <a:xfrm>
            <a:off x="496462" y="5323351"/>
            <a:ext cx="3555049" cy="75921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00" b="false" i="false" kern="1200" cap="none" spc="0" baseline="0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lang="en-GB" sz="1200" kern="1200" dirty="fals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noProof="false" err="true"/>
              <a:t>请输入正文内容</a:t>
            </a:r>
            <a:endParaRPr lang="en-US" noProof="false"/>
          </a:p>
        </p:txBody>
      </p:sp>
      <p:sp>
        <p:nvSpPr>
          <p:cNvPr id="418" name="Text Placeholder 12"/>
          <p:cNvSpPr>
            <a:spLocks noGrp="true"/>
          </p:cNvSpPr>
          <p:nvPr>
            <p:ph type="body" sz="quarter" idx="34" hasCustomPrompt="true"/>
          </p:nvPr>
        </p:nvSpPr>
        <p:spPr>
          <a:xfrm>
            <a:off x="4329374" y="4218148"/>
            <a:ext cx="3555049" cy="1369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lang="en-US" sz="1100" b="false" i="false" kern="1200" cap="all" spc="150" baseline="0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sz="1200"/>
            </a:lvl3pPr>
          </a:lstStyle>
          <a:p>
            <a:pPr lvl="0"/>
            <a:r>
              <a:rPr lang="en-US" noProof="false" err="true"/>
              <a:t>请输入副标题</a:t>
            </a:r>
            <a:endParaRPr lang="en-US" noProof="false"/>
          </a:p>
        </p:txBody>
      </p:sp>
      <p:sp>
        <p:nvSpPr>
          <p:cNvPr id="419" name="Text Placeholder 5"/>
          <p:cNvSpPr>
            <a:spLocks noGrp="true"/>
          </p:cNvSpPr>
          <p:nvPr>
            <p:ph type="body" sz="quarter" idx="35" hasCustomPrompt="true"/>
          </p:nvPr>
        </p:nvSpPr>
        <p:spPr>
          <a:xfrm>
            <a:off x="4327363" y="4414214"/>
            <a:ext cx="3555049" cy="759218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lang="en-US" altLang="zh-CN" sz="28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请输入标题</a:t>
            </a:r>
            <a:endParaRPr lang="en-US" altLang="zh-CN" noProof="false"/>
          </a:p>
          <a:p>
            <a:pPr marL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请输入标题</a:t>
            </a:r>
            <a:endParaRPr lang="en-US" altLang="zh-CN" noProof="false"/>
          </a:p>
        </p:txBody>
      </p:sp>
      <p:sp>
        <p:nvSpPr>
          <p:cNvPr id="420" name="Text Placeholder 12"/>
          <p:cNvSpPr>
            <a:spLocks noGrp="true"/>
          </p:cNvSpPr>
          <p:nvPr>
            <p:ph type="body" sz="quarter" idx="36" hasCustomPrompt="true"/>
          </p:nvPr>
        </p:nvSpPr>
        <p:spPr>
          <a:xfrm>
            <a:off x="4327363" y="5323351"/>
            <a:ext cx="3555049" cy="75921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00" b="false" i="false" kern="1200" cap="none" spc="0" baseline="0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lang="en-GB" sz="1200" kern="1200" dirty="fals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noProof="false" err="true"/>
              <a:t>请输入正文内容</a:t>
            </a:r>
            <a:endParaRPr lang="en-US" noProof="false"/>
          </a:p>
        </p:txBody>
      </p:sp>
      <p:sp>
        <p:nvSpPr>
          <p:cNvPr id="421" name="Text Placeholder 12"/>
          <p:cNvSpPr>
            <a:spLocks noGrp="true"/>
          </p:cNvSpPr>
          <p:nvPr>
            <p:ph type="body" sz="quarter" idx="37" hasCustomPrompt="true"/>
          </p:nvPr>
        </p:nvSpPr>
        <p:spPr>
          <a:xfrm>
            <a:off x="8138480" y="4218148"/>
            <a:ext cx="3555049" cy="1369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lang="en-US" sz="1100" b="false" i="false" kern="1200" cap="all" spc="150" baseline="0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sz="1200"/>
            </a:lvl3pPr>
          </a:lstStyle>
          <a:p>
            <a:pPr lvl="0"/>
            <a:r>
              <a:rPr lang="en-US" noProof="false" err="true"/>
              <a:t>请输入副标题</a:t>
            </a:r>
            <a:endParaRPr lang="en-US" noProof="false"/>
          </a:p>
        </p:txBody>
      </p:sp>
      <p:sp>
        <p:nvSpPr>
          <p:cNvPr id="422" name="Text Placeholder 5"/>
          <p:cNvSpPr>
            <a:spLocks noGrp="true"/>
          </p:cNvSpPr>
          <p:nvPr>
            <p:ph type="body" sz="quarter" idx="38" hasCustomPrompt="true"/>
          </p:nvPr>
        </p:nvSpPr>
        <p:spPr>
          <a:xfrm>
            <a:off x="8136469" y="4414214"/>
            <a:ext cx="3555049" cy="759218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lang="en-US" altLang="zh-CN" sz="28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请输入标题</a:t>
            </a:r>
            <a:endParaRPr lang="en-US" altLang="zh-CN" noProof="false"/>
          </a:p>
          <a:p>
            <a:pPr marL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请输入标题</a:t>
            </a:r>
            <a:endParaRPr lang="en-US" altLang="zh-CN" noProof="false"/>
          </a:p>
        </p:txBody>
      </p:sp>
      <p:sp>
        <p:nvSpPr>
          <p:cNvPr id="423" name="Text Placeholder 12"/>
          <p:cNvSpPr>
            <a:spLocks noGrp="true"/>
          </p:cNvSpPr>
          <p:nvPr>
            <p:ph type="body" sz="quarter" idx="39" hasCustomPrompt="true"/>
          </p:nvPr>
        </p:nvSpPr>
        <p:spPr>
          <a:xfrm>
            <a:off x="8136469" y="5323351"/>
            <a:ext cx="3555049" cy="75921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00" b="false" i="false" kern="1200" cap="none" spc="0" baseline="0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lang="en-GB" sz="1200" kern="1200" dirty="fals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noProof="false" err="true"/>
              <a:t>请输入正文内容</a:t>
            </a:r>
            <a:endParaRPr lang="en-US" noProof="false"/>
          </a:p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p="http://schemas.openxmlformats.org/presentationml/2006/main">
  <p:cSld name="1_Content blocks 3 column 2">
    <p:bg>
      <p:bgPr>
        <a:solidFill>
          <a:schemeClr val="tx1"/>
        </a:solidFill>
        <a:effectLst/>
      </p:bgPr>
    </p:bg>
    <p:spTree>
      <p:nvGrpSpPr>
        <p:cNvPr id="4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426" name="Picture Placeholder 7"/>
          <p:cNvSpPr>
            <a:spLocks noGrp="true"/>
          </p:cNvSpPr>
          <p:nvPr>
            <p:ph type="pic" sz="quarter" idx="15" hasCustomPrompt="true"/>
          </p:nvPr>
        </p:nvSpPr>
        <p:spPr>
          <a:xfrm>
            <a:off x="507364" y="512763"/>
            <a:ext cx="3555049" cy="3422628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TW" noProof="false" err="true"/>
              <a:t>单击插入图片</a:t>
            </a:r>
            <a:endParaRPr lang="en-US" altLang="zh-TW" noProof="false"/>
          </a:p>
        </p:txBody>
      </p:sp>
      <p:sp>
        <p:nvSpPr>
          <p:cNvPr id="427" name="Text Placeholder 10"/>
          <p:cNvSpPr>
            <a:spLocks noGrp="true"/>
          </p:cNvSpPr>
          <p:nvPr>
            <p:ph type="body" sz="quarter" idx="19" hasCustomPrompt="true"/>
          </p:nvPr>
        </p:nvSpPr>
        <p:spPr>
          <a:xfrm>
            <a:off x="498475" y="5128696"/>
            <a:ext cx="3549604" cy="856484"/>
          </a:xfrm>
        </p:spPr>
        <p:txBody>
          <a:bodyPr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lang="zh-TW" altLang="en-US" sz="3200" b="true" i="false" kern="1200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  <a:lvl2pPr marL="457200" indent="0">
              <a:lnSpc>
                <a:spcPct val="80000"/>
              </a:lnSpc>
              <a:spcBef>
                <a:spcPts val="0"/>
              </a:spcBef>
              <a:buNone/>
              <a:defRPr sz="3200" b="false" i="false">
                <a:solidFill>
                  <a:schemeClr val="bg1"/>
                </a:solidFill>
                <a:latin typeface="Noto Sans S Chinese Regular" panose="020B0500000000000000" pitchFamily="34" charset="-128"/>
              </a:defRPr>
            </a:lvl2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en-US" altLang="zh-TW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zh-TW" altLang="en-US" noProof="false"/>
          </a:p>
          <a:p>
            <a:pPr marL="0" marR="0" lvl="0" indent="0" algn="l" defTabSz="914400" rtl="false" eaLnBrk="true" fontAlgn="auto" latinLnBrk="false" hangingPunct="true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lang="zh-TW" altLang="en-US" noProof="false"/>
          </a:p>
          <a:p>
            <a:pPr marL="0" lvl="0" indent="0" algn="l" defTabSz="914400" rtl="false" eaLnBrk="true" latinLnBrk="false" hangingPunct="true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noProof="false"/>
          </a:p>
          <a:p>
            <a:pPr lvl="1"/>
            <a:endParaRPr lang="en-US" noProof="false"/>
          </a:p>
        </p:txBody>
      </p:sp>
      <p:sp>
        <p:nvSpPr>
          <p:cNvPr id="428" name="Text Placeholder 8"/>
          <p:cNvSpPr>
            <a:spLocks noGrp="true"/>
          </p:cNvSpPr>
          <p:nvPr>
            <p:ph type="body" sz="quarter" idx="21" hasCustomPrompt="true"/>
          </p:nvPr>
        </p:nvSpPr>
        <p:spPr>
          <a:xfrm>
            <a:off x="506640" y="4250254"/>
            <a:ext cx="3555774" cy="756000"/>
          </a:xfrm>
        </p:spPr>
        <p:txBody>
          <a:bodyPr>
            <a:noAutofit/>
          </a:bodyPr>
          <a:lstStyle>
            <a:lvl1pPr marL="0" indent="0">
              <a:buNone/>
              <a:defRPr lang="en-US" sz="6000" b="true" i="false" kern="1200" noProof="false" dirty="false">
                <a:solidFill>
                  <a:srgbClr val="F55600"/>
                </a:solidFill>
                <a:latin typeface="+mj-lt"/>
                <a:ea typeface="Noto Sans S Chinese Regular" panose="020B0500000000000000" pitchFamily="34" charset="-128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noProof="false"/>
              <a:t>#$%</a:t>
            </a:r>
            <a:endParaRPr lang="en-US" noProof="false"/>
          </a:p>
        </p:txBody>
      </p:sp>
      <p:sp>
        <p:nvSpPr>
          <p:cNvPr id="429" name="Picture Placeholder 7"/>
          <p:cNvSpPr>
            <a:spLocks noGrp="true"/>
          </p:cNvSpPr>
          <p:nvPr>
            <p:ph type="pic" sz="quarter" idx="22" hasCustomPrompt="true"/>
          </p:nvPr>
        </p:nvSpPr>
        <p:spPr>
          <a:xfrm>
            <a:off x="4322125" y="512763"/>
            <a:ext cx="3555049" cy="3422628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TW" noProof="false" err="true"/>
              <a:t>单击插入图片</a:t>
            </a:r>
            <a:endParaRPr lang="en-US" altLang="zh-TW" noProof="false"/>
          </a:p>
        </p:txBody>
      </p:sp>
      <p:sp>
        <p:nvSpPr>
          <p:cNvPr id="430" name="Text Placeholder 10"/>
          <p:cNvSpPr>
            <a:spLocks noGrp="true"/>
          </p:cNvSpPr>
          <p:nvPr>
            <p:ph type="body" sz="quarter" idx="24" hasCustomPrompt="true"/>
          </p:nvPr>
        </p:nvSpPr>
        <p:spPr>
          <a:xfrm>
            <a:off x="4313236" y="5128696"/>
            <a:ext cx="3549604" cy="856484"/>
          </a:xfrm>
        </p:spPr>
        <p:txBody>
          <a:bodyPr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lang="zh-TW" altLang="en-US" sz="3200" b="true" i="false" kern="1200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  <a:lvl2pPr marL="457200" indent="0">
              <a:lnSpc>
                <a:spcPct val="80000"/>
              </a:lnSpc>
              <a:spcBef>
                <a:spcPts val="0"/>
              </a:spcBef>
              <a:buNone/>
              <a:defRPr sz="3200" b="false" i="false">
                <a:solidFill>
                  <a:schemeClr val="bg1"/>
                </a:solidFill>
                <a:latin typeface="Noto Sans S Chinese Regular" panose="020B0500000000000000" pitchFamily="34" charset="-128"/>
              </a:defRPr>
            </a:lvl2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en-US" altLang="zh-TW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zh-TW" altLang="en-US" noProof="false"/>
          </a:p>
          <a:p>
            <a:pPr lvl="1"/>
            <a:endParaRPr lang="en-US" noProof="false"/>
          </a:p>
        </p:txBody>
      </p:sp>
      <p:sp>
        <p:nvSpPr>
          <p:cNvPr id="431" name="Text Placeholder 8"/>
          <p:cNvSpPr>
            <a:spLocks noGrp="true"/>
          </p:cNvSpPr>
          <p:nvPr>
            <p:ph type="body" sz="quarter" idx="25" hasCustomPrompt="true"/>
          </p:nvPr>
        </p:nvSpPr>
        <p:spPr>
          <a:xfrm>
            <a:off x="4321401" y="4250254"/>
            <a:ext cx="3555774" cy="756000"/>
          </a:xfrm>
        </p:spPr>
        <p:txBody>
          <a:bodyPr>
            <a:noAutofit/>
          </a:bodyPr>
          <a:lstStyle>
            <a:lvl1pPr marL="0" indent="0">
              <a:buNone/>
              <a:defRPr lang="en-US" sz="6000" b="true" i="false" kern="1200" noProof="false" dirty="false">
                <a:solidFill>
                  <a:srgbClr val="F55600"/>
                </a:solidFill>
                <a:latin typeface="+mj-lt"/>
                <a:ea typeface="Noto Sans S Chinese Regular" panose="020B0500000000000000" pitchFamily="34" charset="-128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noProof="false"/>
              <a:t>#$%</a:t>
            </a:r>
            <a:endParaRPr lang="en-US" noProof="false"/>
          </a:p>
        </p:txBody>
      </p:sp>
      <p:sp>
        <p:nvSpPr>
          <p:cNvPr id="432" name="Picture Placeholder 7"/>
          <p:cNvSpPr>
            <a:spLocks noGrp="true"/>
          </p:cNvSpPr>
          <p:nvPr>
            <p:ph type="pic" sz="quarter" idx="26" hasCustomPrompt="true"/>
          </p:nvPr>
        </p:nvSpPr>
        <p:spPr>
          <a:xfrm>
            <a:off x="8130716" y="512763"/>
            <a:ext cx="3555049" cy="3422628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TW" noProof="false" err="true"/>
              <a:t>单击插入图片</a:t>
            </a:r>
            <a:endParaRPr lang="en-US" altLang="zh-TW" noProof="false"/>
          </a:p>
        </p:txBody>
      </p:sp>
      <p:sp>
        <p:nvSpPr>
          <p:cNvPr id="433" name="Text Placeholder 10"/>
          <p:cNvSpPr>
            <a:spLocks noGrp="true"/>
          </p:cNvSpPr>
          <p:nvPr>
            <p:ph type="body" sz="quarter" idx="28" hasCustomPrompt="true"/>
          </p:nvPr>
        </p:nvSpPr>
        <p:spPr>
          <a:xfrm>
            <a:off x="8121827" y="5128696"/>
            <a:ext cx="3549604" cy="856484"/>
          </a:xfrm>
        </p:spPr>
        <p:txBody>
          <a:bodyPr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lang="zh-TW" altLang="en-US" sz="3200" b="true" i="false" kern="1200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  <a:lvl2pPr marL="457200" indent="0">
              <a:lnSpc>
                <a:spcPct val="80000"/>
              </a:lnSpc>
              <a:spcBef>
                <a:spcPts val="0"/>
              </a:spcBef>
              <a:buNone/>
              <a:defRPr sz="3200" b="false" i="false">
                <a:solidFill>
                  <a:schemeClr val="bg1"/>
                </a:solidFill>
                <a:latin typeface="Noto Sans S Chinese Regular" panose="020B0500000000000000" pitchFamily="34" charset="-128"/>
              </a:defRPr>
            </a:lvl2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en-US" altLang="zh-TW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zh-TW" altLang="en-US" noProof="false"/>
          </a:p>
        </p:txBody>
      </p:sp>
      <p:sp>
        <p:nvSpPr>
          <p:cNvPr id="434" name="Text Placeholder 8"/>
          <p:cNvSpPr>
            <a:spLocks noGrp="true"/>
          </p:cNvSpPr>
          <p:nvPr>
            <p:ph type="body" sz="quarter" idx="29" hasCustomPrompt="true"/>
          </p:nvPr>
        </p:nvSpPr>
        <p:spPr>
          <a:xfrm>
            <a:off x="8129992" y="4250254"/>
            <a:ext cx="3555774" cy="756000"/>
          </a:xfrm>
        </p:spPr>
        <p:txBody>
          <a:bodyPr>
            <a:noAutofit/>
          </a:bodyPr>
          <a:lstStyle>
            <a:lvl1pPr marL="0" indent="0">
              <a:buNone/>
              <a:defRPr lang="en-US" sz="6000" b="true" i="false" kern="1200" noProof="false" dirty="false">
                <a:solidFill>
                  <a:srgbClr val="F55600"/>
                </a:solidFill>
                <a:latin typeface="+mj-lt"/>
                <a:ea typeface="Noto Sans S Chinese Regular" panose="020B0500000000000000" pitchFamily="34" charset="-128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noProof="false"/>
              <a:t>#$%</a:t>
            </a:r>
            <a:endParaRPr lang="en-US" noProof="false"/>
          </a:p>
        </p:txBody>
      </p:sp>
      <p:sp>
        <p:nvSpPr>
          <p:cNvPr id="435" name="Text Placeholder 8"/>
          <p:cNvSpPr>
            <a:spLocks noGrp="true"/>
          </p:cNvSpPr>
          <p:nvPr>
            <p:ph type="body" sz="quarter" idx="23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altLang="zh-CN" noProof="false" err="true"/>
              <a:t>来源</a:t>
            </a:r>
            <a:r>
              <a:rPr lang="zh-CN" altLang="en-US" noProof="false"/>
              <a:t>：</a:t>
            </a:r>
            <a:endParaRPr lang="en-US" altLang="zh-CN" noProof="false"/>
          </a:p>
        </p:txBody>
      </p: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p="http://schemas.openxmlformats.org/presentationml/2006/main">
  <p:cSld name="3_Content blocks 3 column 3">
    <p:bg>
      <p:bgPr>
        <a:solidFill>
          <a:schemeClr val="tx1"/>
        </a:solidFill>
        <a:effectLst/>
      </p:bgPr>
    </p:bg>
    <p:spTree>
      <p:nvGrpSpPr>
        <p:cNvPr id="4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438" name="Picture Placeholder 7"/>
          <p:cNvSpPr>
            <a:spLocks noGrp="true"/>
          </p:cNvSpPr>
          <p:nvPr>
            <p:ph type="pic" sz="quarter" idx="15" hasCustomPrompt="true"/>
          </p:nvPr>
        </p:nvSpPr>
        <p:spPr>
          <a:xfrm>
            <a:off x="507364" y="512763"/>
            <a:ext cx="3555049" cy="3422628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TW" noProof="false" err="true"/>
              <a:t>单击插入图片</a:t>
            </a:r>
            <a:endParaRPr lang="en-US" altLang="zh-TW" noProof="false"/>
          </a:p>
        </p:txBody>
      </p:sp>
      <p:sp>
        <p:nvSpPr>
          <p:cNvPr id="439" name="Picture Placeholder 7"/>
          <p:cNvSpPr>
            <a:spLocks noGrp="true"/>
          </p:cNvSpPr>
          <p:nvPr>
            <p:ph type="pic" sz="quarter" idx="18" hasCustomPrompt="true"/>
          </p:nvPr>
        </p:nvSpPr>
        <p:spPr>
          <a:xfrm>
            <a:off x="4327363" y="512763"/>
            <a:ext cx="3555049" cy="3422628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TW" noProof="false" err="true"/>
              <a:t>单击插入图片</a:t>
            </a:r>
            <a:endParaRPr lang="en-US" altLang="zh-TW" noProof="false"/>
          </a:p>
        </p:txBody>
      </p:sp>
      <p:sp>
        <p:nvSpPr>
          <p:cNvPr id="440" name="Picture Placeholder 7"/>
          <p:cNvSpPr>
            <a:spLocks noGrp="true"/>
          </p:cNvSpPr>
          <p:nvPr>
            <p:ph type="pic" sz="quarter" idx="21" hasCustomPrompt="true"/>
          </p:nvPr>
        </p:nvSpPr>
        <p:spPr>
          <a:xfrm>
            <a:off x="8129586" y="512763"/>
            <a:ext cx="3555049" cy="3422628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TW" noProof="false" err="true"/>
              <a:t>单击插入图片</a:t>
            </a:r>
            <a:endParaRPr lang="en-US" altLang="zh-TW" noProof="false"/>
          </a:p>
        </p:txBody>
      </p:sp>
      <p:sp>
        <p:nvSpPr>
          <p:cNvPr id="441" name="Text Placeholder 8"/>
          <p:cNvSpPr>
            <a:spLocks noGrp="true"/>
          </p:cNvSpPr>
          <p:nvPr>
            <p:ph type="body" sz="quarter" idx="24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altLang="zh-CN" noProof="false" err="true"/>
              <a:t>来源</a:t>
            </a:r>
            <a:r>
              <a:rPr lang="zh-CN" altLang="en-US" noProof="false"/>
              <a:t>：</a:t>
            </a:r>
            <a:endParaRPr lang="en-US" altLang="zh-CN" noProof="false"/>
          </a:p>
        </p:txBody>
      </p:sp>
      <p:sp>
        <p:nvSpPr>
          <p:cNvPr id="442" name="Text Placeholder 12"/>
          <p:cNvSpPr>
            <a:spLocks noGrp="true"/>
          </p:cNvSpPr>
          <p:nvPr>
            <p:ph type="body" sz="quarter" idx="31" hasCustomPrompt="true"/>
          </p:nvPr>
        </p:nvSpPr>
        <p:spPr>
          <a:xfrm>
            <a:off x="498473" y="4218148"/>
            <a:ext cx="3555049" cy="1369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lang="en-US" sz="1100" b="false" i="false" kern="1200" cap="all" spc="150" baseline="0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sz="1200"/>
            </a:lvl3pPr>
          </a:lstStyle>
          <a:p>
            <a:pPr lvl="0"/>
            <a:r>
              <a:rPr lang="en-US" noProof="false" err="true"/>
              <a:t>请输入副标题</a:t>
            </a:r>
            <a:endParaRPr lang="en-US" noProof="false"/>
          </a:p>
        </p:txBody>
      </p:sp>
      <p:sp>
        <p:nvSpPr>
          <p:cNvPr id="443" name="Text Placeholder 5"/>
          <p:cNvSpPr>
            <a:spLocks noGrp="true"/>
          </p:cNvSpPr>
          <p:nvPr>
            <p:ph type="body" sz="quarter" idx="32" hasCustomPrompt="true"/>
          </p:nvPr>
        </p:nvSpPr>
        <p:spPr>
          <a:xfrm>
            <a:off x="496462" y="4414214"/>
            <a:ext cx="3555049" cy="1234746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lang="zh-TW" altLang="en-US" sz="3000" b="true" i="false" kern="1200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en-US" altLang="zh-TW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zh-TW" altLang="en-US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zh-TW" altLang="en-US" noProof="false"/>
          </a:p>
        </p:txBody>
      </p:sp>
      <p:sp>
        <p:nvSpPr>
          <p:cNvPr id="444" name="Text Placeholder 12"/>
          <p:cNvSpPr>
            <a:spLocks noGrp="true"/>
          </p:cNvSpPr>
          <p:nvPr>
            <p:ph type="body" sz="quarter" idx="34" hasCustomPrompt="true"/>
          </p:nvPr>
        </p:nvSpPr>
        <p:spPr>
          <a:xfrm>
            <a:off x="4329374" y="4218148"/>
            <a:ext cx="3555049" cy="1369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lang="en-US" sz="1100" b="false" i="false" kern="1200" cap="all" spc="150" baseline="0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sz="1200"/>
            </a:lvl3pPr>
          </a:lstStyle>
          <a:p>
            <a:pPr lvl="0"/>
            <a:r>
              <a:rPr lang="en-US" noProof="false" err="true"/>
              <a:t>请输入副标题</a:t>
            </a:r>
            <a:endParaRPr lang="en-US" noProof="false"/>
          </a:p>
        </p:txBody>
      </p:sp>
      <p:sp>
        <p:nvSpPr>
          <p:cNvPr id="445" name="Text Placeholder 5"/>
          <p:cNvSpPr>
            <a:spLocks noGrp="true"/>
          </p:cNvSpPr>
          <p:nvPr>
            <p:ph type="body" sz="quarter" idx="35" hasCustomPrompt="true"/>
          </p:nvPr>
        </p:nvSpPr>
        <p:spPr>
          <a:xfrm>
            <a:off x="4327363" y="4414214"/>
            <a:ext cx="3555049" cy="1234746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lang="zh-TW" altLang="en-US" sz="3000" b="true" i="false" kern="1200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en-US" altLang="zh-TW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zh-TW" altLang="en-US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zh-TW" altLang="en-US" noProof="false"/>
          </a:p>
        </p:txBody>
      </p:sp>
      <p:sp>
        <p:nvSpPr>
          <p:cNvPr id="446" name="Text Placeholder 12"/>
          <p:cNvSpPr>
            <a:spLocks noGrp="true"/>
          </p:cNvSpPr>
          <p:nvPr>
            <p:ph type="body" sz="quarter" idx="37" hasCustomPrompt="true"/>
          </p:nvPr>
        </p:nvSpPr>
        <p:spPr>
          <a:xfrm>
            <a:off x="8138480" y="4218148"/>
            <a:ext cx="3555049" cy="1369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lang="en-US" sz="1100" b="false" i="false" kern="1200" cap="all" spc="150" baseline="0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sz="1200"/>
            </a:lvl3pPr>
          </a:lstStyle>
          <a:p>
            <a:pPr lvl="0"/>
            <a:r>
              <a:rPr lang="en-US" noProof="false" err="true"/>
              <a:t>请输入副标题</a:t>
            </a:r>
            <a:endParaRPr lang="en-US" noProof="false"/>
          </a:p>
        </p:txBody>
      </p:sp>
      <p:sp>
        <p:nvSpPr>
          <p:cNvPr id="447" name="Text Placeholder 5"/>
          <p:cNvSpPr>
            <a:spLocks noGrp="true"/>
          </p:cNvSpPr>
          <p:nvPr>
            <p:ph type="body" sz="quarter" idx="38" hasCustomPrompt="true"/>
          </p:nvPr>
        </p:nvSpPr>
        <p:spPr>
          <a:xfrm>
            <a:off x="8136469" y="4414214"/>
            <a:ext cx="3555049" cy="1234746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lang="zh-TW" altLang="en-US" sz="3000" b="true" i="false" kern="1200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en-US" altLang="zh-TW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zh-TW" altLang="en-US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zh-TW" altLang="en-US" noProof="false"/>
          </a:p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p="http://schemas.openxmlformats.org/presentationml/2006/main">
  <p:cSld name="1_Content blocks 3 column 3">
    <p:bg>
      <p:bgPr>
        <a:solidFill>
          <a:schemeClr val="tx1"/>
        </a:solidFill>
        <a:effectLst/>
      </p:bgPr>
    </p:bg>
    <p:spTree>
      <p:nvGrpSpPr>
        <p:cNvPr id="4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450" name="Picture Placeholder 7"/>
          <p:cNvSpPr>
            <a:spLocks noGrp="true"/>
          </p:cNvSpPr>
          <p:nvPr>
            <p:ph type="pic" sz="quarter" idx="15" hasCustomPrompt="true"/>
          </p:nvPr>
        </p:nvSpPr>
        <p:spPr>
          <a:xfrm>
            <a:off x="507364" y="512763"/>
            <a:ext cx="3555049" cy="3422628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TW" noProof="false" err="true"/>
              <a:t>单击插入图片</a:t>
            </a:r>
            <a:endParaRPr lang="en-US" altLang="zh-TW" noProof="false"/>
          </a:p>
        </p:txBody>
      </p:sp>
      <p:sp>
        <p:nvSpPr>
          <p:cNvPr id="451" name="Picture Placeholder 7"/>
          <p:cNvSpPr>
            <a:spLocks noGrp="true"/>
          </p:cNvSpPr>
          <p:nvPr>
            <p:ph type="pic" sz="quarter" idx="18" hasCustomPrompt="true"/>
          </p:nvPr>
        </p:nvSpPr>
        <p:spPr>
          <a:xfrm>
            <a:off x="4327363" y="512763"/>
            <a:ext cx="3555049" cy="3422628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TW" noProof="false" err="true"/>
              <a:t>单击插入图片</a:t>
            </a:r>
            <a:endParaRPr lang="en-US" altLang="zh-TW" noProof="false"/>
          </a:p>
        </p:txBody>
      </p:sp>
      <p:sp>
        <p:nvSpPr>
          <p:cNvPr id="452" name="Picture Placeholder 7"/>
          <p:cNvSpPr>
            <a:spLocks noGrp="true"/>
          </p:cNvSpPr>
          <p:nvPr>
            <p:ph type="pic" sz="quarter" idx="21" hasCustomPrompt="true"/>
          </p:nvPr>
        </p:nvSpPr>
        <p:spPr>
          <a:xfrm>
            <a:off x="8129586" y="512763"/>
            <a:ext cx="3555049" cy="3422628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TW" noProof="false" err="true"/>
              <a:t>单击插入图片</a:t>
            </a:r>
            <a:endParaRPr lang="en-US" altLang="zh-TW" noProof="false"/>
          </a:p>
        </p:txBody>
      </p:sp>
      <p:sp>
        <p:nvSpPr>
          <p:cNvPr id="453" name="Text Placeholder 8"/>
          <p:cNvSpPr>
            <a:spLocks noGrp="true"/>
          </p:cNvSpPr>
          <p:nvPr>
            <p:ph type="body" sz="quarter" idx="24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altLang="zh-CN" noProof="false" err="true"/>
              <a:t>来源</a:t>
            </a:r>
            <a:r>
              <a:rPr lang="zh-CN" altLang="en-US" noProof="false"/>
              <a:t>：</a:t>
            </a:r>
            <a:endParaRPr lang="en-US" altLang="zh-CN" noProof="false"/>
          </a:p>
        </p:txBody>
      </p:sp>
      <p:sp>
        <p:nvSpPr>
          <p:cNvPr id="454" name="Text Placeholder 12"/>
          <p:cNvSpPr>
            <a:spLocks noGrp="true"/>
          </p:cNvSpPr>
          <p:nvPr>
            <p:ph type="body" sz="quarter" idx="31" hasCustomPrompt="true"/>
          </p:nvPr>
        </p:nvSpPr>
        <p:spPr>
          <a:xfrm>
            <a:off x="498473" y="4218148"/>
            <a:ext cx="3555049" cy="1369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lang="en-US" sz="1100" b="false" i="false" kern="1200" cap="all" spc="150" baseline="0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sz="1200"/>
            </a:lvl3pPr>
          </a:lstStyle>
          <a:p>
            <a:pPr lvl="0"/>
            <a:r>
              <a:rPr lang="en-US" noProof="false" err="true"/>
              <a:t>请输入副标题</a:t>
            </a:r>
            <a:endParaRPr lang="en-US" noProof="false"/>
          </a:p>
        </p:txBody>
      </p:sp>
      <p:sp>
        <p:nvSpPr>
          <p:cNvPr id="455" name="Text Placeholder 5"/>
          <p:cNvSpPr>
            <a:spLocks noGrp="true"/>
          </p:cNvSpPr>
          <p:nvPr>
            <p:ph type="body" sz="quarter" idx="32" hasCustomPrompt="true"/>
          </p:nvPr>
        </p:nvSpPr>
        <p:spPr>
          <a:xfrm>
            <a:off x="496462" y="4414214"/>
            <a:ext cx="3555049" cy="759218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lang="zh-TW" altLang="en-US" sz="2800" b="true" i="false" kern="1200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zh-TW" altLang="en-US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zh-TW" altLang="en-US" noProof="false"/>
          </a:p>
        </p:txBody>
      </p:sp>
      <p:sp>
        <p:nvSpPr>
          <p:cNvPr id="456" name="Text Placeholder 12"/>
          <p:cNvSpPr>
            <a:spLocks noGrp="true"/>
          </p:cNvSpPr>
          <p:nvPr>
            <p:ph type="body" sz="quarter" idx="33" hasCustomPrompt="true"/>
          </p:nvPr>
        </p:nvSpPr>
        <p:spPr>
          <a:xfrm>
            <a:off x="496462" y="5323351"/>
            <a:ext cx="3555049" cy="75921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00" b="false" i="false" kern="1200" cap="none" spc="0" baseline="0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lang="en-GB" sz="1200" kern="1200" dirty="fals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noProof="false"/>
              <a:t>请输入正文内容</a:t>
            </a:r>
            <a:endParaRPr lang="zh-CN" altLang="en-US" noProof="false"/>
          </a:p>
        </p:txBody>
      </p:sp>
      <p:sp>
        <p:nvSpPr>
          <p:cNvPr id="457" name="Text Placeholder 12"/>
          <p:cNvSpPr>
            <a:spLocks noGrp="true"/>
          </p:cNvSpPr>
          <p:nvPr>
            <p:ph type="body" sz="quarter" idx="34" hasCustomPrompt="true"/>
          </p:nvPr>
        </p:nvSpPr>
        <p:spPr>
          <a:xfrm>
            <a:off x="4329374" y="4218148"/>
            <a:ext cx="3555049" cy="1369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lang="en-US" sz="1100" b="false" i="false" kern="1200" cap="all" spc="150" baseline="0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sz="1200"/>
            </a:lvl3pPr>
          </a:lstStyle>
          <a:p>
            <a:pPr lvl="0"/>
            <a:r>
              <a:rPr lang="en-US" noProof="false" err="true"/>
              <a:t>请输入副标题</a:t>
            </a:r>
            <a:endParaRPr lang="en-US" noProof="false"/>
          </a:p>
        </p:txBody>
      </p:sp>
      <p:sp>
        <p:nvSpPr>
          <p:cNvPr id="458" name="Text Placeholder 5"/>
          <p:cNvSpPr>
            <a:spLocks noGrp="true"/>
          </p:cNvSpPr>
          <p:nvPr>
            <p:ph type="body" sz="quarter" idx="35" hasCustomPrompt="true"/>
          </p:nvPr>
        </p:nvSpPr>
        <p:spPr>
          <a:xfrm>
            <a:off x="4327363" y="4414214"/>
            <a:ext cx="3555049" cy="759218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lang="zh-TW" altLang="en-US" sz="2800" b="true" i="false" kern="1200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zh-TW" altLang="en-US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zh-TW" altLang="en-US" noProof="false"/>
          </a:p>
        </p:txBody>
      </p:sp>
      <p:sp>
        <p:nvSpPr>
          <p:cNvPr id="459" name="Text Placeholder 12"/>
          <p:cNvSpPr>
            <a:spLocks noGrp="true"/>
          </p:cNvSpPr>
          <p:nvPr>
            <p:ph type="body" sz="quarter" idx="36" hasCustomPrompt="true"/>
          </p:nvPr>
        </p:nvSpPr>
        <p:spPr>
          <a:xfrm>
            <a:off x="4327363" y="5323351"/>
            <a:ext cx="3555049" cy="75921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00" b="false" i="false" kern="1200" cap="none" spc="0" baseline="0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lang="en-GB" sz="1200" kern="1200" dirty="fals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noProof="false"/>
              <a:t>请输入正文内容</a:t>
            </a:r>
            <a:endParaRPr lang="zh-CN" altLang="en-US" noProof="false"/>
          </a:p>
        </p:txBody>
      </p:sp>
      <p:sp>
        <p:nvSpPr>
          <p:cNvPr id="460" name="Text Placeholder 12"/>
          <p:cNvSpPr>
            <a:spLocks noGrp="true"/>
          </p:cNvSpPr>
          <p:nvPr>
            <p:ph type="body" sz="quarter" idx="37" hasCustomPrompt="true"/>
          </p:nvPr>
        </p:nvSpPr>
        <p:spPr>
          <a:xfrm>
            <a:off x="8138480" y="4218148"/>
            <a:ext cx="3555049" cy="1369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lang="en-US" sz="1100" b="false" i="false" kern="1200" cap="all" spc="150" baseline="0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sz="1200"/>
            </a:lvl3pPr>
          </a:lstStyle>
          <a:p>
            <a:pPr lvl="0"/>
            <a:r>
              <a:rPr lang="en-US" noProof="false" err="true"/>
              <a:t>请输入副标题</a:t>
            </a:r>
            <a:endParaRPr lang="en-US" noProof="false"/>
          </a:p>
        </p:txBody>
      </p:sp>
      <p:sp>
        <p:nvSpPr>
          <p:cNvPr id="461" name="Text Placeholder 5"/>
          <p:cNvSpPr>
            <a:spLocks noGrp="true"/>
          </p:cNvSpPr>
          <p:nvPr>
            <p:ph type="body" sz="quarter" idx="38" hasCustomPrompt="true"/>
          </p:nvPr>
        </p:nvSpPr>
        <p:spPr>
          <a:xfrm>
            <a:off x="8136469" y="4414214"/>
            <a:ext cx="3555049" cy="759218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lang="zh-TW" altLang="en-US" sz="2800" b="true" i="false" kern="1200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en-US" altLang="zh-TW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zh-TW" altLang="en-US" noProof="false"/>
          </a:p>
          <a:p>
            <a:pPr marL="0" lvl="0" indent="0" algn="l" defTabSz="914400" rtl="false" eaLnBrk="true" latinLnBrk="false" hangingPunct="true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noProof="false"/>
          </a:p>
        </p:txBody>
      </p:sp>
      <p:sp>
        <p:nvSpPr>
          <p:cNvPr id="462" name="Text Placeholder 12"/>
          <p:cNvSpPr>
            <a:spLocks noGrp="true"/>
          </p:cNvSpPr>
          <p:nvPr>
            <p:ph type="body" sz="quarter" idx="39" hasCustomPrompt="true"/>
          </p:nvPr>
        </p:nvSpPr>
        <p:spPr>
          <a:xfrm>
            <a:off x="8136469" y="5323351"/>
            <a:ext cx="3555049" cy="75921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00" b="false" i="false" kern="1200" cap="none" spc="0" baseline="0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lang="en-GB" sz="1200" kern="1200" dirty="fals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noProof="false"/>
              <a:t>请输入正文内容</a:t>
            </a:r>
            <a:endParaRPr lang="zh-CN" altLang="en-US" noProof="false"/>
          </a:p>
        </p:txBody>
      </p: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p="http://schemas.openxmlformats.org/presentationml/2006/main">
  <p:cSld name="Content blocks 4 column 2">
    <p:spTree>
      <p:nvGrpSpPr>
        <p:cNvPr id="46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465" name="Text Placeholder 10"/>
          <p:cNvSpPr>
            <a:spLocks noGrp="true"/>
          </p:cNvSpPr>
          <p:nvPr>
            <p:ph type="body" sz="quarter" idx="19" hasCustomPrompt="true"/>
          </p:nvPr>
        </p:nvSpPr>
        <p:spPr>
          <a:xfrm>
            <a:off x="498475" y="5128696"/>
            <a:ext cx="2590148" cy="856484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lang="en-US" altLang="zh-CN" sz="20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  <a:lvl2pPr marL="457200" indent="0">
              <a:lnSpc>
                <a:spcPct val="80000"/>
              </a:lnSpc>
              <a:spcBef>
                <a:spcPts val="0"/>
              </a:spcBef>
              <a:buNone/>
              <a:defRPr sz="2400" b="false" i="false" spc="-50" baseline="0">
                <a:latin typeface="Noto Sans S Chinese Regular" panose="020B0500000000000000" pitchFamily="34" charset="-128"/>
              </a:defRPr>
            </a:lvl2pPr>
          </a:lstStyle>
          <a:p>
            <a:pPr marL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noProof="false" err="true"/>
              <a:t>请输入标题</a:t>
            </a:r>
            <a:endParaRPr lang="en-US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请输入标题</a:t>
            </a:r>
            <a:endParaRPr lang="en-US" altLang="zh-CN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请输入标题</a:t>
            </a:r>
            <a:endParaRPr lang="en-US" altLang="zh-CN" noProof="false"/>
          </a:p>
        </p:txBody>
      </p:sp>
      <p:sp>
        <p:nvSpPr>
          <p:cNvPr id="466" name="Text Placeholder 8"/>
          <p:cNvSpPr>
            <a:spLocks noGrp="true"/>
          </p:cNvSpPr>
          <p:nvPr>
            <p:ph type="body" sz="quarter" idx="21" hasCustomPrompt="true"/>
          </p:nvPr>
        </p:nvSpPr>
        <p:spPr>
          <a:xfrm>
            <a:off x="506640" y="4250254"/>
            <a:ext cx="2594650" cy="756000"/>
          </a:xfrm>
        </p:spPr>
        <p:txBody>
          <a:bodyPr>
            <a:noAutofit/>
          </a:bodyPr>
          <a:lstStyle>
            <a:lvl1pPr marL="0" indent="0">
              <a:buNone/>
              <a:defRPr lang="en-US" sz="4400" b="true" i="false" kern="1200" noProof="false" dirty="false">
                <a:solidFill>
                  <a:srgbClr val="FF6200"/>
                </a:solidFill>
                <a:latin typeface="+mj-lt"/>
                <a:ea typeface="Noto Sans S Chinese Regular" panose="020B0500000000000000" pitchFamily="34" charset="-128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noProof="false"/>
              <a:t>#$%</a:t>
            </a:r>
            <a:endParaRPr lang="en-US" noProof="false"/>
          </a:p>
        </p:txBody>
      </p:sp>
      <p:sp>
        <p:nvSpPr>
          <p:cNvPr id="467" name="Picture Placeholder 7"/>
          <p:cNvSpPr>
            <a:spLocks noGrp="true"/>
          </p:cNvSpPr>
          <p:nvPr>
            <p:ph type="pic" sz="quarter" idx="15" hasCustomPrompt="true"/>
          </p:nvPr>
        </p:nvSpPr>
        <p:spPr>
          <a:xfrm>
            <a:off x="507365" y="936574"/>
            <a:ext cx="2594650" cy="2825198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noProof="false" err="true"/>
              <a:t>单击插入图片</a:t>
            </a:r>
            <a:endParaRPr lang="en-US" noProof="false"/>
          </a:p>
        </p:txBody>
      </p:sp>
      <p:sp>
        <p:nvSpPr>
          <p:cNvPr id="468" name="Picture Placeholder 7"/>
          <p:cNvSpPr>
            <a:spLocks noGrp="true"/>
          </p:cNvSpPr>
          <p:nvPr>
            <p:ph type="pic" sz="quarter" idx="20" hasCustomPrompt="true"/>
          </p:nvPr>
        </p:nvSpPr>
        <p:spPr>
          <a:xfrm>
            <a:off x="3393400" y="936574"/>
            <a:ext cx="2594650" cy="2825198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单击插入图片</a:t>
            </a:r>
            <a:endParaRPr lang="en-US" altLang="zh-CN" noProof="false"/>
          </a:p>
        </p:txBody>
      </p:sp>
      <p:sp>
        <p:nvSpPr>
          <p:cNvPr id="469" name="Picture Placeholder 7"/>
          <p:cNvSpPr>
            <a:spLocks noGrp="true"/>
          </p:cNvSpPr>
          <p:nvPr>
            <p:ph type="pic" sz="quarter" idx="22" hasCustomPrompt="true"/>
          </p:nvPr>
        </p:nvSpPr>
        <p:spPr>
          <a:xfrm>
            <a:off x="6203950" y="936574"/>
            <a:ext cx="2594650" cy="2825198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单击插入图片</a:t>
            </a:r>
            <a:endParaRPr lang="en-US" altLang="zh-CN" noProof="false"/>
          </a:p>
        </p:txBody>
      </p:sp>
      <p:sp>
        <p:nvSpPr>
          <p:cNvPr id="470" name="Picture Placeholder 7"/>
          <p:cNvSpPr>
            <a:spLocks noGrp="true"/>
          </p:cNvSpPr>
          <p:nvPr>
            <p:ph type="pic" sz="quarter" idx="31" hasCustomPrompt="true"/>
          </p:nvPr>
        </p:nvSpPr>
        <p:spPr>
          <a:xfrm>
            <a:off x="9089985" y="936574"/>
            <a:ext cx="2594650" cy="2825198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单击插入图片</a:t>
            </a:r>
            <a:endParaRPr lang="en-US" altLang="zh-CN" noProof="false"/>
          </a:p>
        </p:txBody>
      </p:sp>
      <p:sp>
        <p:nvSpPr>
          <p:cNvPr id="471" name="Text Placeholder 10"/>
          <p:cNvSpPr>
            <a:spLocks noGrp="true"/>
          </p:cNvSpPr>
          <p:nvPr>
            <p:ph type="body" sz="quarter" idx="33" hasCustomPrompt="true"/>
          </p:nvPr>
        </p:nvSpPr>
        <p:spPr>
          <a:xfrm>
            <a:off x="3393400" y="5128696"/>
            <a:ext cx="2590148" cy="856484"/>
          </a:xfrm>
        </p:spPr>
        <p:txBody>
          <a:bodyPr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lang="en-US" altLang="zh-CN" sz="20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  <a:lvl2pPr marL="457200" indent="0">
              <a:lnSpc>
                <a:spcPct val="80000"/>
              </a:lnSpc>
              <a:spcBef>
                <a:spcPts val="0"/>
              </a:spcBef>
              <a:buNone/>
              <a:defRPr sz="2400" b="false" i="false" spc="-50" baseline="0">
                <a:latin typeface="Noto Sans S Chinese Regular" panose="020B0500000000000000" pitchFamily="34" charset="-128"/>
              </a:defRPr>
            </a:lvl2pPr>
          </a:lstStyle>
          <a:p>
            <a:pPr marL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请输入标题</a:t>
            </a:r>
            <a:endParaRPr lang="en-US" altLang="zh-CN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请输入标题</a:t>
            </a:r>
            <a:endParaRPr lang="en-US" altLang="zh-CN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请输入标题</a:t>
            </a:r>
            <a:endParaRPr lang="en-US" altLang="zh-CN" noProof="false"/>
          </a:p>
        </p:txBody>
      </p:sp>
      <p:sp>
        <p:nvSpPr>
          <p:cNvPr id="472" name="Text Placeholder 8"/>
          <p:cNvSpPr>
            <a:spLocks noGrp="true"/>
          </p:cNvSpPr>
          <p:nvPr>
            <p:ph type="body" sz="quarter" idx="34" hasCustomPrompt="true"/>
          </p:nvPr>
        </p:nvSpPr>
        <p:spPr>
          <a:xfrm>
            <a:off x="3401565" y="4250254"/>
            <a:ext cx="2594650" cy="756000"/>
          </a:xfrm>
        </p:spPr>
        <p:txBody>
          <a:bodyPr>
            <a:noAutofit/>
          </a:bodyPr>
          <a:lstStyle>
            <a:lvl1pPr marL="0" indent="0">
              <a:buNone/>
              <a:defRPr lang="en-US" sz="4400" b="true" i="false" kern="1200" noProof="false" dirty="false">
                <a:solidFill>
                  <a:srgbClr val="FF6200"/>
                </a:solidFill>
                <a:latin typeface="+mj-lt"/>
                <a:ea typeface="Noto Sans S Chinese Regular" panose="020B0500000000000000" pitchFamily="34" charset="-128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noProof="false"/>
              <a:t>#$%</a:t>
            </a:r>
            <a:endParaRPr lang="en-US" noProof="false"/>
          </a:p>
        </p:txBody>
      </p:sp>
      <p:sp>
        <p:nvSpPr>
          <p:cNvPr id="473" name="Text Placeholder 10"/>
          <p:cNvSpPr>
            <a:spLocks noGrp="true"/>
          </p:cNvSpPr>
          <p:nvPr>
            <p:ph type="body" sz="quarter" idx="35" hasCustomPrompt="true"/>
          </p:nvPr>
        </p:nvSpPr>
        <p:spPr>
          <a:xfrm>
            <a:off x="6203950" y="5128696"/>
            <a:ext cx="2590148" cy="856484"/>
          </a:xfrm>
        </p:spPr>
        <p:txBody>
          <a:bodyPr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lang="en-US" altLang="zh-CN" sz="20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  <a:lvl2pPr marL="457200" indent="0">
              <a:lnSpc>
                <a:spcPct val="80000"/>
              </a:lnSpc>
              <a:spcBef>
                <a:spcPts val="0"/>
              </a:spcBef>
              <a:buNone/>
              <a:defRPr sz="2400" b="false" i="false" spc="-50" baseline="0">
                <a:latin typeface="Noto Sans S Chinese Regular" panose="020B0500000000000000" pitchFamily="34" charset="-128"/>
              </a:defRPr>
            </a:lvl2pPr>
          </a:lstStyle>
          <a:p>
            <a:pPr marL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请输入标题</a:t>
            </a:r>
            <a:endParaRPr lang="en-US" altLang="zh-CN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请输入标题</a:t>
            </a:r>
            <a:endParaRPr lang="en-US" altLang="zh-CN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请输入标题</a:t>
            </a:r>
            <a:endParaRPr lang="en-US" altLang="zh-CN" noProof="false"/>
          </a:p>
        </p:txBody>
      </p:sp>
      <p:sp>
        <p:nvSpPr>
          <p:cNvPr id="474" name="Text Placeholder 8"/>
          <p:cNvSpPr>
            <a:spLocks noGrp="true"/>
          </p:cNvSpPr>
          <p:nvPr>
            <p:ph type="body" sz="quarter" idx="36" hasCustomPrompt="true"/>
          </p:nvPr>
        </p:nvSpPr>
        <p:spPr>
          <a:xfrm>
            <a:off x="6212115" y="4250254"/>
            <a:ext cx="2594650" cy="756000"/>
          </a:xfrm>
        </p:spPr>
        <p:txBody>
          <a:bodyPr>
            <a:noAutofit/>
          </a:bodyPr>
          <a:lstStyle>
            <a:lvl1pPr marL="0" indent="0">
              <a:buNone/>
              <a:defRPr lang="en-US" sz="4400" b="true" i="false" kern="1200" noProof="false" dirty="false">
                <a:solidFill>
                  <a:srgbClr val="FF6200"/>
                </a:solidFill>
                <a:latin typeface="+mj-lt"/>
                <a:ea typeface="Noto Sans S Chinese Regular" panose="020B0500000000000000" pitchFamily="34" charset="-128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noProof="false"/>
              <a:t>#$%</a:t>
            </a:r>
            <a:endParaRPr lang="en-US" noProof="false"/>
          </a:p>
        </p:txBody>
      </p:sp>
      <p:sp>
        <p:nvSpPr>
          <p:cNvPr id="475" name="Text Placeholder 10"/>
          <p:cNvSpPr>
            <a:spLocks noGrp="true"/>
          </p:cNvSpPr>
          <p:nvPr>
            <p:ph type="body" sz="quarter" idx="37" hasCustomPrompt="true"/>
          </p:nvPr>
        </p:nvSpPr>
        <p:spPr>
          <a:xfrm>
            <a:off x="9089985" y="5128696"/>
            <a:ext cx="2590148" cy="856484"/>
          </a:xfrm>
        </p:spPr>
        <p:txBody>
          <a:bodyPr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lang="en-US" altLang="zh-CN" sz="20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  <a:lvl2pPr marL="457200" indent="0">
              <a:lnSpc>
                <a:spcPct val="80000"/>
              </a:lnSpc>
              <a:spcBef>
                <a:spcPts val="0"/>
              </a:spcBef>
              <a:buNone/>
              <a:defRPr sz="2400" b="false" i="false" spc="-50" baseline="0">
                <a:latin typeface="Noto Sans S Chinese Regular" panose="020B0500000000000000" pitchFamily="34" charset="-128"/>
              </a:defRPr>
            </a:lvl2pPr>
          </a:lstStyle>
          <a:p>
            <a:pPr marL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请输入标题</a:t>
            </a:r>
            <a:endParaRPr lang="en-US" altLang="zh-CN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请输入标题</a:t>
            </a:r>
            <a:endParaRPr lang="en-US" altLang="zh-CN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请输入标题</a:t>
            </a:r>
            <a:endParaRPr lang="en-US" altLang="zh-CN" noProof="false"/>
          </a:p>
        </p:txBody>
      </p:sp>
      <p:sp>
        <p:nvSpPr>
          <p:cNvPr id="476" name="Text Placeholder 8"/>
          <p:cNvSpPr>
            <a:spLocks noGrp="true"/>
          </p:cNvSpPr>
          <p:nvPr>
            <p:ph type="body" sz="quarter" idx="38" hasCustomPrompt="true"/>
          </p:nvPr>
        </p:nvSpPr>
        <p:spPr>
          <a:xfrm>
            <a:off x="9098150" y="4250254"/>
            <a:ext cx="2594650" cy="756000"/>
          </a:xfrm>
        </p:spPr>
        <p:txBody>
          <a:bodyPr>
            <a:noAutofit/>
          </a:bodyPr>
          <a:lstStyle>
            <a:lvl1pPr marL="0" indent="0">
              <a:buNone/>
              <a:defRPr lang="en-US" sz="4400" b="true" i="false" kern="1200" noProof="false" dirty="false">
                <a:solidFill>
                  <a:srgbClr val="FF6200"/>
                </a:solidFill>
                <a:latin typeface="+mj-lt"/>
                <a:ea typeface="Noto Sans S Chinese Regular" panose="020B0500000000000000" pitchFamily="34" charset="-128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noProof="false"/>
              <a:t>#$%</a:t>
            </a:r>
            <a:endParaRPr lang="en-US" noProof="false"/>
          </a:p>
        </p:txBody>
      </p:sp>
      <p:sp>
        <p:nvSpPr>
          <p:cNvPr id="477" name="Text Placeholder 8"/>
          <p:cNvSpPr>
            <a:spLocks noGrp="true"/>
          </p:cNvSpPr>
          <p:nvPr>
            <p:ph type="body" sz="quarter" idx="23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altLang="zh-CN" noProof="false" err="true"/>
              <a:t>来源</a:t>
            </a:r>
            <a:r>
              <a:rPr lang="zh-CN" altLang="en-US" noProof="false"/>
              <a:t>：</a:t>
            </a:r>
            <a:endParaRPr lang="en-US" altLang="zh-CN" noProof="false"/>
          </a:p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p="http://schemas.openxmlformats.org/presentationml/2006/main">
  <p:cSld name="2_Content blocks 4 column 3">
    <p:spTree>
      <p:nvGrpSpPr>
        <p:cNvPr id="47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480" name="Picture Placeholder 7"/>
          <p:cNvSpPr>
            <a:spLocks noGrp="true"/>
          </p:cNvSpPr>
          <p:nvPr>
            <p:ph type="pic" sz="quarter" idx="15" hasCustomPrompt="true"/>
          </p:nvPr>
        </p:nvSpPr>
        <p:spPr>
          <a:xfrm>
            <a:off x="507365" y="936574"/>
            <a:ext cx="2594650" cy="2825198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单击插入图片</a:t>
            </a:r>
            <a:endParaRPr lang="en-US" altLang="zh-CN" noProof="false"/>
          </a:p>
        </p:txBody>
      </p:sp>
      <p:sp>
        <p:nvSpPr>
          <p:cNvPr id="481" name="Picture Placeholder 7"/>
          <p:cNvSpPr>
            <a:spLocks noGrp="true"/>
          </p:cNvSpPr>
          <p:nvPr>
            <p:ph type="pic" sz="quarter" idx="24" hasCustomPrompt="true"/>
          </p:nvPr>
        </p:nvSpPr>
        <p:spPr>
          <a:xfrm>
            <a:off x="3393400" y="936574"/>
            <a:ext cx="2594650" cy="2825198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单击插入图片</a:t>
            </a:r>
            <a:endParaRPr lang="en-US" altLang="zh-CN" noProof="false"/>
          </a:p>
        </p:txBody>
      </p:sp>
      <p:sp>
        <p:nvSpPr>
          <p:cNvPr id="482" name="Picture Placeholder 7"/>
          <p:cNvSpPr>
            <a:spLocks noGrp="true"/>
          </p:cNvSpPr>
          <p:nvPr>
            <p:ph type="pic" sz="quarter" idx="22" hasCustomPrompt="true"/>
          </p:nvPr>
        </p:nvSpPr>
        <p:spPr>
          <a:xfrm>
            <a:off x="6203950" y="936574"/>
            <a:ext cx="2594650" cy="2825198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单击插入图片</a:t>
            </a:r>
            <a:endParaRPr lang="en-US" altLang="zh-CN" noProof="false"/>
          </a:p>
        </p:txBody>
      </p:sp>
      <p:sp>
        <p:nvSpPr>
          <p:cNvPr id="483" name="Picture Placeholder 7"/>
          <p:cNvSpPr>
            <a:spLocks noGrp="true"/>
          </p:cNvSpPr>
          <p:nvPr>
            <p:ph type="pic" sz="quarter" idx="26" hasCustomPrompt="true"/>
          </p:nvPr>
        </p:nvSpPr>
        <p:spPr>
          <a:xfrm>
            <a:off x="9089985" y="936574"/>
            <a:ext cx="2594650" cy="2825198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单击插入图片</a:t>
            </a:r>
            <a:endParaRPr lang="en-US" altLang="zh-CN" noProof="false"/>
          </a:p>
        </p:txBody>
      </p:sp>
      <p:sp>
        <p:nvSpPr>
          <p:cNvPr id="484" name="Text Placeholder 8"/>
          <p:cNvSpPr>
            <a:spLocks noGrp="true"/>
          </p:cNvSpPr>
          <p:nvPr>
            <p:ph type="body" sz="quarter" idx="23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altLang="zh-CN" noProof="false" err="true"/>
              <a:t>来源</a:t>
            </a:r>
            <a:r>
              <a:rPr lang="zh-CN" altLang="en-US" noProof="false"/>
              <a:t>：</a:t>
            </a:r>
            <a:endParaRPr lang="en-US" altLang="zh-CN" noProof="false"/>
          </a:p>
        </p:txBody>
      </p:sp>
      <p:sp>
        <p:nvSpPr>
          <p:cNvPr id="485" name="Text Placeholder 12"/>
          <p:cNvSpPr>
            <a:spLocks noGrp="true"/>
          </p:cNvSpPr>
          <p:nvPr>
            <p:ph type="body" sz="quarter" idx="31" hasCustomPrompt="true"/>
          </p:nvPr>
        </p:nvSpPr>
        <p:spPr>
          <a:xfrm>
            <a:off x="498473" y="4218148"/>
            <a:ext cx="2603539" cy="1369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lang="en-US" sz="1100" b="false" i="false" kern="1200" cap="all" spc="150" baseline="0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sz="1200"/>
            </a:lvl3pPr>
          </a:lstStyle>
          <a:p>
            <a:pPr lvl="0"/>
            <a:r>
              <a:rPr lang="en-US" noProof="false" err="true"/>
              <a:t>请输入副标题</a:t>
            </a:r>
            <a:endParaRPr lang="en-US" noProof="false"/>
          </a:p>
        </p:txBody>
      </p:sp>
      <p:sp>
        <p:nvSpPr>
          <p:cNvPr id="486" name="Text Placeholder 5"/>
          <p:cNvSpPr>
            <a:spLocks noGrp="true"/>
          </p:cNvSpPr>
          <p:nvPr>
            <p:ph type="body" sz="quarter" idx="32" hasCustomPrompt="true"/>
          </p:nvPr>
        </p:nvSpPr>
        <p:spPr>
          <a:xfrm>
            <a:off x="496462" y="4414213"/>
            <a:ext cx="2603539" cy="1171447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lang="en-US" altLang="zh-CN" sz="28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请输入标题</a:t>
            </a:r>
            <a:endParaRPr lang="en-US" altLang="zh-CN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请输入标题</a:t>
            </a:r>
            <a:endParaRPr lang="en-US" altLang="zh-CN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请输入标题</a:t>
            </a:r>
            <a:endParaRPr lang="en-US" altLang="zh-CN" noProof="false"/>
          </a:p>
        </p:txBody>
      </p:sp>
      <p:sp>
        <p:nvSpPr>
          <p:cNvPr id="487" name="Text Placeholder 12"/>
          <p:cNvSpPr>
            <a:spLocks noGrp="true"/>
          </p:cNvSpPr>
          <p:nvPr>
            <p:ph type="body" sz="quarter" idx="34" hasCustomPrompt="true"/>
          </p:nvPr>
        </p:nvSpPr>
        <p:spPr>
          <a:xfrm>
            <a:off x="3395411" y="4218148"/>
            <a:ext cx="2603539" cy="1369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lang="en-US" sz="1100" b="false" i="false" kern="1200" cap="all" spc="150" baseline="0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sz="1200"/>
            </a:lvl3pPr>
          </a:lstStyle>
          <a:p>
            <a:pPr lvl="0"/>
            <a:r>
              <a:rPr lang="en-US" noProof="false" err="true"/>
              <a:t>请输入副标题</a:t>
            </a:r>
            <a:endParaRPr lang="en-US" noProof="false"/>
          </a:p>
        </p:txBody>
      </p:sp>
      <p:sp>
        <p:nvSpPr>
          <p:cNvPr id="488" name="Text Placeholder 5"/>
          <p:cNvSpPr>
            <a:spLocks noGrp="true"/>
          </p:cNvSpPr>
          <p:nvPr>
            <p:ph type="body" sz="quarter" idx="35" hasCustomPrompt="true"/>
          </p:nvPr>
        </p:nvSpPr>
        <p:spPr>
          <a:xfrm>
            <a:off x="3393400" y="4414214"/>
            <a:ext cx="2603539" cy="1171446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lang="en-US" altLang="zh-CN" sz="28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请输入标题</a:t>
            </a:r>
            <a:endParaRPr lang="en-US" altLang="zh-CN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请输入标题</a:t>
            </a:r>
            <a:endParaRPr lang="en-US" altLang="zh-CN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请输入标题</a:t>
            </a:r>
            <a:endParaRPr lang="en-US" altLang="zh-CN" noProof="false"/>
          </a:p>
        </p:txBody>
      </p:sp>
      <p:sp>
        <p:nvSpPr>
          <p:cNvPr id="489" name="Text Placeholder 12"/>
          <p:cNvSpPr>
            <a:spLocks noGrp="true"/>
          </p:cNvSpPr>
          <p:nvPr>
            <p:ph type="body" sz="quarter" idx="37" hasCustomPrompt="true"/>
          </p:nvPr>
        </p:nvSpPr>
        <p:spPr>
          <a:xfrm>
            <a:off x="6205961" y="4218148"/>
            <a:ext cx="2603539" cy="1369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lang="en-US" sz="1100" b="false" i="false" kern="1200" cap="all" spc="150" baseline="0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sz="1200"/>
            </a:lvl3pPr>
          </a:lstStyle>
          <a:p>
            <a:pPr lvl="0"/>
            <a:r>
              <a:rPr lang="en-US" altLang="zh-CN" noProof="false" err="true"/>
              <a:t>请输入副标题</a:t>
            </a:r>
            <a:endParaRPr lang="en-US" altLang="zh-CN" noProof="false"/>
          </a:p>
        </p:txBody>
      </p:sp>
      <p:sp>
        <p:nvSpPr>
          <p:cNvPr id="490" name="Text Placeholder 5"/>
          <p:cNvSpPr>
            <a:spLocks noGrp="true"/>
          </p:cNvSpPr>
          <p:nvPr>
            <p:ph type="body" sz="quarter" idx="38" hasCustomPrompt="true"/>
          </p:nvPr>
        </p:nvSpPr>
        <p:spPr>
          <a:xfrm>
            <a:off x="6203950" y="4414213"/>
            <a:ext cx="2603539" cy="117144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lang="en-US" altLang="zh-CN" sz="28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请输入标题</a:t>
            </a:r>
            <a:endParaRPr lang="en-US" altLang="zh-CN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请输入标题</a:t>
            </a:r>
            <a:endParaRPr lang="en-US" altLang="zh-CN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请输入标题</a:t>
            </a:r>
            <a:endParaRPr lang="en-US" altLang="zh-CN" noProof="false"/>
          </a:p>
        </p:txBody>
      </p:sp>
      <p:sp>
        <p:nvSpPr>
          <p:cNvPr id="491" name="Text Placeholder 12"/>
          <p:cNvSpPr>
            <a:spLocks noGrp="true"/>
          </p:cNvSpPr>
          <p:nvPr>
            <p:ph type="body" sz="quarter" idx="40" hasCustomPrompt="true"/>
          </p:nvPr>
        </p:nvSpPr>
        <p:spPr>
          <a:xfrm>
            <a:off x="9089988" y="4218148"/>
            <a:ext cx="2603539" cy="1369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lang="en-US" sz="1100" b="false" i="false" kern="1200" cap="all" spc="150" baseline="0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sz="1200"/>
            </a:lvl3pPr>
          </a:lstStyle>
          <a:p>
            <a:pPr lvl="0"/>
            <a:r>
              <a:rPr lang="en-US" altLang="zh-CN" noProof="false" err="true"/>
              <a:t>请输入副标题</a:t>
            </a:r>
            <a:endParaRPr lang="en-US" altLang="zh-CN" noProof="false"/>
          </a:p>
        </p:txBody>
      </p:sp>
      <p:sp>
        <p:nvSpPr>
          <p:cNvPr id="492" name="Text Placeholder 5"/>
          <p:cNvSpPr>
            <a:spLocks noGrp="true"/>
          </p:cNvSpPr>
          <p:nvPr>
            <p:ph type="body" sz="quarter" idx="41" hasCustomPrompt="true"/>
          </p:nvPr>
        </p:nvSpPr>
        <p:spPr>
          <a:xfrm>
            <a:off x="9087977" y="4414214"/>
            <a:ext cx="2603539" cy="1171444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lang="en-US" altLang="zh-CN" sz="28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请输入标题</a:t>
            </a:r>
            <a:endParaRPr lang="en-US" altLang="zh-CN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请输入标题</a:t>
            </a:r>
            <a:endParaRPr lang="en-US" altLang="zh-CN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请输入标题</a:t>
            </a:r>
            <a:endParaRPr lang="en-US" altLang="zh-CN" noProof="false"/>
          </a:p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p="http://schemas.openxmlformats.org/presentationml/2006/main">
  <p:cSld name="Content blocks 4 column 3">
    <p:spTree>
      <p:nvGrpSpPr>
        <p:cNvPr id="49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500" name="Picture Placeholder 7"/>
          <p:cNvSpPr>
            <a:spLocks noGrp="true"/>
          </p:cNvSpPr>
          <p:nvPr>
            <p:ph type="pic" sz="quarter" idx="15" hasCustomPrompt="true"/>
          </p:nvPr>
        </p:nvSpPr>
        <p:spPr>
          <a:xfrm>
            <a:off x="507365" y="936574"/>
            <a:ext cx="2594650" cy="2825198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单击插入图片</a:t>
            </a:r>
            <a:endParaRPr lang="en-US" altLang="zh-CN" noProof="false"/>
          </a:p>
        </p:txBody>
      </p:sp>
      <p:sp>
        <p:nvSpPr>
          <p:cNvPr id="501" name="Picture Placeholder 7"/>
          <p:cNvSpPr>
            <a:spLocks noGrp="true"/>
          </p:cNvSpPr>
          <p:nvPr>
            <p:ph type="pic" sz="quarter" idx="24" hasCustomPrompt="true"/>
          </p:nvPr>
        </p:nvSpPr>
        <p:spPr>
          <a:xfrm>
            <a:off x="3393400" y="936574"/>
            <a:ext cx="2594650" cy="2825198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单击插入图片</a:t>
            </a:r>
            <a:endParaRPr lang="en-US" altLang="zh-CN" noProof="false"/>
          </a:p>
        </p:txBody>
      </p:sp>
      <p:sp>
        <p:nvSpPr>
          <p:cNvPr id="502" name="Picture Placeholder 7"/>
          <p:cNvSpPr>
            <a:spLocks noGrp="true"/>
          </p:cNvSpPr>
          <p:nvPr>
            <p:ph type="pic" sz="quarter" idx="22" hasCustomPrompt="true"/>
          </p:nvPr>
        </p:nvSpPr>
        <p:spPr>
          <a:xfrm>
            <a:off x="6203950" y="936574"/>
            <a:ext cx="2594650" cy="2825198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单击插入图片</a:t>
            </a:r>
            <a:endParaRPr lang="en-US" altLang="zh-CN" noProof="false"/>
          </a:p>
        </p:txBody>
      </p:sp>
      <p:sp>
        <p:nvSpPr>
          <p:cNvPr id="503" name="Picture Placeholder 7"/>
          <p:cNvSpPr>
            <a:spLocks noGrp="true"/>
          </p:cNvSpPr>
          <p:nvPr>
            <p:ph type="pic" sz="quarter" idx="26" hasCustomPrompt="true"/>
          </p:nvPr>
        </p:nvSpPr>
        <p:spPr>
          <a:xfrm>
            <a:off x="9089985" y="936574"/>
            <a:ext cx="2594650" cy="2825198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单击插入图片</a:t>
            </a:r>
            <a:endParaRPr lang="en-US" altLang="zh-CN" noProof="false"/>
          </a:p>
        </p:txBody>
      </p:sp>
      <p:sp>
        <p:nvSpPr>
          <p:cNvPr id="504" name="Text Placeholder 8"/>
          <p:cNvSpPr>
            <a:spLocks noGrp="true"/>
          </p:cNvSpPr>
          <p:nvPr>
            <p:ph type="body" sz="quarter" idx="23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altLang="zh-CN" noProof="false" err="true"/>
              <a:t>来源</a:t>
            </a:r>
            <a:r>
              <a:rPr lang="zh-CN" altLang="en-US" noProof="false"/>
              <a:t>：</a:t>
            </a:r>
            <a:endParaRPr lang="en-US" altLang="zh-CN" noProof="false"/>
          </a:p>
        </p:txBody>
      </p:sp>
      <p:sp>
        <p:nvSpPr>
          <p:cNvPr id="505" name="Text Placeholder 12"/>
          <p:cNvSpPr>
            <a:spLocks noGrp="true"/>
          </p:cNvSpPr>
          <p:nvPr>
            <p:ph type="body" sz="quarter" idx="31" hasCustomPrompt="true"/>
          </p:nvPr>
        </p:nvSpPr>
        <p:spPr>
          <a:xfrm>
            <a:off x="498473" y="4218148"/>
            <a:ext cx="2603539" cy="1369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lang="en-US" sz="1100" b="false" i="false" kern="1200" cap="all" spc="150" baseline="0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sz="1200"/>
            </a:lvl3pPr>
          </a:lstStyle>
          <a:p>
            <a:pPr lvl="0"/>
            <a:r>
              <a:rPr lang="en-US" noProof="false" err="true"/>
              <a:t>请输入副标题</a:t>
            </a:r>
            <a:endParaRPr lang="en-US" noProof="false"/>
          </a:p>
        </p:txBody>
      </p:sp>
      <p:sp>
        <p:nvSpPr>
          <p:cNvPr id="506" name="Text Placeholder 5"/>
          <p:cNvSpPr>
            <a:spLocks noGrp="true"/>
          </p:cNvSpPr>
          <p:nvPr>
            <p:ph type="body" sz="quarter" idx="32" hasCustomPrompt="true"/>
          </p:nvPr>
        </p:nvSpPr>
        <p:spPr>
          <a:xfrm>
            <a:off x="496462" y="4414214"/>
            <a:ext cx="2603539" cy="759218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lang="en-US" altLang="zh-TW" sz="28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noProof="false" err="true"/>
              <a:t>请输入标题</a:t>
            </a:r>
            <a:endParaRPr lang="en-US" noProof="false"/>
          </a:p>
          <a:p>
            <a:pPr marL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noProof="false" err="true"/>
              <a:t>请输入标题</a:t>
            </a:r>
            <a:endParaRPr lang="en-US" noProof="false"/>
          </a:p>
        </p:txBody>
      </p:sp>
      <p:sp>
        <p:nvSpPr>
          <p:cNvPr id="507" name="Text Placeholder 12"/>
          <p:cNvSpPr>
            <a:spLocks noGrp="true"/>
          </p:cNvSpPr>
          <p:nvPr>
            <p:ph type="body" sz="quarter" idx="33" hasCustomPrompt="true"/>
          </p:nvPr>
        </p:nvSpPr>
        <p:spPr>
          <a:xfrm>
            <a:off x="496462" y="5323351"/>
            <a:ext cx="2603539" cy="759219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lang="en-US" sz="1200" b="false" i="false" kern="1200" cap="none" spc="0" baseline="0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lang="en-GB" sz="1200" kern="1200" dirty="fals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noProof="false" err="true"/>
              <a:t>请输入正文内容</a:t>
            </a:r>
            <a:endParaRPr lang="en-US" noProof="false"/>
          </a:p>
        </p:txBody>
      </p:sp>
      <p:sp>
        <p:nvSpPr>
          <p:cNvPr id="508" name="Text Placeholder 12"/>
          <p:cNvSpPr>
            <a:spLocks noGrp="true"/>
          </p:cNvSpPr>
          <p:nvPr>
            <p:ph type="body" sz="quarter" idx="34" hasCustomPrompt="true"/>
          </p:nvPr>
        </p:nvSpPr>
        <p:spPr>
          <a:xfrm>
            <a:off x="3395411" y="4218148"/>
            <a:ext cx="2603539" cy="1369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lang="en-US" sz="1100" b="false" i="false" kern="1200" cap="all" spc="150" baseline="0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sz="1200"/>
            </a:lvl3pPr>
          </a:lstStyle>
          <a:p>
            <a:pPr lvl="0"/>
            <a:r>
              <a:rPr lang="en-US" noProof="false" err="true"/>
              <a:t>请输入副标题</a:t>
            </a:r>
            <a:endParaRPr lang="en-US" noProof="false"/>
          </a:p>
        </p:txBody>
      </p:sp>
      <p:sp>
        <p:nvSpPr>
          <p:cNvPr id="509" name="Text Placeholder 5"/>
          <p:cNvSpPr>
            <a:spLocks noGrp="true"/>
          </p:cNvSpPr>
          <p:nvPr>
            <p:ph type="body" sz="quarter" idx="35" hasCustomPrompt="true"/>
          </p:nvPr>
        </p:nvSpPr>
        <p:spPr>
          <a:xfrm>
            <a:off x="3393400" y="4414214"/>
            <a:ext cx="2603539" cy="759218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lang="en-US" altLang="zh-TW" sz="28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请输入标题</a:t>
            </a:r>
            <a:endParaRPr lang="en-US" altLang="zh-CN" noProof="false"/>
          </a:p>
          <a:p>
            <a:pPr marL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请输入标题</a:t>
            </a:r>
            <a:endParaRPr lang="en-US" altLang="zh-CN" noProof="false"/>
          </a:p>
        </p:txBody>
      </p:sp>
      <p:sp>
        <p:nvSpPr>
          <p:cNvPr id="510" name="Text Placeholder 12"/>
          <p:cNvSpPr>
            <a:spLocks noGrp="true"/>
          </p:cNvSpPr>
          <p:nvPr>
            <p:ph type="body" sz="quarter" idx="36" hasCustomPrompt="true"/>
          </p:nvPr>
        </p:nvSpPr>
        <p:spPr>
          <a:xfrm>
            <a:off x="3393400" y="5323351"/>
            <a:ext cx="2603539" cy="759219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lang="en-US" sz="1200" b="false" i="false" kern="1200" cap="none" spc="0" baseline="0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lang="en-GB" sz="1200" kern="1200" dirty="fals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请输入正文内容</a:t>
            </a:r>
            <a:endParaRPr lang="en-US" altLang="zh-CN" noProof="false"/>
          </a:p>
        </p:txBody>
      </p:sp>
      <p:sp>
        <p:nvSpPr>
          <p:cNvPr id="511" name="Text Placeholder 12"/>
          <p:cNvSpPr>
            <a:spLocks noGrp="true"/>
          </p:cNvSpPr>
          <p:nvPr>
            <p:ph type="body" sz="quarter" idx="37" hasCustomPrompt="true"/>
          </p:nvPr>
        </p:nvSpPr>
        <p:spPr>
          <a:xfrm>
            <a:off x="6205961" y="4218148"/>
            <a:ext cx="2603539" cy="1369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lang="en-US" sz="1100" b="false" i="false" kern="1200" cap="all" spc="150" baseline="0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sz="1200"/>
            </a:lvl3pPr>
          </a:lstStyle>
          <a:p>
            <a:pPr lvl="0"/>
            <a:r>
              <a:rPr lang="en-US" noProof="false" err="true"/>
              <a:t>请输入副标题</a:t>
            </a:r>
            <a:endParaRPr lang="en-US" noProof="false"/>
          </a:p>
        </p:txBody>
      </p:sp>
      <p:sp>
        <p:nvSpPr>
          <p:cNvPr id="512" name="Text Placeholder 5"/>
          <p:cNvSpPr>
            <a:spLocks noGrp="true"/>
          </p:cNvSpPr>
          <p:nvPr>
            <p:ph type="body" sz="quarter" idx="38" hasCustomPrompt="true"/>
          </p:nvPr>
        </p:nvSpPr>
        <p:spPr>
          <a:xfrm>
            <a:off x="6203950" y="4414214"/>
            <a:ext cx="2603539" cy="759218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lang="en-US" altLang="zh-CN" sz="28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请输入标题</a:t>
            </a:r>
            <a:endParaRPr lang="en-US" altLang="zh-CN" noProof="false"/>
          </a:p>
          <a:p>
            <a:pPr marL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请输入标题</a:t>
            </a:r>
            <a:endParaRPr lang="en-US" altLang="zh-CN" noProof="false"/>
          </a:p>
        </p:txBody>
      </p:sp>
      <p:sp>
        <p:nvSpPr>
          <p:cNvPr id="513" name="Text Placeholder 12"/>
          <p:cNvSpPr>
            <a:spLocks noGrp="true"/>
          </p:cNvSpPr>
          <p:nvPr>
            <p:ph type="body" sz="quarter" idx="39" hasCustomPrompt="true"/>
          </p:nvPr>
        </p:nvSpPr>
        <p:spPr>
          <a:xfrm>
            <a:off x="6203950" y="5323351"/>
            <a:ext cx="2603539" cy="759219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lang="en-US" sz="1200" b="false" i="false" kern="1200" cap="none" spc="0" baseline="0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lang="en-GB" sz="1200" kern="1200" dirty="fals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请输入正文内容</a:t>
            </a:r>
            <a:endParaRPr lang="en-US" altLang="zh-CN" noProof="false"/>
          </a:p>
        </p:txBody>
      </p:sp>
      <p:sp>
        <p:nvSpPr>
          <p:cNvPr id="514" name="Text Placeholder 12"/>
          <p:cNvSpPr>
            <a:spLocks noGrp="true"/>
          </p:cNvSpPr>
          <p:nvPr>
            <p:ph type="body" sz="quarter" idx="40" hasCustomPrompt="true"/>
          </p:nvPr>
        </p:nvSpPr>
        <p:spPr>
          <a:xfrm>
            <a:off x="9089988" y="4218148"/>
            <a:ext cx="2603539" cy="1369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lang="en-US" sz="1100" b="false" i="false" kern="1200" cap="all" spc="150" baseline="0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sz="1200"/>
            </a:lvl3pPr>
          </a:lstStyle>
          <a:p>
            <a:pPr lvl="0"/>
            <a:r>
              <a:rPr lang="en-US" noProof="false" err="true"/>
              <a:t>请输入副标题</a:t>
            </a:r>
            <a:endParaRPr lang="en-US" noProof="false"/>
          </a:p>
        </p:txBody>
      </p:sp>
      <p:sp>
        <p:nvSpPr>
          <p:cNvPr id="515" name="Text Placeholder 5"/>
          <p:cNvSpPr>
            <a:spLocks noGrp="true"/>
          </p:cNvSpPr>
          <p:nvPr>
            <p:ph type="body" sz="quarter" idx="41" hasCustomPrompt="true"/>
          </p:nvPr>
        </p:nvSpPr>
        <p:spPr>
          <a:xfrm>
            <a:off x="9087977" y="4414214"/>
            <a:ext cx="2603539" cy="759218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lang="en-US" altLang="zh-TW" sz="28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请输入标题</a:t>
            </a:r>
            <a:endParaRPr lang="en-US" altLang="zh-CN" noProof="false"/>
          </a:p>
          <a:p>
            <a:pPr marL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请输入标题</a:t>
            </a:r>
            <a:endParaRPr lang="en-US" altLang="zh-CN" noProof="false"/>
          </a:p>
        </p:txBody>
      </p:sp>
      <p:sp>
        <p:nvSpPr>
          <p:cNvPr id="516" name="Text Placeholder 12"/>
          <p:cNvSpPr>
            <a:spLocks noGrp="true"/>
          </p:cNvSpPr>
          <p:nvPr>
            <p:ph type="body" sz="quarter" idx="42" hasCustomPrompt="true"/>
          </p:nvPr>
        </p:nvSpPr>
        <p:spPr>
          <a:xfrm>
            <a:off x="9087977" y="5323351"/>
            <a:ext cx="2603539" cy="759219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lang="en-US" sz="1200" b="false" i="false" kern="1200" cap="none" spc="0" baseline="0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lang="en-GB" sz="1200" kern="1200" dirty="fals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请输入正文内容</a:t>
            </a:r>
            <a:endParaRPr lang="en-US" altLang="zh-CN" noProof="false"/>
          </a:p>
        </p:txBody>
      </p: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p="http://schemas.openxmlformats.org/presentationml/2006/main">
  <p:cSld name="1_Content blocks 4 column 2">
    <p:bg>
      <p:bgPr>
        <a:solidFill>
          <a:schemeClr val="tx1"/>
        </a:solidFill>
        <a:effectLst/>
      </p:bgPr>
    </p:bg>
    <p:spTree>
      <p:nvGrpSpPr>
        <p:cNvPr id="5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519" name="Text Placeholder 10"/>
          <p:cNvSpPr>
            <a:spLocks noGrp="true"/>
          </p:cNvSpPr>
          <p:nvPr>
            <p:ph type="body" sz="quarter" idx="19" hasCustomPrompt="true"/>
          </p:nvPr>
        </p:nvSpPr>
        <p:spPr>
          <a:xfrm>
            <a:off x="498475" y="5128696"/>
            <a:ext cx="2590148" cy="856484"/>
          </a:xfrm>
        </p:spPr>
        <p:txBody>
          <a:bodyPr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lang="zh-TW" altLang="en-US" sz="2000" b="true" i="false" kern="1200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  <a:lvl2pPr marL="457200" indent="0">
              <a:lnSpc>
                <a:spcPct val="80000"/>
              </a:lnSpc>
              <a:spcBef>
                <a:spcPts val="0"/>
              </a:spcBef>
              <a:buNone/>
              <a:defRPr sz="2400" b="true" i="false" spc="-50" baseline="0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</a:defRPr>
            </a:lvl2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en-US" altLang="zh-TW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zh-TW" altLang="en-US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zh-TW" altLang="en-US" noProof="false"/>
          </a:p>
          <a:p>
            <a:pPr lvl="1"/>
            <a:endParaRPr lang="en-US" noProof="false"/>
          </a:p>
        </p:txBody>
      </p:sp>
      <p:sp>
        <p:nvSpPr>
          <p:cNvPr id="520" name="Text Placeholder 8"/>
          <p:cNvSpPr>
            <a:spLocks noGrp="true"/>
          </p:cNvSpPr>
          <p:nvPr>
            <p:ph type="body" sz="quarter" idx="21" hasCustomPrompt="true"/>
          </p:nvPr>
        </p:nvSpPr>
        <p:spPr>
          <a:xfrm>
            <a:off x="506640" y="4250254"/>
            <a:ext cx="2594650" cy="756000"/>
          </a:xfrm>
        </p:spPr>
        <p:txBody>
          <a:bodyPr>
            <a:noAutofit/>
          </a:bodyPr>
          <a:lstStyle>
            <a:lvl1pPr marL="0" indent="0">
              <a:buNone/>
              <a:defRPr lang="en-US" sz="4400" b="true" i="false" kern="1200" noProof="false" dirty="false">
                <a:solidFill>
                  <a:srgbClr val="FF6200"/>
                </a:solidFill>
                <a:latin typeface="+mj-lt"/>
                <a:ea typeface="Noto Sans S Chinese Regular" panose="020B0500000000000000" pitchFamily="34" charset="-128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noProof="false"/>
              <a:t>#$%</a:t>
            </a:r>
            <a:endParaRPr lang="en-US" noProof="false"/>
          </a:p>
        </p:txBody>
      </p:sp>
      <p:sp>
        <p:nvSpPr>
          <p:cNvPr id="521" name="Picture Placeholder 7"/>
          <p:cNvSpPr>
            <a:spLocks noGrp="true"/>
          </p:cNvSpPr>
          <p:nvPr>
            <p:ph type="pic" sz="quarter" idx="15" hasCustomPrompt="true"/>
          </p:nvPr>
        </p:nvSpPr>
        <p:spPr>
          <a:xfrm>
            <a:off x="507365" y="936574"/>
            <a:ext cx="2594650" cy="2825198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TW" noProof="false" err="true"/>
              <a:t>单击插入图片</a:t>
            </a:r>
            <a:endParaRPr lang="en-US" altLang="zh-TW" noProof="false"/>
          </a:p>
        </p:txBody>
      </p:sp>
      <p:sp>
        <p:nvSpPr>
          <p:cNvPr id="522" name="Picture Placeholder 7"/>
          <p:cNvSpPr>
            <a:spLocks noGrp="true"/>
          </p:cNvSpPr>
          <p:nvPr>
            <p:ph type="pic" sz="quarter" idx="20" hasCustomPrompt="true"/>
          </p:nvPr>
        </p:nvSpPr>
        <p:spPr>
          <a:xfrm>
            <a:off x="3393400" y="936574"/>
            <a:ext cx="2594650" cy="2825198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TW" noProof="false" err="true"/>
              <a:t>单击插入图片</a:t>
            </a:r>
            <a:endParaRPr lang="en-US" altLang="zh-TW" noProof="false"/>
          </a:p>
        </p:txBody>
      </p:sp>
      <p:sp>
        <p:nvSpPr>
          <p:cNvPr id="523" name="Picture Placeholder 7"/>
          <p:cNvSpPr>
            <a:spLocks noGrp="true"/>
          </p:cNvSpPr>
          <p:nvPr>
            <p:ph type="pic" sz="quarter" idx="22" hasCustomPrompt="true"/>
          </p:nvPr>
        </p:nvSpPr>
        <p:spPr>
          <a:xfrm>
            <a:off x="6203950" y="936574"/>
            <a:ext cx="2594650" cy="2825198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TW" noProof="false" err="true"/>
              <a:t>单击插入图片</a:t>
            </a:r>
            <a:endParaRPr lang="en-US" altLang="zh-TW" noProof="false"/>
          </a:p>
        </p:txBody>
      </p:sp>
      <p:sp>
        <p:nvSpPr>
          <p:cNvPr id="524" name="Picture Placeholder 7"/>
          <p:cNvSpPr>
            <a:spLocks noGrp="true"/>
          </p:cNvSpPr>
          <p:nvPr>
            <p:ph type="pic" sz="quarter" idx="31" hasCustomPrompt="true"/>
          </p:nvPr>
        </p:nvSpPr>
        <p:spPr>
          <a:xfrm>
            <a:off x="9089985" y="936574"/>
            <a:ext cx="2594650" cy="2825198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TW" noProof="false" err="true"/>
              <a:t>单击插入图片</a:t>
            </a:r>
            <a:endParaRPr lang="en-US" altLang="zh-TW" noProof="false"/>
          </a:p>
        </p:txBody>
      </p:sp>
      <p:sp>
        <p:nvSpPr>
          <p:cNvPr id="525" name="Text Placeholder 10"/>
          <p:cNvSpPr>
            <a:spLocks noGrp="true"/>
          </p:cNvSpPr>
          <p:nvPr>
            <p:ph type="body" sz="quarter" idx="33" hasCustomPrompt="true"/>
          </p:nvPr>
        </p:nvSpPr>
        <p:spPr>
          <a:xfrm>
            <a:off x="3393400" y="5128696"/>
            <a:ext cx="2590148" cy="856484"/>
          </a:xfrm>
        </p:spPr>
        <p:txBody>
          <a:bodyPr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lang="zh-TW" altLang="en-US" sz="2000" b="true" i="false" kern="1200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  <a:lvl2pPr marL="457200" indent="0">
              <a:lnSpc>
                <a:spcPct val="80000"/>
              </a:lnSpc>
              <a:spcBef>
                <a:spcPts val="0"/>
              </a:spcBef>
              <a:buNone/>
              <a:defRPr sz="2400" b="true" i="false" spc="-50" baseline="0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</a:defRPr>
            </a:lvl2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en-US" altLang="zh-TW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zh-TW" altLang="en-US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zh-TW" altLang="en-US" noProof="false"/>
          </a:p>
          <a:p>
            <a:pPr lvl="1"/>
            <a:endParaRPr lang="en-US" noProof="false"/>
          </a:p>
        </p:txBody>
      </p:sp>
      <p:sp>
        <p:nvSpPr>
          <p:cNvPr id="526" name="Text Placeholder 8"/>
          <p:cNvSpPr>
            <a:spLocks noGrp="true"/>
          </p:cNvSpPr>
          <p:nvPr>
            <p:ph type="body" sz="quarter" idx="34" hasCustomPrompt="true"/>
          </p:nvPr>
        </p:nvSpPr>
        <p:spPr>
          <a:xfrm>
            <a:off x="3401565" y="4250254"/>
            <a:ext cx="2594650" cy="756000"/>
          </a:xfrm>
        </p:spPr>
        <p:txBody>
          <a:bodyPr>
            <a:noAutofit/>
          </a:bodyPr>
          <a:lstStyle>
            <a:lvl1pPr marL="0" indent="0">
              <a:buNone/>
              <a:defRPr lang="en-US" sz="4400" b="true" i="false" kern="1200" noProof="false" dirty="false">
                <a:solidFill>
                  <a:srgbClr val="FF6200"/>
                </a:solidFill>
                <a:latin typeface="+mj-lt"/>
                <a:ea typeface="Noto Sans S Chinese Regular" panose="020B0500000000000000" pitchFamily="34" charset="-128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noProof="false"/>
              <a:t>#$%</a:t>
            </a:r>
            <a:endParaRPr lang="en-US" noProof="false"/>
          </a:p>
        </p:txBody>
      </p:sp>
      <p:sp>
        <p:nvSpPr>
          <p:cNvPr id="527" name="Text Placeholder 10"/>
          <p:cNvSpPr>
            <a:spLocks noGrp="true"/>
          </p:cNvSpPr>
          <p:nvPr>
            <p:ph type="body" sz="quarter" idx="35" hasCustomPrompt="true"/>
          </p:nvPr>
        </p:nvSpPr>
        <p:spPr>
          <a:xfrm>
            <a:off x="6203950" y="5128696"/>
            <a:ext cx="2590148" cy="856484"/>
          </a:xfrm>
        </p:spPr>
        <p:txBody>
          <a:bodyPr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lang="zh-TW" altLang="en-US" sz="2000" b="true" i="false" kern="1200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  <a:lvl2pPr marL="457200" indent="0">
              <a:lnSpc>
                <a:spcPct val="80000"/>
              </a:lnSpc>
              <a:spcBef>
                <a:spcPts val="0"/>
              </a:spcBef>
              <a:buNone/>
              <a:defRPr sz="2400" b="true" i="false" spc="-50" baseline="0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</a:defRPr>
            </a:lvl2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en-US" altLang="zh-TW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zh-TW" altLang="en-US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zh-TW" altLang="en-US" noProof="false"/>
          </a:p>
          <a:p>
            <a:pPr lvl="1"/>
            <a:endParaRPr lang="en-US" noProof="false"/>
          </a:p>
        </p:txBody>
      </p:sp>
      <p:sp>
        <p:nvSpPr>
          <p:cNvPr id="528" name="Text Placeholder 8"/>
          <p:cNvSpPr>
            <a:spLocks noGrp="true"/>
          </p:cNvSpPr>
          <p:nvPr>
            <p:ph type="body" sz="quarter" idx="36" hasCustomPrompt="true"/>
          </p:nvPr>
        </p:nvSpPr>
        <p:spPr>
          <a:xfrm>
            <a:off x="6212115" y="4250254"/>
            <a:ext cx="2594650" cy="756000"/>
          </a:xfrm>
        </p:spPr>
        <p:txBody>
          <a:bodyPr>
            <a:noAutofit/>
          </a:bodyPr>
          <a:lstStyle>
            <a:lvl1pPr marL="0" indent="0">
              <a:buNone/>
              <a:defRPr sz="4400" b="true" i="false">
                <a:solidFill>
                  <a:srgbClr val="FF6200"/>
                </a:solidFill>
                <a:latin typeface="+mj-lt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false"/>
              <a:t>#$%</a:t>
            </a:r>
            <a:endParaRPr lang="en-US" noProof="false"/>
          </a:p>
        </p:txBody>
      </p:sp>
      <p:sp>
        <p:nvSpPr>
          <p:cNvPr id="529" name="Text Placeholder 10"/>
          <p:cNvSpPr>
            <a:spLocks noGrp="true"/>
          </p:cNvSpPr>
          <p:nvPr>
            <p:ph type="body" sz="quarter" idx="37" hasCustomPrompt="true"/>
          </p:nvPr>
        </p:nvSpPr>
        <p:spPr>
          <a:xfrm>
            <a:off x="9089985" y="5128696"/>
            <a:ext cx="2590148" cy="856484"/>
          </a:xfrm>
        </p:spPr>
        <p:txBody>
          <a:bodyPr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lang="zh-TW" altLang="en-US" sz="2000" b="true" i="false" kern="1200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  <a:lvl2pPr marL="457200" indent="0">
              <a:lnSpc>
                <a:spcPct val="80000"/>
              </a:lnSpc>
              <a:spcBef>
                <a:spcPts val="0"/>
              </a:spcBef>
              <a:buNone/>
              <a:defRPr sz="2400" b="true" i="false" spc="-50" baseline="0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</a:defRPr>
            </a:lvl2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en-US" altLang="zh-TW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zh-TW" altLang="en-US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zh-TW" altLang="en-US" noProof="false"/>
          </a:p>
          <a:p>
            <a:pPr lvl="1"/>
            <a:endParaRPr lang="en-US" noProof="false"/>
          </a:p>
        </p:txBody>
      </p:sp>
      <p:sp>
        <p:nvSpPr>
          <p:cNvPr id="530" name="Text Placeholder 8"/>
          <p:cNvSpPr>
            <a:spLocks noGrp="true"/>
          </p:cNvSpPr>
          <p:nvPr>
            <p:ph type="body" sz="quarter" idx="38" hasCustomPrompt="true"/>
          </p:nvPr>
        </p:nvSpPr>
        <p:spPr>
          <a:xfrm>
            <a:off x="9098150" y="4250254"/>
            <a:ext cx="2594650" cy="756000"/>
          </a:xfrm>
        </p:spPr>
        <p:txBody>
          <a:bodyPr>
            <a:noAutofit/>
          </a:bodyPr>
          <a:lstStyle>
            <a:lvl1pPr marL="0" indent="0">
              <a:buNone/>
              <a:defRPr lang="en-US" sz="4400" b="true" i="false" kern="1200" noProof="false" dirty="false">
                <a:solidFill>
                  <a:srgbClr val="FF6200"/>
                </a:solidFill>
                <a:latin typeface="+mj-lt"/>
                <a:ea typeface="Noto Sans S Chinese Regular" panose="020B0500000000000000" pitchFamily="34" charset="-128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noProof="false"/>
              <a:t>#$%</a:t>
            </a:r>
            <a:endParaRPr lang="en-US" noProof="false"/>
          </a:p>
        </p:txBody>
      </p:sp>
      <p:sp>
        <p:nvSpPr>
          <p:cNvPr id="531" name="Text Placeholder 8"/>
          <p:cNvSpPr>
            <a:spLocks noGrp="true"/>
          </p:cNvSpPr>
          <p:nvPr>
            <p:ph type="body" sz="quarter" idx="23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altLang="zh-CN" noProof="false" err="true"/>
              <a:t>来源</a:t>
            </a:r>
            <a:r>
              <a:rPr lang="zh-CN" altLang="en-US" noProof="false"/>
              <a:t>：</a:t>
            </a:r>
            <a:endParaRPr lang="en-US" altLang="zh-CN" noProof="false"/>
          </a:p>
        </p:txBody>
      </p: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p="http://schemas.openxmlformats.org/presentationml/2006/main">
  <p:cSld name="3_Content blocks 4 column 3">
    <p:bg>
      <p:bgPr>
        <a:solidFill>
          <a:schemeClr val="tx1"/>
        </a:solidFill>
        <a:effectLst/>
      </p:bgPr>
    </p:bg>
    <p:spTree>
      <p:nvGrpSpPr>
        <p:cNvPr id="5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534" name="Picture Placeholder 7"/>
          <p:cNvSpPr>
            <a:spLocks noGrp="true"/>
          </p:cNvSpPr>
          <p:nvPr>
            <p:ph type="pic" sz="quarter" idx="15" hasCustomPrompt="true"/>
          </p:nvPr>
        </p:nvSpPr>
        <p:spPr>
          <a:xfrm>
            <a:off x="507365" y="936574"/>
            <a:ext cx="2594650" cy="2825198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TW" noProof="false" err="true"/>
              <a:t>单击插入图片</a:t>
            </a:r>
            <a:endParaRPr lang="en-US" altLang="zh-TW" noProof="false"/>
          </a:p>
        </p:txBody>
      </p:sp>
      <p:sp>
        <p:nvSpPr>
          <p:cNvPr id="535" name="Picture Placeholder 7"/>
          <p:cNvSpPr>
            <a:spLocks noGrp="true"/>
          </p:cNvSpPr>
          <p:nvPr>
            <p:ph type="pic" sz="quarter" idx="24" hasCustomPrompt="true"/>
          </p:nvPr>
        </p:nvSpPr>
        <p:spPr>
          <a:xfrm>
            <a:off x="3393400" y="936574"/>
            <a:ext cx="2594650" cy="2825198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TW" noProof="false" err="true"/>
              <a:t>单击插入图片</a:t>
            </a:r>
            <a:endParaRPr lang="en-US" altLang="zh-TW" noProof="false"/>
          </a:p>
        </p:txBody>
      </p:sp>
      <p:sp>
        <p:nvSpPr>
          <p:cNvPr id="536" name="Picture Placeholder 7"/>
          <p:cNvSpPr>
            <a:spLocks noGrp="true"/>
          </p:cNvSpPr>
          <p:nvPr>
            <p:ph type="pic" sz="quarter" idx="22" hasCustomPrompt="true"/>
          </p:nvPr>
        </p:nvSpPr>
        <p:spPr>
          <a:xfrm>
            <a:off x="6203950" y="936574"/>
            <a:ext cx="2594650" cy="2825198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TW" noProof="false" err="true"/>
              <a:t>单击插入图片</a:t>
            </a:r>
            <a:endParaRPr lang="en-US" altLang="zh-TW" noProof="false"/>
          </a:p>
        </p:txBody>
      </p:sp>
      <p:sp>
        <p:nvSpPr>
          <p:cNvPr id="537" name="Picture Placeholder 7"/>
          <p:cNvSpPr>
            <a:spLocks noGrp="true"/>
          </p:cNvSpPr>
          <p:nvPr>
            <p:ph type="pic" sz="quarter" idx="26" hasCustomPrompt="true"/>
          </p:nvPr>
        </p:nvSpPr>
        <p:spPr>
          <a:xfrm>
            <a:off x="9089985" y="936574"/>
            <a:ext cx="2594650" cy="2825198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TW" noProof="false" err="true"/>
              <a:t>单击插入图片</a:t>
            </a:r>
            <a:endParaRPr lang="en-US" altLang="zh-TW" noProof="false"/>
          </a:p>
        </p:txBody>
      </p:sp>
      <p:sp>
        <p:nvSpPr>
          <p:cNvPr id="538" name="Text Placeholder 8"/>
          <p:cNvSpPr>
            <a:spLocks noGrp="true"/>
          </p:cNvSpPr>
          <p:nvPr>
            <p:ph type="body" sz="quarter" idx="23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altLang="zh-CN" noProof="false" err="true"/>
              <a:t>来源</a:t>
            </a:r>
            <a:r>
              <a:rPr lang="zh-CN" altLang="en-US" noProof="false"/>
              <a:t>：</a:t>
            </a:r>
            <a:endParaRPr lang="en-US" altLang="zh-CN" noProof="false"/>
          </a:p>
        </p:txBody>
      </p:sp>
      <p:sp>
        <p:nvSpPr>
          <p:cNvPr id="539" name="Text Placeholder 12"/>
          <p:cNvSpPr>
            <a:spLocks noGrp="true"/>
          </p:cNvSpPr>
          <p:nvPr>
            <p:ph type="body" sz="quarter" idx="31" hasCustomPrompt="true"/>
          </p:nvPr>
        </p:nvSpPr>
        <p:spPr>
          <a:xfrm>
            <a:off x="498473" y="4218148"/>
            <a:ext cx="2603539" cy="1369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lang="en-US" sz="1100" b="false" i="false" kern="1200" cap="all" spc="150" baseline="0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sz="1200"/>
            </a:lvl3pPr>
          </a:lstStyle>
          <a:p>
            <a:pPr lvl="0"/>
            <a:r>
              <a:rPr lang="en-US" noProof="false" err="true"/>
              <a:t>请输入副标题</a:t>
            </a:r>
            <a:endParaRPr lang="en-US" noProof="false"/>
          </a:p>
        </p:txBody>
      </p:sp>
      <p:sp>
        <p:nvSpPr>
          <p:cNvPr id="540" name="Text Placeholder 5"/>
          <p:cNvSpPr>
            <a:spLocks noGrp="true"/>
          </p:cNvSpPr>
          <p:nvPr>
            <p:ph type="body" sz="quarter" idx="32" hasCustomPrompt="true"/>
          </p:nvPr>
        </p:nvSpPr>
        <p:spPr>
          <a:xfrm>
            <a:off x="496462" y="4414214"/>
            <a:ext cx="2603539" cy="1176358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lang="zh-TW" altLang="en-US" sz="2800" b="true" i="false" kern="1200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en-US" altLang="zh-TW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zh-TW" altLang="en-US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zh-TW" altLang="en-US" noProof="false"/>
          </a:p>
        </p:txBody>
      </p:sp>
      <p:sp>
        <p:nvSpPr>
          <p:cNvPr id="541" name="Text Placeholder 12"/>
          <p:cNvSpPr>
            <a:spLocks noGrp="true"/>
          </p:cNvSpPr>
          <p:nvPr>
            <p:ph type="body" sz="quarter" idx="34" hasCustomPrompt="true"/>
          </p:nvPr>
        </p:nvSpPr>
        <p:spPr>
          <a:xfrm>
            <a:off x="3395411" y="4218148"/>
            <a:ext cx="2603539" cy="1369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lang="en-US" sz="1100" b="false" i="false" kern="1200" cap="all" spc="150" baseline="0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sz="1200"/>
            </a:lvl3pPr>
          </a:lstStyle>
          <a:p>
            <a:pPr lvl="0"/>
            <a:r>
              <a:rPr lang="en-US" altLang="zh-CN" noProof="false" err="true"/>
              <a:t>请输入副标题</a:t>
            </a:r>
            <a:endParaRPr lang="en-US" altLang="zh-CN" noProof="false"/>
          </a:p>
        </p:txBody>
      </p:sp>
      <p:sp>
        <p:nvSpPr>
          <p:cNvPr id="542" name="Text Placeholder 5"/>
          <p:cNvSpPr>
            <a:spLocks noGrp="true"/>
          </p:cNvSpPr>
          <p:nvPr>
            <p:ph type="body" sz="quarter" idx="35" hasCustomPrompt="true"/>
          </p:nvPr>
        </p:nvSpPr>
        <p:spPr>
          <a:xfrm>
            <a:off x="3393400" y="4414214"/>
            <a:ext cx="2603539" cy="1176358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lang="zh-TW" altLang="en-US" sz="2800" b="true" i="false" kern="1200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en-US" altLang="zh-TW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zh-TW" altLang="en-US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zh-TW" altLang="en-US" noProof="false"/>
          </a:p>
        </p:txBody>
      </p:sp>
      <p:sp>
        <p:nvSpPr>
          <p:cNvPr id="543" name="Text Placeholder 12"/>
          <p:cNvSpPr>
            <a:spLocks noGrp="true"/>
          </p:cNvSpPr>
          <p:nvPr>
            <p:ph type="body" sz="quarter" idx="37" hasCustomPrompt="true"/>
          </p:nvPr>
        </p:nvSpPr>
        <p:spPr>
          <a:xfrm>
            <a:off x="6205961" y="4218148"/>
            <a:ext cx="2603539" cy="1369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lang="en-US" sz="1100" b="false" i="false" kern="1200" cap="all" spc="150" baseline="0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sz="1200"/>
            </a:lvl3pPr>
          </a:lstStyle>
          <a:p>
            <a:pPr lvl="0"/>
            <a:r>
              <a:rPr lang="en-US" altLang="zh-CN" noProof="false" err="true"/>
              <a:t>请输入副标题</a:t>
            </a:r>
            <a:endParaRPr lang="en-US" altLang="zh-CN" noProof="false"/>
          </a:p>
        </p:txBody>
      </p:sp>
      <p:sp>
        <p:nvSpPr>
          <p:cNvPr id="544" name="Text Placeholder 5"/>
          <p:cNvSpPr>
            <a:spLocks noGrp="true"/>
          </p:cNvSpPr>
          <p:nvPr>
            <p:ph type="body" sz="quarter" idx="38" hasCustomPrompt="true"/>
          </p:nvPr>
        </p:nvSpPr>
        <p:spPr>
          <a:xfrm>
            <a:off x="6203950" y="4414214"/>
            <a:ext cx="2603539" cy="1176358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lang="zh-TW" altLang="en-US" sz="2800" b="true" i="false" kern="1200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en-US" altLang="zh-TW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zh-TW" altLang="en-US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zh-TW" altLang="en-US" noProof="false"/>
          </a:p>
        </p:txBody>
      </p:sp>
      <p:sp>
        <p:nvSpPr>
          <p:cNvPr id="545" name="Text Placeholder 12"/>
          <p:cNvSpPr>
            <a:spLocks noGrp="true"/>
          </p:cNvSpPr>
          <p:nvPr>
            <p:ph type="body" sz="quarter" idx="40" hasCustomPrompt="true"/>
          </p:nvPr>
        </p:nvSpPr>
        <p:spPr>
          <a:xfrm>
            <a:off x="9089988" y="4218148"/>
            <a:ext cx="2603539" cy="1369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lang="en-US" sz="1100" b="false" i="false" kern="1200" cap="all" spc="150" baseline="0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sz="1200"/>
            </a:lvl3pPr>
          </a:lstStyle>
          <a:p>
            <a:pPr lvl="0"/>
            <a:r>
              <a:rPr lang="en-US" altLang="zh-CN" noProof="false" err="true"/>
              <a:t>请输入副标题</a:t>
            </a:r>
            <a:endParaRPr lang="en-US" altLang="zh-CN" noProof="false"/>
          </a:p>
        </p:txBody>
      </p:sp>
      <p:sp>
        <p:nvSpPr>
          <p:cNvPr id="546" name="Text Placeholder 5"/>
          <p:cNvSpPr>
            <a:spLocks noGrp="true"/>
          </p:cNvSpPr>
          <p:nvPr>
            <p:ph type="body" sz="quarter" idx="41" hasCustomPrompt="true"/>
          </p:nvPr>
        </p:nvSpPr>
        <p:spPr>
          <a:xfrm>
            <a:off x="9087977" y="4414214"/>
            <a:ext cx="2603539" cy="1176358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lang="zh-TW" altLang="en-US" sz="2800" b="true" i="false" kern="1200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en-US" altLang="zh-TW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zh-TW" altLang="en-US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zh-TW" altLang="en-US" noProof="false"/>
          </a:p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p="http://schemas.openxmlformats.org/presentationml/2006/main">
  <p:cSld name="1_Content blocks 4 column 3">
    <p:bg>
      <p:bgPr>
        <a:solidFill>
          <a:schemeClr val="tx1"/>
        </a:solidFill>
        <a:effectLst/>
      </p:bgPr>
    </p:bg>
    <p:spTree>
      <p:nvGrpSpPr>
        <p:cNvPr id="5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549" name="Picture Placeholder 7"/>
          <p:cNvSpPr>
            <a:spLocks noGrp="true"/>
          </p:cNvSpPr>
          <p:nvPr>
            <p:ph type="pic" sz="quarter" idx="15" hasCustomPrompt="true"/>
          </p:nvPr>
        </p:nvSpPr>
        <p:spPr>
          <a:xfrm>
            <a:off x="507365" y="936574"/>
            <a:ext cx="2594650" cy="2825198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TW" noProof="false" err="true"/>
              <a:t>单击插入图片</a:t>
            </a:r>
            <a:endParaRPr lang="en-US" altLang="zh-TW" noProof="false"/>
          </a:p>
        </p:txBody>
      </p:sp>
      <p:sp>
        <p:nvSpPr>
          <p:cNvPr id="550" name="Picture Placeholder 7"/>
          <p:cNvSpPr>
            <a:spLocks noGrp="true"/>
          </p:cNvSpPr>
          <p:nvPr>
            <p:ph type="pic" sz="quarter" idx="24" hasCustomPrompt="true"/>
          </p:nvPr>
        </p:nvSpPr>
        <p:spPr>
          <a:xfrm>
            <a:off x="3393400" y="936574"/>
            <a:ext cx="2594650" cy="2825198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TW" noProof="false" err="true"/>
              <a:t>单击插入图片</a:t>
            </a:r>
            <a:endParaRPr lang="en-US" altLang="zh-TW" noProof="false"/>
          </a:p>
        </p:txBody>
      </p:sp>
      <p:sp>
        <p:nvSpPr>
          <p:cNvPr id="551" name="Picture Placeholder 7"/>
          <p:cNvSpPr>
            <a:spLocks noGrp="true"/>
          </p:cNvSpPr>
          <p:nvPr>
            <p:ph type="pic" sz="quarter" idx="22" hasCustomPrompt="true"/>
          </p:nvPr>
        </p:nvSpPr>
        <p:spPr>
          <a:xfrm>
            <a:off x="6203950" y="936574"/>
            <a:ext cx="2594650" cy="2825198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TW" noProof="false" err="true"/>
              <a:t>单击插入图片</a:t>
            </a:r>
            <a:endParaRPr lang="en-US" altLang="zh-TW" noProof="false"/>
          </a:p>
        </p:txBody>
      </p:sp>
      <p:sp>
        <p:nvSpPr>
          <p:cNvPr id="552" name="Picture Placeholder 7"/>
          <p:cNvSpPr>
            <a:spLocks noGrp="true"/>
          </p:cNvSpPr>
          <p:nvPr>
            <p:ph type="pic" sz="quarter" idx="26" hasCustomPrompt="true"/>
          </p:nvPr>
        </p:nvSpPr>
        <p:spPr>
          <a:xfrm>
            <a:off x="9089985" y="936574"/>
            <a:ext cx="2594650" cy="2825198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TW" noProof="false" err="true"/>
              <a:t>单击插入图片</a:t>
            </a:r>
            <a:endParaRPr lang="en-US" altLang="zh-TW" noProof="false"/>
          </a:p>
        </p:txBody>
      </p:sp>
      <p:sp>
        <p:nvSpPr>
          <p:cNvPr id="553" name="Text Placeholder 8"/>
          <p:cNvSpPr>
            <a:spLocks noGrp="true"/>
          </p:cNvSpPr>
          <p:nvPr>
            <p:ph type="body" sz="quarter" idx="23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altLang="zh-CN" noProof="false" err="true"/>
              <a:t>来源</a:t>
            </a:r>
            <a:r>
              <a:rPr lang="zh-CN" altLang="en-US" noProof="false"/>
              <a:t>：</a:t>
            </a:r>
            <a:endParaRPr lang="en-US" altLang="zh-CN" noProof="false"/>
          </a:p>
        </p:txBody>
      </p:sp>
      <p:sp>
        <p:nvSpPr>
          <p:cNvPr id="554" name="Text Placeholder 12"/>
          <p:cNvSpPr>
            <a:spLocks noGrp="true"/>
          </p:cNvSpPr>
          <p:nvPr>
            <p:ph type="body" sz="quarter" idx="31" hasCustomPrompt="true"/>
          </p:nvPr>
        </p:nvSpPr>
        <p:spPr>
          <a:xfrm>
            <a:off x="498473" y="4218148"/>
            <a:ext cx="2603539" cy="1369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lang="en-US" sz="1100" b="false" i="false" kern="1200" cap="all" spc="150" baseline="0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sz="1200"/>
            </a:lvl3pPr>
          </a:lstStyle>
          <a:p>
            <a:pPr lvl="0"/>
            <a:r>
              <a:rPr lang="en-US" altLang="zh-CN" noProof="false" err="true"/>
              <a:t>请输入副标题</a:t>
            </a:r>
            <a:endParaRPr lang="en-US" altLang="zh-CN" noProof="false"/>
          </a:p>
        </p:txBody>
      </p:sp>
      <p:sp>
        <p:nvSpPr>
          <p:cNvPr id="555" name="Text Placeholder 5"/>
          <p:cNvSpPr>
            <a:spLocks noGrp="true"/>
          </p:cNvSpPr>
          <p:nvPr>
            <p:ph type="body" sz="quarter" idx="32" hasCustomPrompt="true"/>
          </p:nvPr>
        </p:nvSpPr>
        <p:spPr>
          <a:xfrm>
            <a:off x="496462" y="4414214"/>
            <a:ext cx="2603539" cy="759218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lang="zh-TW" altLang="en-US" sz="2800" b="true" i="false" kern="1200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en-US" altLang="zh-TW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zh-TW" altLang="en-US" noProof="false"/>
          </a:p>
          <a:p>
            <a:pPr lvl="0"/>
            <a:endParaRPr lang="en-US" noProof="false"/>
          </a:p>
        </p:txBody>
      </p:sp>
      <p:sp>
        <p:nvSpPr>
          <p:cNvPr id="556" name="Text Placeholder 12"/>
          <p:cNvSpPr>
            <a:spLocks noGrp="true"/>
          </p:cNvSpPr>
          <p:nvPr>
            <p:ph type="body" sz="quarter" idx="33" hasCustomPrompt="true"/>
          </p:nvPr>
        </p:nvSpPr>
        <p:spPr>
          <a:xfrm>
            <a:off x="496462" y="5323351"/>
            <a:ext cx="2603539" cy="75921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00" b="false" i="false" kern="1200" cap="none" spc="0" baseline="0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lang="en-GB" sz="1200" kern="1200" dirty="fals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noProof="false"/>
              <a:t>请输入正文内容</a:t>
            </a:r>
            <a:endParaRPr lang="zh-CN" altLang="en-US" noProof="false"/>
          </a:p>
        </p:txBody>
      </p:sp>
      <p:sp>
        <p:nvSpPr>
          <p:cNvPr id="557" name="Text Placeholder 12"/>
          <p:cNvSpPr>
            <a:spLocks noGrp="true"/>
          </p:cNvSpPr>
          <p:nvPr>
            <p:ph type="body" sz="quarter" idx="34" hasCustomPrompt="true"/>
          </p:nvPr>
        </p:nvSpPr>
        <p:spPr>
          <a:xfrm>
            <a:off x="3395411" y="4218148"/>
            <a:ext cx="2603539" cy="1369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lang="en-US" sz="1100" b="false" i="false" kern="1200" cap="all" spc="150" baseline="0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sz="1200"/>
            </a:lvl3pPr>
          </a:lstStyle>
          <a:p>
            <a:pPr lvl="0"/>
            <a:r>
              <a:rPr lang="en-US" altLang="zh-CN" noProof="false" err="true"/>
              <a:t>请输入副标题</a:t>
            </a:r>
            <a:endParaRPr lang="en-US" altLang="zh-CN" noProof="false"/>
          </a:p>
        </p:txBody>
      </p:sp>
      <p:sp>
        <p:nvSpPr>
          <p:cNvPr id="558" name="Text Placeholder 5"/>
          <p:cNvSpPr>
            <a:spLocks noGrp="true"/>
          </p:cNvSpPr>
          <p:nvPr>
            <p:ph type="body" sz="quarter" idx="35" hasCustomPrompt="true"/>
          </p:nvPr>
        </p:nvSpPr>
        <p:spPr>
          <a:xfrm>
            <a:off x="3393400" y="4414214"/>
            <a:ext cx="2603539" cy="759218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lang="en-US" altLang="zh-CN" sz="2800" b="true" i="false" kern="1200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en-US" altLang="zh-TW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r>
              <a:rPr lang="en-US" noProof="false"/>
              <a:t> </a:t>
            </a:r>
            <a:endParaRPr lang="en-US" noProof="false"/>
          </a:p>
        </p:txBody>
      </p:sp>
      <p:sp>
        <p:nvSpPr>
          <p:cNvPr id="559" name="Text Placeholder 12"/>
          <p:cNvSpPr>
            <a:spLocks noGrp="true"/>
          </p:cNvSpPr>
          <p:nvPr>
            <p:ph type="body" sz="quarter" idx="36" hasCustomPrompt="true"/>
          </p:nvPr>
        </p:nvSpPr>
        <p:spPr>
          <a:xfrm>
            <a:off x="3393400" y="5323351"/>
            <a:ext cx="2603539" cy="75921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00" b="false" i="false" kern="1200" cap="none" spc="0" baseline="0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lang="en-GB" sz="1200" kern="1200" dirty="fals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noProof="false"/>
              <a:t>请输入正文内容</a:t>
            </a:r>
            <a:endParaRPr lang="zh-CN" altLang="en-US" noProof="false"/>
          </a:p>
        </p:txBody>
      </p:sp>
      <p:sp>
        <p:nvSpPr>
          <p:cNvPr id="560" name="Text Placeholder 12"/>
          <p:cNvSpPr>
            <a:spLocks noGrp="true"/>
          </p:cNvSpPr>
          <p:nvPr>
            <p:ph type="body" sz="quarter" idx="37" hasCustomPrompt="true"/>
          </p:nvPr>
        </p:nvSpPr>
        <p:spPr>
          <a:xfrm>
            <a:off x="6205961" y="4218148"/>
            <a:ext cx="2603539" cy="1369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lang="en-US" sz="1100" b="false" i="false" kern="1200" cap="all" spc="150" baseline="0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sz="1200"/>
            </a:lvl3pPr>
          </a:lstStyle>
          <a:p>
            <a:pPr lvl="0"/>
            <a:r>
              <a:rPr lang="en-US" altLang="zh-CN" noProof="false" err="true"/>
              <a:t>请输入副标题</a:t>
            </a:r>
            <a:endParaRPr lang="en-US" altLang="zh-CN" noProof="false"/>
          </a:p>
        </p:txBody>
      </p:sp>
      <p:sp>
        <p:nvSpPr>
          <p:cNvPr id="561" name="Text Placeholder 5"/>
          <p:cNvSpPr>
            <a:spLocks noGrp="true"/>
          </p:cNvSpPr>
          <p:nvPr>
            <p:ph type="body" sz="quarter" idx="38" hasCustomPrompt="true"/>
          </p:nvPr>
        </p:nvSpPr>
        <p:spPr>
          <a:xfrm>
            <a:off x="6203950" y="4414214"/>
            <a:ext cx="2603539" cy="759218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lang="zh-TW" altLang="en-US" sz="2800" b="true" i="false" kern="1200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en-US" altLang="zh-TW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zh-TW" altLang="en-US" noProof="false"/>
          </a:p>
        </p:txBody>
      </p:sp>
      <p:sp>
        <p:nvSpPr>
          <p:cNvPr id="562" name="Text Placeholder 12"/>
          <p:cNvSpPr>
            <a:spLocks noGrp="true"/>
          </p:cNvSpPr>
          <p:nvPr>
            <p:ph type="body" sz="quarter" idx="39" hasCustomPrompt="true"/>
          </p:nvPr>
        </p:nvSpPr>
        <p:spPr>
          <a:xfrm>
            <a:off x="6203950" y="5323351"/>
            <a:ext cx="2603539" cy="75921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00" b="false" i="false" kern="1200" cap="none" spc="0" baseline="0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lang="en-GB" sz="1200" kern="1200" dirty="fals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noProof="false"/>
              <a:t>请输入正文内容</a:t>
            </a:r>
            <a:endParaRPr lang="zh-CN" altLang="en-US" noProof="false"/>
          </a:p>
        </p:txBody>
      </p:sp>
      <p:sp>
        <p:nvSpPr>
          <p:cNvPr id="563" name="Text Placeholder 12"/>
          <p:cNvSpPr>
            <a:spLocks noGrp="true"/>
          </p:cNvSpPr>
          <p:nvPr>
            <p:ph type="body" sz="quarter" idx="40" hasCustomPrompt="true"/>
          </p:nvPr>
        </p:nvSpPr>
        <p:spPr>
          <a:xfrm>
            <a:off x="9089988" y="4218148"/>
            <a:ext cx="2603539" cy="1369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lang="en-US" sz="1100" b="false" i="false" kern="1200" cap="all" spc="150" baseline="0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sz="1200"/>
            </a:lvl3pPr>
          </a:lstStyle>
          <a:p>
            <a:pPr lvl="0"/>
            <a:r>
              <a:rPr lang="en-US" altLang="zh-CN" noProof="false" err="true"/>
              <a:t>请输入副标题</a:t>
            </a:r>
            <a:endParaRPr lang="en-US" altLang="zh-CN" noProof="false"/>
          </a:p>
        </p:txBody>
      </p:sp>
      <p:sp>
        <p:nvSpPr>
          <p:cNvPr id="564" name="Text Placeholder 5"/>
          <p:cNvSpPr>
            <a:spLocks noGrp="true"/>
          </p:cNvSpPr>
          <p:nvPr>
            <p:ph type="body" sz="quarter" idx="41" hasCustomPrompt="true"/>
          </p:nvPr>
        </p:nvSpPr>
        <p:spPr>
          <a:xfrm>
            <a:off x="9087977" y="4414214"/>
            <a:ext cx="2603539" cy="759218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lang="zh-TW" altLang="en-US" sz="2800" b="true" i="false" kern="1200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en-US" altLang="zh-TW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zh-TW" altLang="en-US" noProof="false"/>
          </a:p>
        </p:txBody>
      </p:sp>
      <p:sp>
        <p:nvSpPr>
          <p:cNvPr id="565" name="Text Placeholder 12"/>
          <p:cNvSpPr>
            <a:spLocks noGrp="true"/>
          </p:cNvSpPr>
          <p:nvPr>
            <p:ph type="body" sz="quarter" idx="42" hasCustomPrompt="true"/>
          </p:nvPr>
        </p:nvSpPr>
        <p:spPr>
          <a:xfrm>
            <a:off x="9087977" y="5323351"/>
            <a:ext cx="2603539" cy="75921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00" b="false" i="false" kern="1200" cap="none" spc="0" baseline="0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lang="en-GB" sz="1200" kern="1200" dirty="fals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noProof="false"/>
              <a:t>请输入正文内容</a:t>
            </a:r>
            <a:endParaRPr lang="zh-CN" altLang="en-US" noProof="false"/>
          </a:p>
        </p:txBody>
      </p: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p="http://schemas.openxmlformats.org/presentationml/2006/main">
  <p:cSld name="Content blocks 5 column 2">
    <p:spTree>
      <p:nvGrpSpPr>
        <p:cNvPr id="56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568" name="Text Placeholder 10"/>
          <p:cNvSpPr>
            <a:spLocks noGrp="true"/>
          </p:cNvSpPr>
          <p:nvPr>
            <p:ph type="body" sz="quarter" idx="19" hasCustomPrompt="true"/>
          </p:nvPr>
        </p:nvSpPr>
        <p:spPr>
          <a:xfrm>
            <a:off x="498475" y="4542817"/>
            <a:ext cx="2058805" cy="1515083"/>
          </a:xfrm>
        </p:spPr>
        <p:txBody>
          <a:bodyPr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lang="en-US" altLang="zh-CN" sz="3200" b="true" i="false" kern="1200" spc="-50" baseline="0" noProof="false" dirty="false" smtClean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  <a:lvl2pPr marL="457200" indent="0">
              <a:lnSpc>
                <a:spcPct val="80000"/>
              </a:lnSpc>
              <a:spcBef>
                <a:spcPts val="0"/>
              </a:spcBef>
              <a:buNone/>
              <a:defRPr sz="2400" b="false" i="false" spc="-50" baseline="0">
                <a:latin typeface="Noto Sans S Chinese Regular" panose="020B0500000000000000" pitchFamily="34" charset="-128"/>
              </a:defRPr>
            </a:lvl2pPr>
          </a:lstStyle>
          <a:p>
            <a:pPr marL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请输入标题</a:t>
            </a:r>
            <a:endParaRPr lang="en-US" altLang="zh-CN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请输入标题</a:t>
            </a:r>
            <a:endParaRPr lang="en-US" altLang="zh-CN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请输入标题</a:t>
            </a:r>
            <a:endParaRPr lang="en-US" altLang="zh-CN" noProof="false"/>
          </a:p>
          <a:p>
            <a:pPr lvl="1"/>
            <a:endParaRPr lang="en-US" noProof="false"/>
          </a:p>
        </p:txBody>
      </p:sp>
      <p:sp>
        <p:nvSpPr>
          <p:cNvPr id="569" name="Text Placeholder 8"/>
          <p:cNvSpPr>
            <a:spLocks noGrp="true"/>
          </p:cNvSpPr>
          <p:nvPr>
            <p:ph type="body" sz="quarter" idx="21" hasCustomPrompt="true"/>
          </p:nvPr>
        </p:nvSpPr>
        <p:spPr>
          <a:xfrm>
            <a:off x="506640" y="3851751"/>
            <a:ext cx="2050640" cy="574334"/>
          </a:xfrm>
        </p:spPr>
        <p:txBody>
          <a:bodyPr>
            <a:noAutofit/>
          </a:bodyPr>
          <a:lstStyle>
            <a:lvl1pPr marL="0" indent="0">
              <a:buNone/>
              <a:defRPr sz="4400" b="true" i="false">
                <a:solidFill>
                  <a:srgbClr val="F55600"/>
                </a:solidFill>
                <a:latin typeface="+mj-lt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false"/>
              <a:t>#$%</a:t>
            </a:r>
            <a:endParaRPr lang="en-US" noProof="false"/>
          </a:p>
        </p:txBody>
      </p:sp>
      <p:sp>
        <p:nvSpPr>
          <p:cNvPr id="570" name="Picture Placeholder 7"/>
          <p:cNvSpPr>
            <a:spLocks noGrp="true"/>
          </p:cNvSpPr>
          <p:nvPr>
            <p:ph type="pic" sz="quarter" idx="15" hasCustomPrompt="true"/>
          </p:nvPr>
        </p:nvSpPr>
        <p:spPr>
          <a:xfrm>
            <a:off x="507366" y="1111894"/>
            <a:ext cx="2050640" cy="2464683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noProof="false" err="true"/>
              <a:t>单击插入图片</a:t>
            </a:r>
            <a:endParaRPr lang="en-US" noProof="false"/>
          </a:p>
        </p:txBody>
      </p:sp>
      <p:sp>
        <p:nvSpPr>
          <p:cNvPr id="571" name="Picture Placeholder 7"/>
          <p:cNvSpPr>
            <a:spLocks noGrp="true"/>
          </p:cNvSpPr>
          <p:nvPr>
            <p:ph type="pic" sz="quarter" idx="32" hasCustomPrompt="true"/>
          </p:nvPr>
        </p:nvSpPr>
        <p:spPr>
          <a:xfrm>
            <a:off x="2778126" y="1111894"/>
            <a:ext cx="2050640" cy="2464683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单击插入图片</a:t>
            </a:r>
            <a:endParaRPr lang="en-US" altLang="zh-CN" noProof="false"/>
          </a:p>
        </p:txBody>
      </p:sp>
      <p:sp>
        <p:nvSpPr>
          <p:cNvPr id="572" name="Picture Placeholder 7"/>
          <p:cNvSpPr>
            <a:spLocks noGrp="true"/>
          </p:cNvSpPr>
          <p:nvPr>
            <p:ph type="pic" sz="quarter" idx="40" hasCustomPrompt="true"/>
          </p:nvPr>
        </p:nvSpPr>
        <p:spPr>
          <a:xfrm>
            <a:off x="5070675" y="1111894"/>
            <a:ext cx="2050640" cy="2464683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单击插入图片</a:t>
            </a:r>
            <a:endParaRPr lang="en-US" altLang="zh-CN" noProof="false"/>
          </a:p>
        </p:txBody>
      </p:sp>
      <p:sp>
        <p:nvSpPr>
          <p:cNvPr id="573" name="Picture Placeholder 7"/>
          <p:cNvSpPr>
            <a:spLocks noGrp="true"/>
          </p:cNvSpPr>
          <p:nvPr>
            <p:ph type="pic" sz="quarter" idx="42" hasCustomPrompt="true"/>
          </p:nvPr>
        </p:nvSpPr>
        <p:spPr>
          <a:xfrm>
            <a:off x="7341437" y="1111894"/>
            <a:ext cx="2050640" cy="2464683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单击插入图片</a:t>
            </a:r>
            <a:endParaRPr lang="en-US" altLang="zh-CN" noProof="false"/>
          </a:p>
        </p:txBody>
      </p:sp>
      <p:sp>
        <p:nvSpPr>
          <p:cNvPr id="574" name="Picture Placeholder 7"/>
          <p:cNvSpPr>
            <a:spLocks noGrp="true"/>
          </p:cNvSpPr>
          <p:nvPr>
            <p:ph type="pic" sz="quarter" idx="44" hasCustomPrompt="true"/>
          </p:nvPr>
        </p:nvSpPr>
        <p:spPr>
          <a:xfrm>
            <a:off x="9633994" y="1111894"/>
            <a:ext cx="2050640" cy="2464683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单击插入图片</a:t>
            </a:r>
            <a:endParaRPr lang="en-US" altLang="zh-CN" noProof="false"/>
          </a:p>
        </p:txBody>
      </p:sp>
      <p:sp>
        <p:nvSpPr>
          <p:cNvPr id="575" name="Text Placeholder 10"/>
          <p:cNvSpPr>
            <a:spLocks noGrp="true"/>
          </p:cNvSpPr>
          <p:nvPr>
            <p:ph type="body" sz="quarter" idx="46" hasCustomPrompt="true"/>
          </p:nvPr>
        </p:nvSpPr>
        <p:spPr>
          <a:xfrm>
            <a:off x="2778124" y="4542817"/>
            <a:ext cx="2058805" cy="1515083"/>
          </a:xfrm>
        </p:spPr>
        <p:txBody>
          <a:bodyPr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lang="en-US" altLang="zh-CN" sz="32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  <a:lvl2pPr marL="457200" indent="0">
              <a:lnSpc>
                <a:spcPct val="80000"/>
              </a:lnSpc>
              <a:spcBef>
                <a:spcPts val="0"/>
              </a:spcBef>
              <a:buNone/>
              <a:defRPr sz="2400" b="false" i="false" spc="-50" baseline="0">
                <a:latin typeface="Noto Sans S Chinese Regular" panose="020B0500000000000000" pitchFamily="34" charset="-128"/>
              </a:defRPr>
            </a:lvl2pPr>
          </a:lstStyle>
          <a:p>
            <a:pPr marL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请输入标题</a:t>
            </a:r>
            <a:endParaRPr lang="en-US" altLang="zh-CN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请输入标题</a:t>
            </a:r>
            <a:endParaRPr lang="en-US" altLang="zh-CN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请输入标题</a:t>
            </a:r>
            <a:endParaRPr lang="en-US" altLang="zh-CN" noProof="false"/>
          </a:p>
        </p:txBody>
      </p:sp>
      <p:sp>
        <p:nvSpPr>
          <p:cNvPr id="576" name="Text Placeholder 8"/>
          <p:cNvSpPr>
            <a:spLocks noGrp="true"/>
          </p:cNvSpPr>
          <p:nvPr>
            <p:ph type="body" sz="quarter" idx="47" hasCustomPrompt="true"/>
          </p:nvPr>
        </p:nvSpPr>
        <p:spPr>
          <a:xfrm>
            <a:off x="2786289" y="3851751"/>
            <a:ext cx="2050640" cy="574334"/>
          </a:xfrm>
        </p:spPr>
        <p:txBody>
          <a:bodyPr>
            <a:noAutofit/>
          </a:bodyPr>
          <a:lstStyle>
            <a:lvl1pPr marL="0" indent="0">
              <a:buNone/>
              <a:defRPr lang="en-US" sz="4400" b="true" i="false" kern="1200" noProof="false" dirty="false">
                <a:solidFill>
                  <a:srgbClr val="F55600"/>
                </a:solidFill>
                <a:latin typeface="+mj-lt"/>
                <a:ea typeface="Noto Sans S Chinese Regular" panose="020B0500000000000000" pitchFamily="34" charset="-128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noProof="false"/>
              <a:t>#$%</a:t>
            </a:r>
            <a:endParaRPr lang="en-US" noProof="false"/>
          </a:p>
        </p:txBody>
      </p:sp>
      <p:sp>
        <p:nvSpPr>
          <p:cNvPr id="577" name="Text Placeholder 10"/>
          <p:cNvSpPr>
            <a:spLocks noGrp="true"/>
          </p:cNvSpPr>
          <p:nvPr>
            <p:ph type="body" sz="quarter" idx="48" hasCustomPrompt="true"/>
          </p:nvPr>
        </p:nvSpPr>
        <p:spPr>
          <a:xfrm>
            <a:off x="5057773" y="4542817"/>
            <a:ext cx="2058805" cy="1515083"/>
          </a:xfrm>
        </p:spPr>
        <p:txBody>
          <a:bodyPr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lang="en-US" altLang="zh-CN" sz="32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  <a:lvl2pPr marL="457200" indent="0">
              <a:lnSpc>
                <a:spcPct val="80000"/>
              </a:lnSpc>
              <a:spcBef>
                <a:spcPts val="0"/>
              </a:spcBef>
              <a:buNone/>
              <a:defRPr sz="2400" b="false" i="false" spc="-50" baseline="0">
                <a:latin typeface="Noto Sans S Chinese Regular" panose="020B0500000000000000" pitchFamily="34" charset="-128"/>
              </a:defRPr>
            </a:lvl2pPr>
          </a:lstStyle>
          <a:p>
            <a:pPr marL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请输入标题</a:t>
            </a:r>
            <a:endParaRPr lang="en-US" altLang="zh-CN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请输入标题</a:t>
            </a:r>
            <a:endParaRPr lang="en-US" altLang="zh-CN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请输入标题</a:t>
            </a:r>
            <a:endParaRPr lang="en-US" altLang="zh-CN" noProof="false"/>
          </a:p>
        </p:txBody>
      </p:sp>
      <p:sp>
        <p:nvSpPr>
          <p:cNvPr id="578" name="Text Placeholder 8"/>
          <p:cNvSpPr>
            <a:spLocks noGrp="true"/>
          </p:cNvSpPr>
          <p:nvPr>
            <p:ph type="body" sz="quarter" idx="49" hasCustomPrompt="true"/>
          </p:nvPr>
        </p:nvSpPr>
        <p:spPr>
          <a:xfrm>
            <a:off x="5065938" y="3851751"/>
            <a:ext cx="2050640" cy="574334"/>
          </a:xfrm>
        </p:spPr>
        <p:txBody>
          <a:bodyPr>
            <a:noAutofit/>
          </a:bodyPr>
          <a:lstStyle>
            <a:lvl1pPr marL="0" indent="0">
              <a:buNone/>
              <a:defRPr lang="en-US" sz="4400" b="true" i="false" kern="1200" noProof="false" dirty="false">
                <a:solidFill>
                  <a:srgbClr val="F55600"/>
                </a:solidFill>
                <a:latin typeface="+mj-lt"/>
                <a:ea typeface="Noto Sans S Chinese Regular" panose="020B0500000000000000" pitchFamily="34" charset="-128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noProof="false"/>
              <a:t>#$%</a:t>
            </a:r>
            <a:endParaRPr lang="en-US" noProof="false"/>
          </a:p>
        </p:txBody>
      </p:sp>
      <p:sp>
        <p:nvSpPr>
          <p:cNvPr id="579" name="Text Placeholder 10"/>
          <p:cNvSpPr>
            <a:spLocks noGrp="true"/>
          </p:cNvSpPr>
          <p:nvPr>
            <p:ph type="body" sz="quarter" idx="50" hasCustomPrompt="true"/>
          </p:nvPr>
        </p:nvSpPr>
        <p:spPr>
          <a:xfrm>
            <a:off x="7333272" y="4542817"/>
            <a:ext cx="2058805" cy="1515083"/>
          </a:xfrm>
        </p:spPr>
        <p:txBody>
          <a:bodyPr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lang="en-US" altLang="zh-CN" sz="32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  <a:lvl2pPr marL="457200" indent="0">
              <a:lnSpc>
                <a:spcPct val="80000"/>
              </a:lnSpc>
              <a:spcBef>
                <a:spcPts val="0"/>
              </a:spcBef>
              <a:buNone/>
              <a:defRPr sz="2400" b="false" i="false" spc="-50" baseline="0">
                <a:latin typeface="Noto Sans S Chinese Regular" panose="020B0500000000000000" pitchFamily="34" charset="-128"/>
              </a:defRPr>
            </a:lvl2pPr>
          </a:lstStyle>
          <a:p>
            <a:pPr marL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请输入标题</a:t>
            </a:r>
            <a:endParaRPr lang="en-US" altLang="zh-CN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请输入标题</a:t>
            </a:r>
            <a:endParaRPr lang="en-US" altLang="zh-CN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请输入标题</a:t>
            </a:r>
            <a:endParaRPr lang="en-US" altLang="zh-CN" noProof="false"/>
          </a:p>
        </p:txBody>
      </p:sp>
      <p:sp>
        <p:nvSpPr>
          <p:cNvPr id="580" name="Text Placeholder 8"/>
          <p:cNvSpPr>
            <a:spLocks noGrp="true"/>
          </p:cNvSpPr>
          <p:nvPr>
            <p:ph type="body" sz="quarter" idx="51" hasCustomPrompt="true"/>
          </p:nvPr>
        </p:nvSpPr>
        <p:spPr>
          <a:xfrm>
            <a:off x="7341437" y="3851751"/>
            <a:ext cx="2050640" cy="574334"/>
          </a:xfrm>
        </p:spPr>
        <p:txBody>
          <a:bodyPr>
            <a:noAutofit/>
          </a:bodyPr>
          <a:lstStyle>
            <a:lvl1pPr marL="0" indent="0">
              <a:buNone/>
              <a:defRPr lang="en-US" sz="4400" b="true" i="false" kern="1200" noProof="false" dirty="false">
                <a:solidFill>
                  <a:srgbClr val="F55600"/>
                </a:solidFill>
                <a:latin typeface="+mj-lt"/>
                <a:ea typeface="Noto Sans S Chinese Regular" panose="020B0500000000000000" pitchFamily="34" charset="-128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noProof="false"/>
              <a:t>#$%</a:t>
            </a:r>
            <a:endParaRPr lang="en-US" noProof="false"/>
          </a:p>
        </p:txBody>
      </p:sp>
      <p:sp>
        <p:nvSpPr>
          <p:cNvPr id="581" name="Text Placeholder 10"/>
          <p:cNvSpPr>
            <a:spLocks noGrp="true"/>
          </p:cNvSpPr>
          <p:nvPr>
            <p:ph type="body" sz="quarter" idx="52" hasCustomPrompt="true"/>
          </p:nvPr>
        </p:nvSpPr>
        <p:spPr>
          <a:xfrm>
            <a:off x="9616936" y="4542817"/>
            <a:ext cx="2058805" cy="1515083"/>
          </a:xfrm>
        </p:spPr>
        <p:txBody>
          <a:bodyPr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lang="en-US" altLang="zh-CN" sz="32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  <a:lvl2pPr marL="457200" indent="0">
              <a:lnSpc>
                <a:spcPct val="80000"/>
              </a:lnSpc>
              <a:spcBef>
                <a:spcPts val="0"/>
              </a:spcBef>
              <a:buNone/>
              <a:defRPr sz="2400" b="false" i="false" spc="-50" baseline="0">
                <a:latin typeface="Noto Sans S Chinese Regular" panose="020B0500000000000000" pitchFamily="34" charset="-128"/>
              </a:defRPr>
            </a:lvl2pPr>
          </a:lstStyle>
          <a:p>
            <a:pPr marL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请输入标题</a:t>
            </a:r>
            <a:endParaRPr lang="en-US" altLang="zh-CN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请输入标题</a:t>
            </a:r>
            <a:endParaRPr lang="en-US" altLang="zh-CN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请输入标题</a:t>
            </a:r>
            <a:endParaRPr lang="en-US" altLang="zh-CN" noProof="false"/>
          </a:p>
        </p:txBody>
      </p:sp>
      <p:sp>
        <p:nvSpPr>
          <p:cNvPr id="582" name="Text Placeholder 8"/>
          <p:cNvSpPr>
            <a:spLocks noGrp="true"/>
          </p:cNvSpPr>
          <p:nvPr>
            <p:ph type="body" sz="quarter" idx="53" hasCustomPrompt="true"/>
          </p:nvPr>
        </p:nvSpPr>
        <p:spPr>
          <a:xfrm>
            <a:off x="9625101" y="3851751"/>
            <a:ext cx="2050640" cy="574334"/>
          </a:xfrm>
        </p:spPr>
        <p:txBody>
          <a:bodyPr>
            <a:noAutofit/>
          </a:bodyPr>
          <a:lstStyle>
            <a:lvl1pPr marL="0" indent="0">
              <a:buNone/>
              <a:defRPr lang="en-US" sz="4400" b="true" i="false" kern="1200" noProof="false" dirty="false">
                <a:solidFill>
                  <a:srgbClr val="F55600"/>
                </a:solidFill>
                <a:latin typeface="+mj-lt"/>
                <a:ea typeface="Noto Sans S Chinese Regular" panose="020B0500000000000000" pitchFamily="34" charset="-128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noProof="false"/>
              <a:t>#$%</a:t>
            </a:r>
            <a:endParaRPr lang="en-US" noProof="false"/>
          </a:p>
        </p:txBody>
      </p:sp>
      <p:sp>
        <p:nvSpPr>
          <p:cNvPr id="583" name="Text Placeholder 8"/>
          <p:cNvSpPr>
            <a:spLocks noGrp="true"/>
          </p:cNvSpPr>
          <p:nvPr>
            <p:ph type="body" sz="quarter" idx="23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altLang="zh-CN" noProof="false" err="true"/>
              <a:t>来源</a:t>
            </a:r>
            <a:r>
              <a:rPr lang="zh-CN" altLang="en-US" noProof="false"/>
              <a:t>：</a:t>
            </a:r>
            <a:endParaRPr lang="en-US" altLang="zh-CN" noProof="false"/>
          </a:p>
        </p:txBody>
      </p: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p="http://schemas.openxmlformats.org/presentationml/2006/main">
  <p:cSld name="2_Content blocks 5 column 3">
    <p:spTree>
      <p:nvGrpSpPr>
        <p:cNvPr id="58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586" name="Picture Placeholder 7"/>
          <p:cNvSpPr>
            <a:spLocks noGrp="true"/>
          </p:cNvSpPr>
          <p:nvPr>
            <p:ph type="pic" sz="quarter" idx="15" hasCustomPrompt="true"/>
          </p:nvPr>
        </p:nvSpPr>
        <p:spPr>
          <a:xfrm>
            <a:off x="507366" y="1111894"/>
            <a:ext cx="2050640" cy="2464683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单击插入图片</a:t>
            </a:r>
            <a:endParaRPr lang="en-US" altLang="zh-CN" noProof="false"/>
          </a:p>
        </p:txBody>
      </p:sp>
      <p:sp>
        <p:nvSpPr>
          <p:cNvPr id="587" name="Picture Placeholder 7"/>
          <p:cNvSpPr>
            <a:spLocks noGrp="true"/>
          </p:cNvSpPr>
          <p:nvPr>
            <p:ph type="pic" sz="quarter" idx="32" hasCustomPrompt="true"/>
          </p:nvPr>
        </p:nvSpPr>
        <p:spPr>
          <a:xfrm>
            <a:off x="2778126" y="1111894"/>
            <a:ext cx="2050640" cy="2464683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单击插入图片</a:t>
            </a:r>
            <a:endParaRPr lang="en-US" altLang="zh-CN" noProof="false"/>
          </a:p>
        </p:txBody>
      </p:sp>
      <p:sp>
        <p:nvSpPr>
          <p:cNvPr id="588" name="Picture Placeholder 7"/>
          <p:cNvSpPr>
            <a:spLocks noGrp="true"/>
          </p:cNvSpPr>
          <p:nvPr>
            <p:ph type="pic" sz="quarter" idx="34" hasCustomPrompt="true"/>
          </p:nvPr>
        </p:nvSpPr>
        <p:spPr>
          <a:xfrm>
            <a:off x="5070675" y="1111894"/>
            <a:ext cx="2050640" cy="2464683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单击插入图片</a:t>
            </a:r>
            <a:endParaRPr lang="en-US" altLang="zh-CN" noProof="false"/>
          </a:p>
        </p:txBody>
      </p:sp>
      <p:sp>
        <p:nvSpPr>
          <p:cNvPr id="589" name="Picture Placeholder 7"/>
          <p:cNvSpPr>
            <a:spLocks noGrp="true"/>
          </p:cNvSpPr>
          <p:nvPr>
            <p:ph type="pic" sz="quarter" idx="36" hasCustomPrompt="true"/>
          </p:nvPr>
        </p:nvSpPr>
        <p:spPr>
          <a:xfrm>
            <a:off x="7341437" y="1111894"/>
            <a:ext cx="2050640" cy="2464683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单击插入图片</a:t>
            </a:r>
            <a:endParaRPr lang="en-US" altLang="zh-CN" noProof="false"/>
          </a:p>
        </p:txBody>
      </p:sp>
      <p:sp>
        <p:nvSpPr>
          <p:cNvPr id="590" name="Picture Placeholder 7"/>
          <p:cNvSpPr>
            <a:spLocks noGrp="true"/>
          </p:cNvSpPr>
          <p:nvPr>
            <p:ph type="pic" sz="quarter" idx="38" hasCustomPrompt="true"/>
          </p:nvPr>
        </p:nvSpPr>
        <p:spPr>
          <a:xfrm>
            <a:off x="9633994" y="1111894"/>
            <a:ext cx="2050640" cy="2464683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单击插入图片</a:t>
            </a:r>
            <a:endParaRPr lang="en-US" altLang="zh-CN" noProof="false"/>
          </a:p>
        </p:txBody>
      </p:sp>
      <p:sp>
        <p:nvSpPr>
          <p:cNvPr id="591" name="Text Placeholder 8"/>
          <p:cNvSpPr>
            <a:spLocks noGrp="true"/>
          </p:cNvSpPr>
          <p:nvPr>
            <p:ph type="body" sz="quarter" idx="23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altLang="zh-CN" noProof="false" err="true"/>
              <a:t>来源</a:t>
            </a:r>
            <a:r>
              <a:rPr lang="zh-CN" altLang="en-US" noProof="false"/>
              <a:t>：</a:t>
            </a:r>
            <a:endParaRPr lang="en-US" altLang="zh-CN" noProof="false"/>
          </a:p>
        </p:txBody>
      </p:sp>
      <p:sp>
        <p:nvSpPr>
          <p:cNvPr id="592" name="Text Placeholder 12"/>
          <p:cNvSpPr>
            <a:spLocks noGrp="true"/>
          </p:cNvSpPr>
          <p:nvPr>
            <p:ph type="body" sz="quarter" idx="31" hasCustomPrompt="true"/>
          </p:nvPr>
        </p:nvSpPr>
        <p:spPr>
          <a:xfrm>
            <a:off x="509375" y="3863786"/>
            <a:ext cx="2050642" cy="1369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lang="en-US" sz="800" b="false" i="false" kern="1200" cap="all" spc="0" baseline="0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sz="1200"/>
            </a:lvl3pPr>
          </a:lstStyle>
          <a:p>
            <a:pPr lvl="0"/>
            <a:r>
              <a:rPr lang="en-US" noProof="false" err="true"/>
              <a:t>请输入副标题</a:t>
            </a:r>
            <a:endParaRPr lang="en-US" noProof="false"/>
          </a:p>
        </p:txBody>
      </p:sp>
      <p:sp>
        <p:nvSpPr>
          <p:cNvPr id="593" name="Text Placeholder 5"/>
          <p:cNvSpPr>
            <a:spLocks noGrp="true"/>
          </p:cNvSpPr>
          <p:nvPr>
            <p:ph type="body" sz="quarter" idx="24" hasCustomPrompt="true"/>
          </p:nvPr>
        </p:nvSpPr>
        <p:spPr>
          <a:xfrm>
            <a:off x="507364" y="4110652"/>
            <a:ext cx="2050642" cy="1304628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lang="en-US" altLang="zh-CN" sz="32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dirty="false" err="true"/>
              <a:t>请输入标题</a:t>
            </a:r>
            <a:endParaRPr lang="en-US" altLang="zh-CN" noProof="false" dirty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dirty="false" err="true"/>
              <a:t>请输入标题</a:t>
            </a:r>
            <a:endParaRPr lang="en-US" altLang="zh-CN" noProof="false" dirty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dirty="false" err="true"/>
              <a:t>请输入标题</a:t>
            </a:r>
            <a:endParaRPr lang="en-US" altLang="zh-CN" noProof="false" dirty="false"/>
          </a:p>
        </p:txBody>
      </p:sp>
      <p:sp>
        <p:nvSpPr>
          <p:cNvPr id="594" name="Text Placeholder 12"/>
          <p:cNvSpPr>
            <a:spLocks noGrp="true"/>
          </p:cNvSpPr>
          <p:nvPr>
            <p:ph type="body" sz="quarter" idx="39" hasCustomPrompt="true"/>
          </p:nvPr>
        </p:nvSpPr>
        <p:spPr>
          <a:xfrm>
            <a:off x="2780137" y="3863786"/>
            <a:ext cx="2050642" cy="1369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lang="en-US" sz="800" b="false" i="false" kern="1200" cap="all" spc="0" baseline="0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sz="1200"/>
            </a:lvl3pPr>
          </a:lstStyle>
          <a:p>
            <a:pPr lvl="0"/>
            <a:r>
              <a:rPr lang="en-US" noProof="false" err="true"/>
              <a:t>请输入副标题</a:t>
            </a:r>
            <a:endParaRPr lang="en-US" noProof="false"/>
          </a:p>
        </p:txBody>
      </p:sp>
      <p:sp>
        <p:nvSpPr>
          <p:cNvPr id="595" name="Text Placeholder 5"/>
          <p:cNvSpPr>
            <a:spLocks noGrp="true"/>
          </p:cNvSpPr>
          <p:nvPr>
            <p:ph type="body" sz="quarter" idx="40" hasCustomPrompt="true"/>
          </p:nvPr>
        </p:nvSpPr>
        <p:spPr>
          <a:xfrm>
            <a:off x="2778126" y="4110652"/>
            <a:ext cx="2050642" cy="1304628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lang="en-US" altLang="zh-CN" sz="32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请输入标题</a:t>
            </a:r>
            <a:endParaRPr lang="en-US" altLang="zh-CN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请输入标题</a:t>
            </a:r>
            <a:endParaRPr lang="en-US" altLang="zh-CN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请输入标题</a:t>
            </a:r>
            <a:endParaRPr lang="en-US" altLang="zh-CN" noProof="false"/>
          </a:p>
        </p:txBody>
      </p:sp>
      <p:sp>
        <p:nvSpPr>
          <p:cNvPr id="596" name="Text Placeholder 12"/>
          <p:cNvSpPr>
            <a:spLocks noGrp="true"/>
          </p:cNvSpPr>
          <p:nvPr>
            <p:ph type="body" sz="quarter" idx="42" hasCustomPrompt="true"/>
          </p:nvPr>
        </p:nvSpPr>
        <p:spPr>
          <a:xfrm>
            <a:off x="5072690" y="3863786"/>
            <a:ext cx="2050642" cy="1369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lang="en-US" sz="800" b="false" i="false" kern="1200" cap="all" spc="0" baseline="0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sz="1200"/>
            </a:lvl3pPr>
          </a:lstStyle>
          <a:p>
            <a:pPr lvl="0"/>
            <a:r>
              <a:rPr lang="en-US" noProof="false" err="true"/>
              <a:t>请输入副标题</a:t>
            </a:r>
            <a:endParaRPr lang="en-US" noProof="false"/>
          </a:p>
        </p:txBody>
      </p:sp>
      <p:sp>
        <p:nvSpPr>
          <p:cNvPr id="597" name="Text Placeholder 5"/>
          <p:cNvSpPr>
            <a:spLocks noGrp="true"/>
          </p:cNvSpPr>
          <p:nvPr>
            <p:ph type="body" sz="quarter" idx="43" hasCustomPrompt="true"/>
          </p:nvPr>
        </p:nvSpPr>
        <p:spPr>
          <a:xfrm>
            <a:off x="5070679" y="4110652"/>
            <a:ext cx="2050642" cy="1304628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lang="en-US" altLang="zh-CN" sz="32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请输入标题</a:t>
            </a:r>
            <a:endParaRPr lang="en-US" altLang="zh-CN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请输入标题</a:t>
            </a:r>
            <a:endParaRPr lang="en-US" altLang="zh-CN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请输入标题</a:t>
            </a:r>
            <a:endParaRPr lang="en-US" altLang="zh-CN" noProof="false"/>
          </a:p>
        </p:txBody>
      </p:sp>
      <p:sp>
        <p:nvSpPr>
          <p:cNvPr id="598" name="Text Placeholder 12"/>
          <p:cNvSpPr>
            <a:spLocks noGrp="true"/>
          </p:cNvSpPr>
          <p:nvPr>
            <p:ph type="body" sz="quarter" idx="45" hasCustomPrompt="true"/>
          </p:nvPr>
        </p:nvSpPr>
        <p:spPr>
          <a:xfrm>
            <a:off x="7341435" y="3863786"/>
            <a:ext cx="2050642" cy="1369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lang="en-US" sz="800" b="false" i="false" kern="1200" cap="all" spc="0" baseline="0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sz="1200"/>
            </a:lvl3pPr>
          </a:lstStyle>
          <a:p>
            <a:pPr lvl="0"/>
            <a:r>
              <a:rPr lang="en-US" noProof="false" err="true"/>
              <a:t>请输入副标题</a:t>
            </a:r>
            <a:endParaRPr lang="en-US" noProof="false"/>
          </a:p>
        </p:txBody>
      </p:sp>
      <p:sp>
        <p:nvSpPr>
          <p:cNvPr id="599" name="Text Placeholder 5"/>
          <p:cNvSpPr>
            <a:spLocks noGrp="true"/>
          </p:cNvSpPr>
          <p:nvPr>
            <p:ph type="body" sz="quarter" idx="46" hasCustomPrompt="true"/>
          </p:nvPr>
        </p:nvSpPr>
        <p:spPr>
          <a:xfrm>
            <a:off x="7339424" y="4110652"/>
            <a:ext cx="2050642" cy="1304628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lang="en-US" altLang="zh-CN" sz="32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请输入标题</a:t>
            </a:r>
            <a:endParaRPr lang="en-US" altLang="zh-CN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请输入标题</a:t>
            </a:r>
            <a:endParaRPr lang="en-US" altLang="zh-CN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请输入标题</a:t>
            </a:r>
            <a:endParaRPr lang="en-US" altLang="zh-CN" noProof="false"/>
          </a:p>
        </p:txBody>
      </p:sp>
      <p:sp>
        <p:nvSpPr>
          <p:cNvPr id="600" name="Text Placeholder 12"/>
          <p:cNvSpPr>
            <a:spLocks noGrp="true"/>
          </p:cNvSpPr>
          <p:nvPr>
            <p:ph type="body" sz="quarter" idx="48" hasCustomPrompt="true"/>
          </p:nvPr>
        </p:nvSpPr>
        <p:spPr>
          <a:xfrm>
            <a:off x="9636005" y="3863786"/>
            <a:ext cx="2050642" cy="1369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lang="en-US" sz="800" b="false" i="false" kern="1200" cap="all" spc="0" baseline="0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sz="1200"/>
            </a:lvl3pPr>
          </a:lstStyle>
          <a:p>
            <a:pPr lvl="0"/>
            <a:r>
              <a:rPr lang="en-US" noProof="false" err="true"/>
              <a:t>请输入副标题</a:t>
            </a:r>
            <a:endParaRPr lang="en-US" noProof="false"/>
          </a:p>
        </p:txBody>
      </p:sp>
      <p:sp>
        <p:nvSpPr>
          <p:cNvPr id="601" name="Text Placeholder 5"/>
          <p:cNvSpPr>
            <a:spLocks noGrp="true"/>
          </p:cNvSpPr>
          <p:nvPr>
            <p:ph type="body" sz="quarter" idx="49" hasCustomPrompt="true"/>
          </p:nvPr>
        </p:nvSpPr>
        <p:spPr>
          <a:xfrm>
            <a:off x="9633994" y="4110652"/>
            <a:ext cx="2050642" cy="1304628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lang="en-US" altLang="zh-CN" sz="32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请输入标题</a:t>
            </a:r>
            <a:endParaRPr lang="en-US" altLang="zh-CN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请输入标题</a:t>
            </a:r>
            <a:endParaRPr lang="en-US" altLang="zh-CN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请输入标题</a:t>
            </a:r>
            <a:endParaRPr lang="en-US" altLang="zh-CN" noProof="false"/>
          </a:p>
        </p:txBody>
      </p:sp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p="http://schemas.openxmlformats.org/presentationml/2006/main">
  <p:cSld name="Content blocks 5 column 3">
    <p:spTree>
      <p:nvGrpSpPr>
        <p:cNvPr id="60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604" name="Picture Placeholder 7"/>
          <p:cNvSpPr>
            <a:spLocks noGrp="true"/>
          </p:cNvSpPr>
          <p:nvPr>
            <p:ph type="pic" sz="quarter" idx="15" hasCustomPrompt="true"/>
          </p:nvPr>
        </p:nvSpPr>
        <p:spPr>
          <a:xfrm>
            <a:off x="507366" y="1111894"/>
            <a:ext cx="2050640" cy="2464683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单击插入图片</a:t>
            </a:r>
            <a:endParaRPr lang="en-US" altLang="zh-CN" noProof="false"/>
          </a:p>
        </p:txBody>
      </p:sp>
      <p:sp>
        <p:nvSpPr>
          <p:cNvPr id="605" name="Picture Placeholder 7"/>
          <p:cNvSpPr>
            <a:spLocks noGrp="true"/>
          </p:cNvSpPr>
          <p:nvPr>
            <p:ph type="pic" sz="quarter" idx="32" hasCustomPrompt="true"/>
          </p:nvPr>
        </p:nvSpPr>
        <p:spPr>
          <a:xfrm>
            <a:off x="2778126" y="1111894"/>
            <a:ext cx="2050640" cy="2464683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单击插入图片</a:t>
            </a:r>
            <a:endParaRPr lang="en-US" altLang="zh-CN" noProof="false"/>
          </a:p>
        </p:txBody>
      </p:sp>
      <p:sp>
        <p:nvSpPr>
          <p:cNvPr id="606" name="Picture Placeholder 7"/>
          <p:cNvSpPr>
            <a:spLocks noGrp="true"/>
          </p:cNvSpPr>
          <p:nvPr>
            <p:ph type="pic" sz="quarter" idx="34" hasCustomPrompt="true"/>
          </p:nvPr>
        </p:nvSpPr>
        <p:spPr>
          <a:xfrm>
            <a:off x="5070675" y="1111894"/>
            <a:ext cx="2050640" cy="2464683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单击插入图片</a:t>
            </a:r>
            <a:endParaRPr lang="en-US" altLang="zh-CN" noProof="false"/>
          </a:p>
        </p:txBody>
      </p:sp>
      <p:sp>
        <p:nvSpPr>
          <p:cNvPr id="607" name="Picture Placeholder 7"/>
          <p:cNvSpPr>
            <a:spLocks noGrp="true"/>
          </p:cNvSpPr>
          <p:nvPr>
            <p:ph type="pic" sz="quarter" idx="36" hasCustomPrompt="true"/>
          </p:nvPr>
        </p:nvSpPr>
        <p:spPr>
          <a:xfrm>
            <a:off x="7341437" y="1111894"/>
            <a:ext cx="2050640" cy="2464683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单击插入图片</a:t>
            </a:r>
            <a:endParaRPr lang="en-US" altLang="zh-CN" noProof="false"/>
          </a:p>
        </p:txBody>
      </p:sp>
      <p:sp>
        <p:nvSpPr>
          <p:cNvPr id="608" name="Picture Placeholder 7"/>
          <p:cNvSpPr>
            <a:spLocks noGrp="true"/>
          </p:cNvSpPr>
          <p:nvPr>
            <p:ph type="pic" sz="quarter" idx="38" hasCustomPrompt="true"/>
          </p:nvPr>
        </p:nvSpPr>
        <p:spPr>
          <a:xfrm>
            <a:off x="9633994" y="1111894"/>
            <a:ext cx="2050640" cy="2464683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单击插入图片</a:t>
            </a:r>
            <a:endParaRPr lang="en-US" altLang="zh-CN" noProof="false"/>
          </a:p>
        </p:txBody>
      </p:sp>
      <p:sp>
        <p:nvSpPr>
          <p:cNvPr id="609" name="Text Placeholder 8"/>
          <p:cNvSpPr>
            <a:spLocks noGrp="true"/>
          </p:cNvSpPr>
          <p:nvPr>
            <p:ph type="body" sz="quarter" idx="23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altLang="zh-CN" noProof="false" err="true"/>
              <a:t>来源</a:t>
            </a:r>
            <a:r>
              <a:rPr lang="zh-CN" altLang="en-US" noProof="false"/>
              <a:t>：</a:t>
            </a:r>
            <a:endParaRPr lang="en-US" altLang="zh-CN" noProof="false"/>
          </a:p>
        </p:txBody>
      </p:sp>
      <p:sp>
        <p:nvSpPr>
          <p:cNvPr id="610" name="Text Placeholder 12"/>
          <p:cNvSpPr>
            <a:spLocks noGrp="true"/>
          </p:cNvSpPr>
          <p:nvPr>
            <p:ph type="body" sz="quarter" idx="31" hasCustomPrompt="true"/>
          </p:nvPr>
        </p:nvSpPr>
        <p:spPr>
          <a:xfrm>
            <a:off x="509375" y="3863786"/>
            <a:ext cx="2050642" cy="1369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lang="en-US" sz="800" b="false" i="false" kern="1200" cap="all" spc="0" baseline="0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sz="1200"/>
            </a:lvl3pPr>
          </a:lstStyle>
          <a:p>
            <a:pPr lvl="0"/>
            <a:r>
              <a:rPr lang="en-US" noProof="false" err="true"/>
              <a:t>请输入副标题</a:t>
            </a:r>
            <a:endParaRPr lang="en-US" noProof="false"/>
          </a:p>
        </p:txBody>
      </p:sp>
      <p:sp>
        <p:nvSpPr>
          <p:cNvPr id="611" name="Text Placeholder 5"/>
          <p:cNvSpPr>
            <a:spLocks noGrp="true"/>
          </p:cNvSpPr>
          <p:nvPr>
            <p:ph type="body" sz="quarter" idx="24" hasCustomPrompt="true"/>
          </p:nvPr>
        </p:nvSpPr>
        <p:spPr>
          <a:xfrm>
            <a:off x="507364" y="4059852"/>
            <a:ext cx="2050642" cy="759218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lang="en-US" altLang="en-US" sz="28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en-US" altLang="zh-TW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zh-TW" altLang="en-US" noProof="false"/>
          </a:p>
        </p:txBody>
      </p:sp>
      <p:sp>
        <p:nvSpPr>
          <p:cNvPr id="612" name="Text Placeholder 12"/>
          <p:cNvSpPr>
            <a:spLocks noGrp="true"/>
          </p:cNvSpPr>
          <p:nvPr>
            <p:ph type="body" sz="quarter" idx="33" hasCustomPrompt="true"/>
          </p:nvPr>
        </p:nvSpPr>
        <p:spPr>
          <a:xfrm>
            <a:off x="507364" y="4990531"/>
            <a:ext cx="2050642" cy="111133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00" b="false" i="false" kern="1200" cap="none" spc="0" baseline="0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lang="en-GB" sz="1200" kern="1200" dirty="fals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noProof="false" err="true"/>
              <a:t>请输入正文内容</a:t>
            </a:r>
            <a:endParaRPr lang="en-US" noProof="false"/>
          </a:p>
        </p:txBody>
      </p:sp>
      <p:sp>
        <p:nvSpPr>
          <p:cNvPr id="613" name="Text Placeholder 12"/>
          <p:cNvSpPr>
            <a:spLocks noGrp="true"/>
          </p:cNvSpPr>
          <p:nvPr>
            <p:ph type="body" sz="quarter" idx="39" hasCustomPrompt="true"/>
          </p:nvPr>
        </p:nvSpPr>
        <p:spPr>
          <a:xfrm>
            <a:off x="2780137" y="3863786"/>
            <a:ext cx="2050642" cy="1369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lang="en-US" sz="800" b="false" i="false" kern="1200" cap="all" spc="0" baseline="0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sz="1200"/>
            </a:lvl3pPr>
          </a:lstStyle>
          <a:p>
            <a:pPr lvl="0"/>
            <a:r>
              <a:rPr lang="en-US" noProof="false" err="true"/>
              <a:t>请输入副标题</a:t>
            </a:r>
            <a:endParaRPr lang="en-US" noProof="false"/>
          </a:p>
        </p:txBody>
      </p:sp>
      <p:sp>
        <p:nvSpPr>
          <p:cNvPr id="614" name="Text Placeholder 5"/>
          <p:cNvSpPr>
            <a:spLocks noGrp="true"/>
          </p:cNvSpPr>
          <p:nvPr>
            <p:ph type="body" sz="quarter" idx="40" hasCustomPrompt="true"/>
          </p:nvPr>
        </p:nvSpPr>
        <p:spPr>
          <a:xfrm>
            <a:off x="2778126" y="4059852"/>
            <a:ext cx="2050642" cy="759218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lang="en-US" altLang="en-US" sz="28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en-US" altLang="zh-TW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zh-TW" altLang="en-US" noProof="false"/>
          </a:p>
        </p:txBody>
      </p:sp>
      <p:sp>
        <p:nvSpPr>
          <p:cNvPr id="615" name="Text Placeholder 12"/>
          <p:cNvSpPr>
            <a:spLocks noGrp="true"/>
          </p:cNvSpPr>
          <p:nvPr>
            <p:ph type="body" sz="quarter" idx="41" hasCustomPrompt="true"/>
          </p:nvPr>
        </p:nvSpPr>
        <p:spPr>
          <a:xfrm>
            <a:off x="2778126" y="4990531"/>
            <a:ext cx="2050642" cy="111133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00" b="false" i="false" kern="1200" cap="none" spc="0" baseline="0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lang="en-GB" sz="1200" kern="1200" dirty="fals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请输入正文内容</a:t>
            </a:r>
            <a:endParaRPr lang="en-US" altLang="zh-CN" noProof="false"/>
          </a:p>
        </p:txBody>
      </p:sp>
      <p:sp>
        <p:nvSpPr>
          <p:cNvPr id="616" name="Text Placeholder 12"/>
          <p:cNvSpPr>
            <a:spLocks noGrp="true"/>
          </p:cNvSpPr>
          <p:nvPr>
            <p:ph type="body" sz="quarter" idx="42" hasCustomPrompt="true"/>
          </p:nvPr>
        </p:nvSpPr>
        <p:spPr>
          <a:xfrm>
            <a:off x="5072690" y="3863786"/>
            <a:ext cx="2050642" cy="1369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lang="en-US" sz="800" b="false" i="false" kern="1200" cap="all" spc="0" baseline="0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sz="1200"/>
            </a:lvl3pPr>
          </a:lstStyle>
          <a:p>
            <a:pPr lvl="0"/>
            <a:r>
              <a:rPr lang="en-US" noProof="false" err="true"/>
              <a:t>请输入副标题</a:t>
            </a:r>
            <a:endParaRPr lang="en-US" noProof="false"/>
          </a:p>
        </p:txBody>
      </p:sp>
      <p:sp>
        <p:nvSpPr>
          <p:cNvPr id="617" name="Text Placeholder 5"/>
          <p:cNvSpPr>
            <a:spLocks noGrp="true"/>
          </p:cNvSpPr>
          <p:nvPr>
            <p:ph type="body" sz="quarter" idx="43" hasCustomPrompt="true"/>
          </p:nvPr>
        </p:nvSpPr>
        <p:spPr>
          <a:xfrm>
            <a:off x="5070679" y="4059852"/>
            <a:ext cx="2050642" cy="759218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lang="en-US" altLang="en-US" sz="28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en-US" altLang="zh-TW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zh-TW" altLang="en-US" noProof="false"/>
          </a:p>
        </p:txBody>
      </p:sp>
      <p:sp>
        <p:nvSpPr>
          <p:cNvPr id="618" name="Text Placeholder 12"/>
          <p:cNvSpPr>
            <a:spLocks noGrp="true"/>
          </p:cNvSpPr>
          <p:nvPr>
            <p:ph type="body" sz="quarter" idx="44" hasCustomPrompt="true"/>
          </p:nvPr>
        </p:nvSpPr>
        <p:spPr>
          <a:xfrm>
            <a:off x="5070679" y="4990531"/>
            <a:ext cx="2050642" cy="111133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00" b="false" i="false" kern="1200" cap="none" spc="0" baseline="0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lang="en-GB" sz="1200" kern="1200" dirty="fals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请输入正文内容</a:t>
            </a:r>
            <a:endParaRPr lang="en-US" altLang="zh-CN" noProof="false"/>
          </a:p>
        </p:txBody>
      </p:sp>
      <p:sp>
        <p:nvSpPr>
          <p:cNvPr id="619" name="Text Placeholder 12"/>
          <p:cNvSpPr>
            <a:spLocks noGrp="true"/>
          </p:cNvSpPr>
          <p:nvPr>
            <p:ph type="body" sz="quarter" idx="45" hasCustomPrompt="true"/>
          </p:nvPr>
        </p:nvSpPr>
        <p:spPr>
          <a:xfrm>
            <a:off x="7341435" y="3863786"/>
            <a:ext cx="2050642" cy="1369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lang="en-US" sz="800" b="false" i="false" kern="1200" cap="all" spc="0" baseline="0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sz="1200"/>
            </a:lvl3pPr>
          </a:lstStyle>
          <a:p>
            <a:pPr lvl="0"/>
            <a:r>
              <a:rPr lang="en-US" noProof="false" err="true"/>
              <a:t>请输入副标题</a:t>
            </a:r>
            <a:endParaRPr lang="en-US" noProof="false"/>
          </a:p>
        </p:txBody>
      </p:sp>
      <p:sp>
        <p:nvSpPr>
          <p:cNvPr id="620" name="Text Placeholder 5"/>
          <p:cNvSpPr>
            <a:spLocks noGrp="true"/>
          </p:cNvSpPr>
          <p:nvPr>
            <p:ph type="body" sz="quarter" idx="46" hasCustomPrompt="true"/>
          </p:nvPr>
        </p:nvSpPr>
        <p:spPr>
          <a:xfrm>
            <a:off x="7339424" y="4059852"/>
            <a:ext cx="2050642" cy="759218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lang="en-US" altLang="en-US" sz="28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en-US" altLang="zh-TW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zh-TW" altLang="en-US" noProof="false"/>
          </a:p>
        </p:txBody>
      </p:sp>
      <p:sp>
        <p:nvSpPr>
          <p:cNvPr id="621" name="Text Placeholder 12"/>
          <p:cNvSpPr>
            <a:spLocks noGrp="true"/>
          </p:cNvSpPr>
          <p:nvPr>
            <p:ph type="body" sz="quarter" idx="47" hasCustomPrompt="true"/>
          </p:nvPr>
        </p:nvSpPr>
        <p:spPr>
          <a:xfrm>
            <a:off x="7339424" y="4990531"/>
            <a:ext cx="2050642" cy="111133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altLang="zh-CN" sz="1200" b="false" i="false" kern="1200" cap="none" spc="0" baseline="0" noProof="false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lang="en-GB" sz="1200" kern="1200" dirty="fals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请输入正文内容</a:t>
            </a:r>
            <a:endParaRPr lang="en-US" altLang="zh-CN" noProof="false"/>
          </a:p>
        </p:txBody>
      </p:sp>
      <p:sp>
        <p:nvSpPr>
          <p:cNvPr id="622" name="Text Placeholder 12"/>
          <p:cNvSpPr>
            <a:spLocks noGrp="true"/>
          </p:cNvSpPr>
          <p:nvPr>
            <p:ph type="body" sz="quarter" idx="48" hasCustomPrompt="true"/>
          </p:nvPr>
        </p:nvSpPr>
        <p:spPr>
          <a:xfrm>
            <a:off x="9636005" y="3863786"/>
            <a:ext cx="2050642" cy="1369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lang="en-US" sz="800" b="false" i="false" kern="1200" cap="all" spc="0" baseline="0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sz="1200"/>
            </a:lvl3pPr>
          </a:lstStyle>
          <a:p>
            <a:pPr lvl="0"/>
            <a:r>
              <a:rPr lang="en-US" noProof="false" err="true"/>
              <a:t>请输入副标题</a:t>
            </a:r>
            <a:endParaRPr lang="en-US" noProof="false"/>
          </a:p>
        </p:txBody>
      </p:sp>
      <p:sp>
        <p:nvSpPr>
          <p:cNvPr id="623" name="Text Placeholder 5"/>
          <p:cNvSpPr>
            <a:spLocks noGrp="true"/>
          </p:cNvSpPr>
          <p:nvPr>
            <p:ph type="body" sz="quarter" idx="49" hasCustomPrompt="true"/>
          </p:nvPr>
        </p:nvSpPr>
        <p:spPr>
          <a:xfrm>
            <a:off x="9633994" y="4059852"/>
            <a:ext cx="2050642" cy="759218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lang="en-US" altLang="en-US" sz="28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en-US" altLang="zh-TW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zh-TW" altLang="en-US" noProof="false"/>
          </a:p>
        </p:txBody>
      </p:sp>
      <p:sp>
        <p:nvSpPr>
          <p:cNvPr id="624" name="Text Placeholder 12"/>
          <p:cNvSpPr>
            <a:spLocks noGrp="true"/>
          </p:cNvSpPr>
          <p:nvPr>
            <p:ph type="body" sz="quarter" idx="50" hasCustomPrompt="true"/>
          </p:nvPr>
        </p:nvSpPr>
        <p:spPr>
          <a:xfrm>
            <a:off x="9633994" y="4990531"/>
            <a:ext cx="2050642" cy="111133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00" b="false" i="false" kern="1200" cap="none" spc="0" baseline="0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lang="en-GB" sz="1200" kern="1200" dirty="fals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请输入正文内容</a:t>
            </a:r>
            <a:endParaRPr lang="en-US" altLang="zh-CN" noProof="false"/>
          </a:p>
        </p:txBody>
      </p:sp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p="http://schemas.openxmlformats.org/presentationml/2006/main">
  <p:cSld name="1_Content blocks 5 column 2">
    <p:bg>
      <p:bgPr>
        <a:solidFill>
          <a:schemeClr val="tx1"/>
        </a:solidFill>
        <a:effectLst/>
      </p:bgPr>
    </p:bg>
    <p:spTree>
      <p:nvGrpSpPr>
        <p:cNvPr id="6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627" name="Text Placeholder 10"/>
          <p:cNvSpPr>
            <a:spLocks noGrp="true"/>
          </p:cNvSpPr>
          <p:nvPr>
            <p:ph type="body" sz="quarter" idx="19" hasCustomPrompt="true"/>
          </p:nvPr>
        </p:nvSpPr>
        <p:spPr>
          <a:xfrm>
            <a:off x="498475" y="4542817"/>
            <a:ext cx="2058805" cy="1515083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lang="zh-TW" altLang="en-US" sz="3200" b="true" i="false" kern="1200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  <a:lvl2pPr marL="457200" indent="0">
              <a:lnSpc>
                <a:spcPct val="80000"/>
              </a:lnSpc>
              <a:spcBef>
                <a:spcPts val="0"/>
              </a:spcBef>
              <a:buNone/>
              <a:defRPr sz="2400" b="false" i="false" spc="-50" baseline="0">
                <a:solidFill>
                  <a:schemeClr val="bg1"/>
                </a:solidFill>
                <a:latin typeface="Noto Sans S Chinese Regular" panose="020B0500000000000000" pitchFamily="34" charset="-128"/>
              </a:defRPr>
            </a:lvl2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en-US" altLang="zh-TW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zh-TW" altLang="en-US" noProof="false"/>
          </a:p>
          <a:p>
            <a:pPr marL="0" lvl="0" indent="0" algn="l" defTabSz="914400" rtl="false" eaLnBrk="true" latinLnBrk="false" hangingPunct="true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noProof="false"/>
          </a:p>
        </p:txBody>
      </p:sp>
      <p:sp>
        <p:nvSpPr>
          <p:cNvPr id="628" name="Text Placeholder 8"/>
          <p:cNvSpPr>
            <a:spLocks noGrp="true"/>
          </p:cNvSpPr>
          <p:nvPr>
            <p:ph type="body" sz="quarter" idx="21" hasCustomPrompt="true"/>
          </p:nvPr>
        </p:nvSpPr>
        <p:spPr>
          <a:xfrm>
            <a:off x="506640" y="3851751"/>
            <a:ext cx="2050640" cy="574334"/>
          </a:xfrm>
        </p:spPr>
        <p:txBody>
          <a:bodyPr>
            <a:noAutofit/>
          </a:bodyPr>
          <a:lstStyle>
            <a:lvl1pPr marL="0" indent="0">
              <a:buNone/>
              <a:defRPr lang="en-US" sz="4400" b="true" i="false" kern="1200" noProof="false" dirty="false">
                <a:solidFill>
                  <a:srgbClr val="F55600"/>
                </a:solidFill>
                <a:latin typeface="+mj-lt"/>
                <a:ea typeface="Noto Sans S Chinese Regular" panose="020B0500000000000000" pitchFamily="34" charset="-128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noProof="false"/>
              <a:t>#$%</a:t>
            </a:r>
            <a:endParaRPr lang="en-US" noProof="false"/>
          </a:p>
        </p:txBody>
      </p:sp>
      <p:sp>
        <p:nvSpPr>
          <p:cNvPr id="629" name="Picture Placeholder 7"/>
          <p:cNvSpPr>
            <a:spLocks noGrp="true"/>
          </p:cNvSpPr>
          <p:nvPr>
            <p:ph type="pic" sz="quarter" idx="15" hasCustomPrompt="true"/>
          </p:nvPr>
        </p:nvSpPr>
        <p:spPr>
          <a:xfrm>
            <a:off x="507366" y="1111894"/>
            <a:ext cx="2050640" cy="2464683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TW" noProof="false" err="true"/>
              <a:t>单击插入图片</a:t>
            </a:r>
            <a:endParaRPr lang="en-US" altLang="zh-TW" noProof="false"/>
          </a:p>
        </p:txBody>
      </p:sp>
      <p:sp>
        <p:nvSpPr>
          <p:cNvPr id="630" name="Picture Placeholder 7"/>
          <p:cNvSpPr>
            <a:spLocks noGrp="true"/>
          </p:cNvSpPr>
          <p:nvPr>
            <p:ph type="pic" sz="quarter" idx="32" hasCustomPrompt="true"/>
          </p:nvPr>
        </p:nvSpPr>
        <p:spPr>
          <a:xfrm>
            <a:off x="2778126" y="1111894"/>
            <a:ext cx="2050640" cy="2464683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TW" noProof="false" err="true"/>
              <a:t>单击插入图片</a:t>
            </a:r>
            <a:endParaRPr lang="en-US" altLang="zh-TW" noProof="false"/>
          </a:p>
        </p:txBody>
      </p:sp>
      <p:sp>
        <p:nvSpPr>
          <p:cNvPr id="631" name="Picture Placeholder 7"/>
          <p:cNvSpPr>
            <a:spLocks noGrp="true"/>
          </p:cNvSpPr>
          <p:nvPr>
            <p:ph type="pic" sz="quarter" idx="40" hasCustomPrompt="true"/>
          </p:nvPr>
        </p:nvSpPr>
        <p:spPr>
          <a:xfrm>
            <a:off x="5070675" y="1111894"/>
            <a:ext cx="2050640" cy="2464683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单</a:t>
            </a:r>
            <a:r>
              <a:rPr lang="en-US" altLang="zh-TW" noProof="false" err="true"/>
              <a:t>击插入图片</a:t>
            </a:r>
            <a:endParaRPr lang="en-US" altLang="zh-TW" noProof="false"/>
          </a:p>
        </p:txBody>
      </p:sp>
      <p:sp>
        <p:nvSpPr>
          <p:cNvPr id="632" name="Picture Placeholder 7"/>
          <p:cNvSpPr>
            <a:spLocks noGrp="true"/>
          </p:cNvSpPr>
          <p:nvPr>
            <p:ph type="pic" sz="quarter" idx="42" hasCustomPrompt="true"/>
          </p:nvPr>
        </p:nvSpPr>
        <p:spPr>
          <a:xfrm>
            <a:off x="7341437" y="1111894"/>
            <a:ext cx="2050640" cy="2464683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TW" noProof="false" err="true"/>
              <a:t>单击插入图片</a:t>
            </a:r>
            <a:endParaRPr lang="en-US" altLang="zh-TW" noProof="false"/>
          </a:p>
        </p:txBody>
      </p:sp>
      <p:sp>
        <p:nvSpPr>
          <p:cNvPr id="633" name="Picture Placeholder 7"/>
          <p:cNvSpPr>
            <a:spLocks noGrp="true"/>
          </p:cNvSpPr>
          <p:nvPr>
            <p:ph type="pic" sz="quarter" idx="44" hasCustomPrompt="true"/>
          </p:nvPr>
        </p:nvSpPr>
        <p:spPr>
          <a:xfrm>
            <a:off x="9633994" y="1111894"/>
            <a:ext cx="2050640" cy="2464683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TW" noProof="false" err="true"/>
              <a:t>单击插入图片</a:t>
            </a:r>
            <a:endParaRPr lang="en-US" altLang="zh-TW" noProof="false"/>
          </a:p>
        </p:txBody>
      </p:sp>
      <p:sp>
        <p:nvSpPr>
          <p:cNvPr id="634" name="Text Placeholder 10"/>
          <p:cNvSpPr>
            <a:spLocks noGrp="true"/>
          </p:cNvSpPr>
          <p:nvPr>
            <p:ph type="body" sz="quarter" idx="46" hasCustomPrompt="true"/>
          </p:nvPr>
        </p:nvSpPr>
        <p:spPr>
          <a:xfrm>
            <a:off x="2778124" y="4542817"/>
            <a:ext cx="2058805" cy="1515083"/>
          </a:xfrm>
        </p:spPr>
        <p:txBody>
          <a:bodyPr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lang="zh-TW" altLang="en-US" sz="3200" b="true" i="false" kern="1200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  <a:lvl2pPr marL="457200" indent="0">
              <a:lnSpc>
                <a:spcPct val="80000"/>
              </a:lnSpc>
              <a:spcBef>
                <a:spcPts val="0"/>
              </a:spcBef>
              <a:buNone/>
              <a:defRPr sz="2400" b="false" i="false" spc="-50" baseline="0">
                <a:solidFill>
                  <a:schemeClr val="bg1"/>
                </a:solidFill>
                <a:latin typeface="Noto Sans S Chinese Regular" panose="020B0500000000000000" pitchFamily="34" charset="-128"/>
              </a:defRPr>
            </a:lvl2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en-US" altLang="zh-TW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zh-TW" altLang="en-US" noProof="false"/>
          </a:p>
        </p:txBody>
      </p:sp>
      <p:sp>
        <p:nvSpPr>
          <p:cNvPr id="635" name="Text Placeholder 8"/>
          <p:cNvSpPr>
            <a:spLocks noGrp="true"/>
          </p:cNvSpPr>
          <p:nvPr>
            <p:ph type="body" sz="quarter" idx="47" hasCustomPrompt="true"/>
          </p:nvPr>
        </p:nvSpPr>
        <p:spPr>
          <a:xfrm>
            <a:off x="2786289" y="3851751"/>
            <a:ext cx="2050640" cy="574334"/>
          </a:xfrm>
        </p:spPr>
        <p:txBody>
          <a:bodyPr>
            <a:noAutofit/>
          </a:bodyPr>
          <a:lstStyle>
            <a:lvl1pPr marL="0" indent="0">
              <a:buNone/>
              <a:defRPr lang="en-US" sz="4400" b="true" i="false" kern="1200" noProof="false" dirty="false">
                <a:solidFill>
                  <a:srgbClr val="F55600"/>
                </a:solidFill>
                <a:latin typeface="+mj-lt"/>
                <a:ea typeface="Noto Sans S Chinese Regular" panose="020B0500000000000000" pitchFamily="34" charset="-128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noProof="false"/>
              <a:t>#$%</a:t>
            </a:r>
            <a:endParaRPr lang="en-US" noProof="false"/>
          </a:p>
        </p:txBody>
      </p:sp>
      <p:sp>
        <p:nvSpPr>
          <p:cNvPr id="636" name="Text Placeholder 10"/>
          <p:cNvSpPr>
            <a:spLocks noGrp="true"/>
          </p:cNvSpPr>
          <p:nvPr>
            <p:ph type="body" sz="quarter" idx="48" hasCustomPrompt="true"/>
          </p:nvPr>
        </p:nvSpPr>
        <p:spPr>
          <a:xfrm>
            <a:off x="5057773" y="4542817"/>
            <a:ext cx="2058805" cy="1515083"/>
          </a:xfrm>
        </p:spPr>
        <p:txBody>
          <a:bodyPr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lang="zh-TW" altLang="en-US" sz="3200" b="true" i="false" kern="1200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  <a:lvl2pPr marL="457200" indent="0">
              <a:lnSpc>
                <a:spcPct val="80000"/>
              </a:lnSpc>
              <a:spcBef>
                <a:spcPts val="0"/>
              </a:spcBef>
              <a:buNone/>
              <a:defRPr sz="2400" b="false" i="false" spc="-50" baseline="0">
                <a:solidFill>
                  <a:schemeClr val="bg1"/>
                </a:solidFill>
                <a:latin typeface="Noto Sans S Chinese Regular" panose="020B0500000000000000" pitchFamily="34" charset="-128"/>
              </a:defRPr>
            </a:lvl2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en-US" altLang="zh-TW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zh-TW" altLang="en-US" noProof="false"/>
          </a:p>
        </p:txBody>
      </p:sp>
      <p:sp>
        <p:nvSpPr>
          <p:cNvPr id="637" name="Text Placeholder 8"/>
          <p:cNvSpPr>
            <a:spLocks noGrp="true"/>
          </p:cNvSpPr>
          <p:nvPr>
            <p:ph type="body" sz="quarter" idx="49" hasCustomPrompt="true"/>
          </p:nvPr>
        </p:nvSpPr>
        <p:spPr>
          <a:xfrm>
            <a:off x="5065938" y="3851751"/>
            <a:ext cx="2050640" cy="574334"/>
          </a:xfrm>
        </p:spPr>
        <p:txBody>
          <a:bodyPr>
            <a:noAutofit/>
          </a:bodyPr>
          <a:lstStyle>
            <a:lvl1pPr marL="0" indent="0">
              <a:buNone/>
              <a:defRPr lang="en-US" sz="4400" b="true" i="false" kern="1200" noProof="false" dirty="false">
                <a:solidFill>
                  <a:srgbClr val="F55600"/>
                </a:solidFill>
                <a:latin typeface="+mj-lt"/>
                <a:ea typeface="Noto Sans S Chinese Regular" panose="020B0500000000000000" pitchFamily="34" charset="-128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noProof="false"/>
              <a:t>#$%</a:t>
            </a:r>
            <a:endParaRPr lang="en-US" noProof="false"/>
          </a:p>
        </p:txBody>
      </p:sp>
      <p:sp>
        <p:nvSpPr>
          <p:cNvPr id="638" name="Text Placeholder 10"/>
          <p:cNvSpPr>
            <a:spLocks noGrp="true"/>
          </p:cNvSpPr>
          <p:nvPr>
            <p:ph type="body" sz="quarter" idx="50" hasCustomPrompt="true"/>
          </p:nvPr>
        </p:nvSpPr>
        <p:spPr>
          <a:xfrm>
            <a:off x="7333272" y="4542817"/>
            <a:ext cx="2058805" cy="1515083"/>
          </a:xfrm>
        </p:spPr>
        <p:txBody>
          <a:bodyPr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lang="zh-TW" altLang="en-US" sz="3200" b="true" i="false" kern="1200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  <a:lvl2pPr marL="457200" indent="0">
              <a:lnSpc>
                <a:spcPct val="80000"/>
              </a:lnSpc>
              <a:spcBef>
                <a:spcPts val="0"/>
              </a:spcBef>
              <a:buNone/>
              <a:defRPr sz="2400" b="false" i="false" spc="-50" baseline="0">
                <a:solidFill>
                  <a:schemeClr val="bg1"/>
                </a:solidFill>
                <a:latin typeface="Noto Sans S Chinese Regular" panose="020B0500000000000000" pitchFamily="34" charset="-128"/>
              </a:defRPr>
            </a:lvl2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en-US" altLang="zh-TW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zh-TW" altLang="en-US" noProof="false"/>
          </a:p>
        </p:txBody>
      </p:sp>
      <p:sp>
        <p:nvSpPr>
          <p:cNvPr id="639" name="Text Placeholder 8"/>
          <p:cNvSpPr>
            <a:spLocks noGrp="true"/>
          </p:cNvSpPr>
          <p:nvPr>
            <p:ph type="body" sz="quarter" idx="51" hasCustomPrompt="true"/>
          </p:nvPr>
        </p:nvSpPr>
        <p:spPr>
          <a:xfrm>
            <a:off x="7341437" y="3851751"/>
            <a:ext cx="2050640" cy="574334"/>
          </a:xfrm>
        </p:spPr>
        <p:txBody>
          <a:bodyPr>
            <a:noAutofit/>
          </a:bodyPr>
          <a:lstStyle>
            <a:lvl1pPr marL="0" indent="0">
              <a:buNone/>
              <a:defRPr lang="en-US" sz="4400" b="true" i="false" kern="1200" noProof="false" dirty="false">
                <a:solidFill>
                  <a:srgbClr val="F55600"/>
                </a:solidFill>
                <a:latin typeface="+mj-lt"/>
                <a:ea typeface="Noto Sans S Chinese Regular" panose="020B0500000000000000" pitchFamily="34" charset="-128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noProof="false"/>
              <a:t>#$%</a:t>
            </a:r>
            <a:endParaRPr lang="en-US" noProof="false"/>
          </a:p>
        </p:txBody>
      </p:sp>
      <p:sp>
        <p:nvSpPr>
          <p:cNvPr id="640" name="Text Placeholder 10"/>
          <p:cNvSpPr>
            <a:spLocks noGrp="true"/>
          </p:cNvSpPr>
          <p:nvPr>
            <p:ph type="body" sz="quarter" idx="52" hasCustomPrompt="true"/>
          </p:nvPr>
        </p:nvSpPr>
        <p:spPr>
          <a:xfrm>
            <a:off x="9616936" y="4542817"/>
            <a:ext cx="2058805" cy="1515083"/>
          </a:xfrm>
        </p:spPr>
        <p:txBody>
          <a:bodyPr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lang="zh-TW" altLang="en-US" sz="3200" b="true" i="false" kern="1200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  <a:lvl2pPr marL="457200" indent="0">
              <a:lnSpc>
                <a:spcPct val="80000"/>
              </a:lnSpc>
              <a:spcBef>
                <a:spcPts val="0"/>
              </a:spcBef>
              <a:buNone/>
              <a:defRPr sz="2400" b="false" i="false" spc="-50" baseline="0">
                <a:solidFill>
                  <a:schemeClr val="bg1"/>
                </a:solidFill>
                <a:latin typeface="Noto Sans S Chinese Regular" panose="020B0500000000000000" pitchFamily="34" charset="-128"/>
              </a:defRPr>
            </a:lvl2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en-US" altLang="zh-TW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zh-TW" altLang="en-US" noProof="false"/>
          </a:p>
        </p:txBody>
      </p:sp>
      <p:sp>
        <p:nvSpPr>
          <p:cNvPr id="641" name="Text Placeholder 8"/>
          <p:cNvSpPr>
            <a:spLocks noGrp="true"/>
          </p:cNvSpPr>
          <p:nvPr>
            <p:ph type="body" sz="quarter" idx="53" hasCustomPrompt="true"/>
          </p:nvPr>
        </p:nvSpPr>
        <p:spPr>
          <a:xfrm>
            <a:off x="9625101" y="3851751"/>
            <a:ext cx="2050640" cy="574334"/>
          </a:xfrm>
        </p:spPr>
        <p:txBody>
          <a:bodyPr>
            <a:noAutofit/>
          </a:bodyPr>
          <a:lstStyle>
            <a:lvl1pPr marL="0" indent="0">
              <a:buNone/>
              <a:defRPr lang="en-US" sz="4400" b="true" i="false" kern="1200" noProof="false" dirty="false">
                <a:solidFill>
                  <a:srgbClr val="F55600"/>
                </a:solidFill>
                <a:latin typeface="+mj-lt"/>
                <a:ea typeface="Noto Sans S Chinese Regular" panose="020B0500000000000000" pitchFamily="34" charset="-128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noProof="false"/>
              <a:t>#$%</a:t>
            </a:r>
            <a:endParaRPr lang="en-US" noProof="false"/>
          </a:p>
        </p:txBody>
      </p:sp>
      <p:sp>
        <p:nvSpPr>
          <p:cNvPr id="642" name="Text Placeholder 8"/>
          <p:cNvSpPr>
            <a:spLocks noGrp="true"/>
          </p:cNvSpPr>
          <p:nvPr>
            <p:ph type="body" sz="quarter" idx="23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altLang="zh-CN" noProof="false" err="true"/>
              <a:t>来源</a:t>
            </a:r>
            <a:r>
              <a:rPr lang="zh-CN" altLang="en-US" noProof="false"/>
              <a:t>：</a:t>
            </a:r>
            <a:endParaRPr lang="en-US" altLang="zh-CN" noProof="false"/>
          </a:p>
        </p:txBody>
      </p:sp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p="http://schemas.openxmlformats.org/presentationml/2006/main">
  <p:cSld name="3_Content blocks 5 column 3">
    <p:bg>
      <p:bgPr>
        <a:solidFill>
          <a:schemeClr val="tx1"/>
        </a:solidFill>
        <a:effectLst/>
      </p:bgPr>
    </p:bg>
    <p:spTree>
      <p:nvGrpSpPr>
        <p:cNvPr id="6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645" name="Picture Placeholder 7"/>
          <p:cNvSpPr>
            <a:spLocks noGrp="true"/>
          </p:cNvSpPr>
          <p:nvPr>
            <p:ph type="pic" sz="quarter" idx="15" hasCustomPrompt="true"/>
          </p:nvPr>
        </p:nvSpPr>
        <p:spPr>
          <a:xfrm>
            <a:off x="507366" y="1111894"/>
            <a:ext cx="2050640" cy="2464683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TW" noProof="false" err="true"/>
              <a:t>单击插入图片</a:t>
            </a:r>
            <a:endParaRPr lang="en-US" altLang="zh-TW" noProof="false"/>
          </a:p>
        </p:txBody>
      </p:sp>
      <p:sp>
        <p:nvSpPr>
          <p:cNvPr id="646" name="Picture Placeholder 7"/>
          <p:cNvSpPr>
            <a:spLocks noGrp="true"/>
          </p:cNvSpPr>
          <p:nvPr>
            <p:ph type="pic" sz="quarter" idx="32" hasCustomPrompt="true"/>
          </p:nvPr>
        </p:nvSpPr>
        <p:spPr>
          <a:xfrm>
            <a:off x="2778126" y="1111894"/>
            <a:ext cx="2050640" cy="2464683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TW" noProof="false" err="true"/>
              <a:t>单击插入图片</a:t>
            </a:r>
            <a:endParaRPr lang="en-US" altLang="zh-TW" noProof="false"/>
          </a:p>
        </p:txBody>
      </p:sp>
      <p:sp>
        <p:nvSpPr>
          <p:cNvPr id="647" name="Picture Placeholder 7"/>
          <p:cNvSpPr>
            <a:spLocks noGrp="true"/>
          </p:cNvSpPr>
          <p:nvPr>
            <p:ph type="pic" sz="quarter" idx="34" hasCustomPrompt="true"/>
          </p:nvPr>
        </p:nvSpPr>
        <p:spPr>
          <a:xfrm>
            <a:off x="5070675" y="1111894"/>
            <a:ext cx="2050640" cy="2464683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TW" noProof="false" err="true"/>
              <a:t>单击插入图片</a:t>
            </a:r>
            <a:endParaRPr lang="en-US" altLang="zh-TW" noProof="false"/>
          </a:p>
        </p:txBody>
      </p:sp>
      <p:sp>
        <p:nvSpPr>
          <p:cNvPr id="648" name="Picture Placeholder 7"/>
          <p:cNvSpPr>
            <a:spLocks noGrp="true"/>
          </p:cNvSpPr>
          <p:nvPr>
            <p:ph type="pic" sz="quarter" idx="36" hasCustomPrompt="true"/>
          </p:nvPr>
        </p:nvSpPr>
        <p:spPr>
          <a:xfrm>
            <a:off x="7341437" y="1111894"/>
            <a:ext cx="2050640" cy="2464683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TW" noProof="false" err="true"/>
              <a:t>单击插入图片</a:t>
            </a:r>
            <a:endParaRPr lang="en-US" altLang="zh-TW" noProof="false"/>
          </a:p>
        </p:txBody>
      </p:sp>
      <p:sp>
        <p:nvSpPr>
          <p:cNvPr id="649" name="Picture Placeholder 7"/>
          <p:cNvSpPr>
            <a:spLocks noGrp="true"/>
          </p:cNvSpPr>
          <p:nvPr>
            <p:ph type="pic" sz="quarter" idx="38" hasCustomPrompt="true"/>
          </p:nvPr>
        </p:nvSpPr>
        <p:spPr>
          <a:xfrm>
            <a:off x="9633994" y="1111894"/>
            <a:ext cx="2050640" cy="2464683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TW" noProof="false" err="true"/>
              <a:t>单击插入图片</a:t>
            </a:r>
            <a:endParaRPr lang="en-US" altLang="zh-TW" noProof="false"/>
          </a:p>
        </p:txBody>
      </p:sp>
      <p:sp>
        <p:nvSpPr>
          <p:cNvPr id="650" name="Text Placeholder 8"/>
          <p:cNvSpPr>
            <a:spLocks noGrp="true"/>
          </p:cNvSpPr>
          <p:nvPr>
            <p:ph type="body" sz="quarter" idx="23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altLang="zh-CN" noProof="false" err="true"/>
              <a:t>来源</a:t>
            </a:r>
            <a:r>
              <a:rPr lang="zh-CN" altLang="en-US" noProof="false"/>
              <a:t>：</a:t>
            </a:r>
            <a:endParaRPr lang="en-US" altLang="zh-CN" noProof="false"/>
          </a:p>
        </p:txBody>
      </p:sp>
      <p:sp>
        <p:nvSpPr>
          <p:cNvPr id="651" name="Text Placeholder 12"/>
          <p:cNvSpPr>
            <a:spLocks noGrp="true"/>
          </p:cNvSpPr>
          <p:nvPr>
            <p:ph type="body" sz="quarter" idx="31" hasCustomPrompt="true"/>
          </p:nvPr>
        </p:nvSpPr>
        <p:spPr>
          <a:xfrm>
            <a:off x="509375" y="3863786"/>
            <a:ext cx="2050642" cy="1369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lang="en-US" sz="800" b="false" i="false" kern="1200" cap="all" spc="0" baseline="0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sz="1200"/>
            </a:lvl3pPr>
          </a:lstStyle>
          <a:p>
            <a:pPr lvl="0"/>
            <a:r>
              <a:rPr lang="en-US" noProof="false" err="true"/>
              <a:t>请输入副标题</a:t>
            </a:r>
            <a:endParaRPr lang="en-US" noProof="false"/>
          </a:p>
        </p:txBody>
      </p:sp>
      <p:sp>
        <p:nvSpPr>
          <p:cNvPr id="652" name="Text Placeholder 5"/>
          <p:cNvSpPr>
            <a:spLocks noGrp="true"/>
          </p:cNvSpPr>
          <p:nvPr>
            <p:ph type="body" sz="quarter" idx="24" hasCustomPrompt="true"/>
          </p:nvPr>
        </p:nvSpPr>
        <p:spPr>
          <a:xfrm>
            <a:off x="507364" y="4110652"/>
            <a:ext cx="2050642" cy="1304628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lang="zh-TW" altLang="en-US" sz="3200" b="true" i="false" kern="1200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en-US" altLang="zh-TW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zh-TW" altLang="en-US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zh-TW" altLang="en-US" noProof="false"/>
          </a:p>
        </p:txBody>
      </p:sp>
      <p:sp>
        <p:nvSpPr>
          <p:cNvPr id="653" name="Text Placeholder 12"/>
          <p:cNvSpPr>
            <a:spLocks noGrp="true"/>
          </p:cNvSpPr>
          <p:nvPr>
            <p:ph type="body" sz="quarter" idx="39" hasCustomPrompt="true"/>
          </p:nvPr>
        </p:nvSpPr>
        <p:spPr>
          <a:xfrm>
            <a:off x="2780137" y="3863786"/>
            <a:ext cx="2050642" cy="1369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lang="en-US" sz="800" b="false" i="false" kern="1200" cap="all" spc="0" baseline="0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sz="1200"/>
            </a:lvl3pPr>
          </a:lstStyle>
          <a:p>
            <a:pPr lvl="0"/>
            <a:r>
              <a:rPr lang="en-US" altLang="zh-CN" noProof="false" err="true"/>
              <a:t>请输入副标题</a:t>
            </a:r>
            <a:endParaRPr lang="en-US" altLang="zh-CN" noProof="false"/>
          </a:p>
        </p:txBody>
      </p:sp>
      <p:sp>
        <p:nvSpPr>
          <p:cNvPr id="654" name="Text Placeholder 5"/>
          <p:cNvSpPr>
            <a:spLocks noGrp="true"/>
          </p:cNvSpPr>
          <p:nvPr>
            <p:ph type="body" sz="quarter" idx="40" hasCustomPrompt="true"/>
          </p:nvPr>
        </p:nvSpPr>
        <p:spPr>
          <a:xfrm>
            <a:off x="2778126" y="4110652"/>
            <a:ext cx="2050642" cy="1304628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lang="zh-TW" altLang="en-US" sz="3200" b="true" i="false" kern="1200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en-US" altLang="zh-TW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zh-TW" altLang="en-US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zh-TW" altLang="en-US" noProof="false"/>
          </a:p>
        </p:txBody>
      </p:sp>
      <p:sp>
        <p:nvSpPr>
          <p:cNvPr id="655" name="Text Placeholder 12"/>
          <p:cNvSpPr>
            <a:spLocks noGrp="true"/>
          </p:cNvSpPr>
          <p:nvPr>
            <p:ph type="body" sz="quarter" idx="42" hasCustomPrompt="true"/>
          </p:nvPr>
        </p:nvSpPr>
        <p:spPr>
          <a:xfrm>
            <a:off x="5072690" y="3863786"/>
            <a:ext cx="2050642" cy="1369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lang="en-US" sz="800" b="false" i="false" kern="1200" cap="all" spc="0" baseline="0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sz="1200"/>
            </a:lvl3pPr>
          </a:lstStyle>
          <a:p>
            <a:pPr lvl="0"/>
            <a:r>
              <a:rPr lang="en-US" altLang="zh-CN" noProof="false" err="true"/>
              <a:t>请输入副标题</a:t>
            </a:r>
            <a:endParaRPr lang="en-US" altLang="zh-CN" noProof="false"/>
          </a:p>
        </p:txBody>
      </p:sp>
      <p:sp>
        <p:nvSpPr>
          <p:cNvPr id="656" name="Text Placeholder 5"/>
          <p:cNvSpPr>
            <a:spLocks noGrp="true"/>
          </p:cNvSpPr>
          <p:nvPr>
            <p:ph type="body" sz="quarter" idx="43" hasCustomPrompt="true"/>
          </p:nvPr>
        </p:nvSpPr>
        <p:spPr>
          <a:xfrm>
            <a:off x="5070679" y="4110652"/>
            <a:ext cx="2050642" cy="1304628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lang="en-US" altLang="en-US" sz="3200" b="true" i="false" kern="1200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en-US" altLang="zh-TW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zh-TW" altLang="en-US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r>
              <a:rPr lang="en-US" noProof="false"/>
              <a:t> </a:t>
            </a:r>
            <a:endParaRPr lang="en-US" noProof="false"/>
          </a:p>
        </p:txBody>
      </p:sp>
      <p:sp>
        <p:nvSpPr>
          <p:cNvPr id="657" name="Text Placeholder 12"/>
          <p:cNvSpPr>
            <a:spLocks noGrp="true"/>
          </p:cNvSpPr>
          <p:nvPr>
            <p:ph type="body" sz="quarter" idx="45" hasCustomPrompt="true"/>
          </p:nvPr>
        </p:nvSpPr>
        <p:spPr>
          <a:xfrm>
            <a:off x="7341435" y="3863786"/>
            <a:ext cx="2050642" cy="13697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lang="en-US" sz="800" b="false" i="false" kern="1200" cap="all" spc="0" baseline="0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sz="1200"/>
            </a:lvl3pPr>
          </a:lstStyle>
          <a:p>
            <a:pPr lvl="0"/>
            <a:r>
              <a:rPr lang="en-US" altLang="zh-CN" noProof="false" err="true"/>
              <a:t>请输入副标题</a:t>
            </a:r>
            <a:endParaRPr lang="en-US" altLang="zh-CN" noProof="false"/>
          </a:p>
        </p:txBody>
      </p:sp>
      <p:sp>
        <p:nvSpPr>
          <p:cNvPr id="658" name="Text Placeholder 5"/>
          <p:cNvSpPr>
            <a:spLocks noGrp="true"/>
          </p:cNvSpPr>
          <p:nvPr>
            <p:ph type="body" sz="quarter" idx="46" hasCustomPrompt="true"/>
          </p:nvPr>
        </p:nvSpPr>
        <p:spPr>
          <a:xfrm>
            <a:off x="7339424" y="4110652"/>
            <a:ext cx="2050642" cy="1304628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lang="zh-TW" altLang="en-US" sz="3200" b="true" i="false" kern="1200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en-US" altLang="zh-TW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zh-TW" altLang="en-US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zh-TW" altLang="en-US" noProof="false"/>
          </a:p>
        </p:txBody>
      </p:sp>
      <p:sp>
        <p:nvSpPr>
          <p:cNvPr id="659" name="Text Placeholder 12"/>
          <p:cNvSpPr>
            <a:spLocks noGrp="true"/>
          </p:cNvSpPr>
          <p:nvPr>
            <p:ph type="body" sz="quarter" idx="48" hasCustomPrompt="true"/>
          </p:nvPr>
        </p:nvSpPr>
        <p:spPr>
          <a:xfrm>
            <a:off x="9636005" y="3863786"/>
            <a:ext cx="2050642" cy="13697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lang="en-US" sz="800" b="false" i="false" kern="1200" cap="all" spc="0" baseline="0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sz="1200"/>
            </a:lvl3pPr>
          </a:lstStyle>
          <a:p>
            <a:pPr lvl="0"/>
            <a:r>
              <a:rPr lang="en-US" altLang="zh-CN" noProof="false" err="true"/>
              <a:t>请输入副标题</a:t>
            </a:r>
            <a:endParaRPr lang="en-US" altLang="zh-CN" noProof="false"/>
          </a:p>
        </p:txBody>
      </p:sp>
      <p:sp>
        <p:nvSpPr>
          <p:cNvPr id="660" name="Text Placeholder 5"/>
          <p:cNvSpPr>
            <a:spLocks noGrp="true"/>
          </p:cNvSpPr>
          <p:nvPr>
            <p:ph type="body" sz="quarter" idx="49" hasCustomPrompt="true"/>
          </p:nvPr>
        </p:nvSpPr>
        <p:spPr>
          <a:xfrm>
            <a:off x="9633994" y="4110652"/>
            <a:ext cx="2050642" cy="1304628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lang="zh-TW" altLang="en-US" sz="3200" b="true" i="false" kern="1200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en-US" altLang="zh-TW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zh-TW" altLang="en-US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zh-TW" altLang="en-US" noProof="false"/>
          </a:p>
        </p:txBody>
      </p:sp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p="http://schemas.openxmlformats.org/presentationml/2006/main">
  <p:cSld name="1_Content blocks 5 column 3">
    <p:bg>
      <p:bgPr>
        <a:solidFill>
          <a:schemeClr val="tx1"/>
        </a:solidFill>
        <a:effectLst/>
      </p:bgPr>
    </p:bg>
    <p:spTree>
      <p:nvGrpSpPr>
        <p:cNvPr id="6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663" name="Picture Placeholder 7"/>
          <p:cNvSpPr>
            <a:spLocks noGrp="true"/>
          </p:cNvSpPr>
          <p:nvPr>
            <p:ph type="pic" sz="quarter" idx="15" hasCustomPrompt="true"/>
          </p:nvPr>
        </p:nvSpPr>
        <p:spPr>
          <a:xfrm>
            <a:off x="507366" y="1111894"/>
            <a:ext cx="2050640" cy="2464683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TW" noProof="false" err="true"/>
              <a:t>单击插入图片</a:t>
            </a:r>
            <a:endParaRPr lang="en-US" altLang="zh-TW" noProof="false"/>
          </a:p>
        </p:txBody>
      </p:sp>
      <p:sp>
        <p:nvSpPr>
          <p:cNvPr id="664" name="Picture Placeholder 7"/>
          <p:cNvSpPr>
            <a:spLocks noGrp="true"/>
          </p:cNvSpPr>
          <p:nvPr>
            <p:ph type="pic" sz="quarter" idx="32" hasCustomPrompt="true"/>
          </p:nvPr>
        </p:nvSpPr>
        <p:spPr>
          <a:xfrm>
            <a:off x="2778126" y="1111894"/>
            <a:ext cx="2050640" cy="2464683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TW" noProof="false" err="true"/>
              <a:t>单击插入图片</a:t>
            </a:r>
            <a:endParaRPr lang="en-US" altLang="zh-TW" noProof="false"/>
          </a:p>
        </p:txBody>
      </p:sp>
      <p:sp>
        <p:nvSpPr>
          <p:cNvPr id="665" name="Picture Placeholder 7"/>
          <p:cNvSpPr>
            <a:spLocks noGrp="true"/>
          </p:cNvSpPr>
          <p:nvPr>
            <p:ph type="pic" sz="quarter" idx="34" hasCustomPrompt="true"/>
          </p:nvPr>
        </p:nvSpPr>
        <p:spPr>
          <a:xfrm>
            <a:off x="5070675" y="1111894"/>
            <a:ext cx="2050640" cy="2464683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TW" noProof="false" err="true"/>
              <a:t>单击插入图片</a:t>
            </a:r>
            <a:endParaRPr lang="en-US" altLang="zh-TW" noProof="false"/>
          </a:p>
        </p:txBody>
      </p:sp>
      <p:sp>
        <p:nvSpPr>
          <p:cNvPr id="666" name="Picture Placeholder 7"/>
          <p:cNvSpPr>
            <a:spLocks noGrp="true"/>
          </p:cNvSpPr>
          <p:nvPr>
            <p:ph type="pic" sz="quarter" idx="36" hasCustomPrompt="true"/>
          </p:nvPr>
        </p:nvSpPr>
        <p:spPr>
          <a:xfrm>
            <a:off x="7341437" y="1111894"/>
            <a:ext cx="2050640" cy="2464683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TW" noProof="false" err="true"/>
              <a:t>单击插入图片</a:t>
            </a:r>
            <a:endParaRPr lang="en-US" altLang="zh-TW" noProof="false"/>
          </a:p>
        </p:txBody>
      </p:sp>
      <p:sp>
        <p:nvSpPr>
          <p:cNvPr id="667" name="Picture Placeholder 7"/>
          <p:cNvSpPr>
            <a:spLocks noGrp="true"/>
          </p:cNvSpPr>
          <p:nvPr>
            <p:ph type="pic" sz="quarter" idx="38" hasCustomPrompt="true"/>
          </p:nvPr>
        </p:nvSpPr>
        <p:spPr>
          <a:xfrm>
            <a:off x="9633994" y="1111894"/>
            <a:ext cx="2050640" cy="2464683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TW" noProof="false" err="true"/>
              <a:t>单击插入图片</a:t>
            </a:r>
            <a:endParaRPr lang="en-US" altLang="zh-TW" noProof="false"/>
          </a:p>
        </p:txBody>
      </p:sp>
      <p:sp>
        <p:nvSpPr>
          <p:cNvPr id="668" name="Text Placeholder 8"/>
          <p:cNvSpPr>
            <a:spLocks noGrp="true"/>
          </p:cNvSpPr>
          <p:nvPr>
            <p:ph type="body" sz="quarter" idx="23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altLang="zh-CN" noProof="false" err="true"/>
              <a:t>来源</a:t>
            </a:r>
            <a:r>
              <a:rPr lang="zh-CN" altLang="en-US" noProof="false"/>
              <a:t>：</a:t>
            </a:r>
            <a:endParaRPr lang="en-US" altLang="zh-CN" noProof="false"/>
          </a:p>
        </p:txBody>
      </p:sp>
      <p:sp>
        <p:nvSpPr>
          <p:cNvPr id="669" name="Text Placeholder 12"/>
          <p:cNvSpPr>
            <a:spLocks noGrp="true"/>
          </p:cNvSpPr>
          <p:nvPr>
            <p:ph type="body" sz="quarter" idx="31" hasCustomPrompt="true"/>
          </p:nvPr>
        </p:nvSpPr>
        <p:spPr>
          <a:xfrm>
            <a:off x="509375" y="3863786"/>
            <a:ext cx="2050642" cy="1369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lang="en-US" sz="800" b="false" i="false" kern="1200" cap="all" spc="0" baseline="0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sz="1200"/>
            </a:lvl3pPr>
          </a:lstStyle>
          <a:p>
            <a:pPr lvl="0"/>
            <a:r>
              <a:rPr lang="en-US" altLang="zh-CN" noProof="false" err="true"/>
              <a:t>请输入副标题</a:t>
            </a:r>
            <a:endParaRPr lang="en-US" altLang="zh-CN" noProof="false"/>
          </a:p>
        </p:txBody>
      </p:sp>
      <p:sp>
        <p:nvSpPr>
          <p:cNvPr id="670" name="Text Placeholder 5"/>
          <p:cNvSpPr>
            <a:spLocks noGrp="true"/>
          </p:cNvSpPr>
          <p:nvPr>
            <p:ph type="body" sz="quarter" idx="24" hasCustomPrompt="true"/>
          </p:nvPr>
        </p:nvSpPr>
        <p:spPr>
          <a:xfrm>
            <a:off x="507364" y="4059852"/>
            <a:ext cx="2050642" cy="759218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lang="zh-TW" altLang="en-US" sz="2800" b="true" i="false" kern="1200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请输入标题请输入标题</a:t>
            </a:r>
            <a:endParaRPr lang="zh-TW" altLang="en-US" noProof="false"/>
          </a:p>
          <a:p>
            <a:pPr marL="0" lvl="0" indent="0" algn="l" defTabSz="914400" rtl="false" eaLnBrk="true" latinLnBrk="false" hangingPunct="true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noProof="false"/>
          </a:p>
        </p:txBody>
      </p:sp>
      <p:sp>
        <p:nvSpPr>
          <p:cNvPr id="671" name="Text Placeholder 12"/>
          <p:cNvSpPr>
            <a:spLocks noGrp="true"/>
          </p:cNvSpPr>
          <p:nvPr>
            <p:ph type="body" sz="quarter" idx="33" hasCustomPrompt="true"/>
          </p:nvPr>
        </p:nvSpPr>
        <p:spPr>
          <a:xfrm>
            <a:off x="507364" y="4946459"/>
            <a:ext cx="2050642" cy="109874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00" b="false" i="false" kern="1200" cap="none" spc="0" baseline="0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lang="en-GB" sz="1200" kern="1200" dirty="fals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noProof="false"/>
              <a:t>请输入正文内容</a:t>
            </a:r>
            <a:endParaRPr lang="zh-CN" altLang="en-US" noProof="false"/>
          </a:p>
        </p:txBody>
      </p:sp>
      <p:sp>
        <p:nvSpPr>
          <p:cNvPr id="672" name="Text Placeholder 12"/>
          <p:cNvSpPr>
            <a:spLocks noGrp="true"/>
          </p:cNvSpPr>
          <p:nvPr>
            <p:ph type="body" sz="quarter" idx="39" hasCustomPrompt="true"/>
          </p:nvPr>
        </p:nvSpPr>
        <p:spPr>
          <a:xfrm>
            <a:off x="2780137" y="3863786"/>
            <a:ext cx="2050642" cy="1369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lang="en-US" sz="800" b="false" i="false" kern="1200" cap="all" spc="0" baseline="0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sz="1200"/>
            </a:lvl3pPr>
          </a:lstStyle>
          <a:p>
            <a:pPr lvl="0"/>
            <a:r>
              <a:rPr lang="en-US" altLang="zh-CN" noProof="false" err="true"/>
              <a:t>请输入副标题</a:t>
            </a:r>
            <a:endParaRPr lang="en-US" altLang="zh-CN" noProof="false"/>
          </a:p>
        </p:txBody>
      </p:sp>
      <p:sp>
        <p:nvSpPr>
          <p:cNvPr id="673" name="Text Placeholder 5"/>
          <p:cNvSpPr>
            <a:spLocks noGrp="true"/>
          </p:cNvSpPr>
          <p:nvPr>
            <p:ph type="body" sz="quarter" idx="40" hasCustomPrompt="true"/>
          </p:nvPr>
        </p:nvSpPr>
        <p:spPr>
          <a:xfrm>
            <a:off x="2778126" y="4059852"/>
            <a:ext cx="2050642" cy="759218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lang="zh-TW" altLang="en-US" sz="2800" b="true" i="false" kern="1200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请输入标题请输入标题</a:t>
            </a:r>
            <a:endParaRPr lang="zh-TW" altLang="en-US" noProof="false"/>
          </a:p>
        </p:txBody>
      </p:sp>
      <p:sp>
        <p:nvSpPr>
          <p:cNvPr id="674" name="Text Placeholder 12"/>
          <p:cNvSpPr>
            <a:spLocks noGrp="true"/>
          </p:cNvSpPr>
          <p:nvPr>
            <p:ph type="body" sz="quarter" idx="41" hasCustomPrompt="true"/>
          </p:nvPr>
        </p:nvSpPr>
        <p:spPr>
          <a:xfrm>
            <a:off x="2778126" y="4946459"/>
            <a:ext cx="2050642" cy="109874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00" b="false" i="false" kern="1200" cap="none" spc="0" baseline="0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lang="en-GB" sz="1200" kern="1200" dirty="fals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noProof="false"/>
              <a:t>请输入正文内容</a:t>
            </a:r>
            <a:endParaRPr lang="zh-CN" altLang="en-US" noProof="false"/>
          </a:p>
        </p:txBody>
      </p:sp>
      <p:sp>
        <p:nvSpPr>
          <p:cNvPr id="675" name="Text Placeholder 12"/>
          <p:cNvSpPr>
            <a:spLocks noGrp="true"/>
          </p:cNvSpPr>
          <p:nvPr>
            <p:ph type="body" sz="quarter" idx="42" hasCustomPrompt="true"/>
          </p:nvPr>
        </p:nvSpPr>
        <p:spPr>
          <a:xfrm>
            <a:off x="5072690" y="3863786"/>
            <a:ext cx="2050642" cy="1369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lang="en-US" sz="800" b="false" i="false" kern="1200" cap="all" spc="0" baseline="0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sz="1200"/>
            </a:lvl3pPr>
          </a:lstStyle>
          <a:p>
            <a:pPr lvl="0"/>
            <a:r>
              <a:rPr lang="en-US" noProof="false"/>
              <a:t>Sub Heading One Line Max</a:t>
            </a:r>
            <a:endParaRPr lang="en-US" noProof="false"/>
          </a:p>
        </p:txBody>
      </p:sp>
      <p:sp>
        <p:nvSpPr>
          <p:cNvPr id="676" name="Text Placeholder 5"/>
          <p:cNvSpPr>
            <a:spLocks noGrp="true"/>
          </p:cNvSpPr>
          <p:nvPr>
            <p:ph type="body" sz="quarter" idx="43" hasCustomPrompt="true"/>
          </p:nvPr>
        </p:nvSpPr>
        <p:spPr>
          <a:xfrm>
            <a:off x="5070679" y="4059852"/>
            <a:ext cx="2050642" cy="759218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lang="zh-TW" altLang="en-US" sz="2800" b="true" i="false" kern="1200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请输入标题请输入标题</a:t>
            </a:r>
            <a:endParaRPr lang="zh-TW" altLang="en-US" noProof="false"/>
          </a:p>
        </p:txBody>
      </p:sp>
      <p:sp>
        <p:nvSpPr>
          <p:cNvPr id="677" name="Text Placeholder 12"/>
          <p:cNvSpPr>
            <a:spLocks noGrp="true"/>
          </p:cNvSpPr>
          <p:nvPr>
            <p:ph type="body" sz="quarter" idx="44" hasCustomPrompt="true"/>
          </p:nvPr>
        </p:nvSpPr>
        <p:spPr>
          <a:xfrm>
            <a:off x="5070679" y="4946459"/>
            <a:ext cx="2050642" cy="109874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00" b="false" i="false" kern="1200" cap="none" spc="0" baseline="0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lang="en-GB" sz="1200" kern="1200" dirty="fals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noProof="false"/>
              <a:t>请输入正文内容</a:t>
            </a:r>
            <a:endParaRPr lang="zh-CN" altLang="en-US" noProof="false"/>
          </a:p>
        </p:txBody>
      </p:sp>
      <p:sp>
        <p:nvSpPr>
          <p:cNvPr id="678" name="Text Placeholder 12"/>
          <p:cNvSpPr>
            <a:spLocks noGrp="true"/>
          </p:cNvSpPr>
          <p:nvPr>
            <p:ph type="body" sz="quarter" idx="45" hasCustomPrompt="true"/>
          </p:nvPr>
        </p:nvSpPr>
        <p:spPr>
          <a:xfrm>
            <a:off x="7341435" y="3863786"/>
            <a:ext cx="2050642" cy="13697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lang="en-US" sz="800" b="false" i="false" kern="1200" cap="all" spc="0" baseline="0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sz="1200"/>
            </a:lvl3pPr>
          </a:lstStyle>
          <a:p>
            <a:pPr lvl="0"/>
            <a:r>
              <a:rPr lang="en-US" altLang="zh-CN" noProof="false" err="true"/>
              <a:t>请输入副标题</a:t>
            </a:r>
            <a:endParaRPr lang="en-US" altLang="zh-CN" noProof="false"/>
          </a:p>
        </p:txBody>
      </p:sp>
      <p:sp>
        <p:nvSpPr>
          <p:cNvPr id="679" name="Text Placeholder 5"/>
          <p:cNvSpPr>
            <a:spLocks noGrp="true"/>
          </p:cNvSpPr>
          <p:nvPr>
            <p:ph type="body" sz="quarter" idx="46" hasCustomPrompt="true"/>
          </p:nvPr>
        </p:nvSpPr>
        <p:spPr>
          <a:xfrm>
            <a:off x="7339424" y="4059852"/>
            <a:ext cx="2050642" cy="759218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lang="zh-TW" altLang="en-US" sz="2800" b="true" i="false" kern="1200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请输入标题请输入标题</a:t>
            </a:r>
            <a:endParaRPr lang="zh-TW" altLang="en-US" noProof="false"/>
          </a:p>
        </p:txBody>
      </p:sp>
      <p:sp>
        <p:nvSpPr>
          <p:cNvPr id="680" name="Text Placeholder 12"/>
          <p:cNvSpPr>
            <a:spLocks noGrp="true"/>
          </p:cNvSpPr>
          <p:nvPr>
            <p:ph type="body" sz="quarter" idx="47" hasCustomPrompt="true"/>
          </p:nvPr>
        </p:nvSpPr>
        <p:spPr>
          <a:xfrm>
            <a:off x="7339424" y="4946459"/>
            <a:ext cx="2050642" cy="109874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00" b="false" i="false" kern="1200" cap="none" spc="0" baseline="0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lang="en-GB" sz="1200" kern="1200" dirty="fals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noProof="false"/>
              <a:t>请输入正文内容</a:t>
            </a:r>
            <a:endParaRPr lang="zh-CN" altLang="en-US" noProof="false"/>
          </a:p>
        </p:txBody>
      </p:sp>
      <p:sp>
        <p:nvSpPr>
          <p:cNvPr id="681" name="Text Placeholder 12"/>
          <p:cNvSpPr>
            <a:spLocks noGrp="true"/>
          </p:cNvSpPr>
          <p:nvPr>
            <p:ph type="body" sz="quarter" idx="48" hasCustomPrompt="true"/>
          </p:nvPr>
        </p:nvSpPr>
        <p:spPr>
          <a:xfrm>
            <a:off x="9636005" y="3863786"/>
            <a:ext cx="2050642" cy="13697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lang="en-US" sz="800" b="false" i="false" kern="1200" cap="all" spc="0" baseline="0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sz="1200"/>
            </a:lvl3pPr>
          </a:lstStyle>
          <a:p>
            <a:pPr lvl="0"/>
            <a:r>
              <a:rPr lang="en-US" altLang="zh-CN" noProof="false" err="true"/>
              <a:t>请输入副标题</a:t>
            </a:r>
            <a:endParaRPr lang="en-US" altLang="zh-CN" noProof="false"/>
          </a:p>
        </p:txBody>
      </p:sp>
      <p:sp>
        <p:nvSpPr>
          <p:cNvPr id="682" name="Text Placeholder 5"/>
          <p:cNvSpPr>
            <a:spLocks noGrp="true"/>
          </p:cNvSpPr>
          <p:nvPr>
            <p:ph type="body" sz="quarter" idx="49" hasCustomPrompt="true"/>
          </p:nvPr>
        </p:nvSpPr>
        <p:spPr>
          <a:xfrm>
            <a:off x="9633994" y="4059852"/>
            <a:ext cx="2050642" cy="759218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lang="zh-TW" altLang="en-US" sz="2800" b="true" i="false" kern="1200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请输入标题请输入标题</a:t>
            </a:r>
            <a:endParaRPr lang="zh-TW" altLang="en-US" noProof="false"/>
          </a:p>
        </p:txBody>
      </p:sp>
      <p:sp>
        <p:nvSpPr>
          <p:cNvPr id="683" name="Text Placeholder 12"/>
          <p:cNvSpPr>
            <a:spLocks noGrp="true"/>
          </p:cNvSpPr>
          <p:nvPr>
            <p:ph type="body" sz="quarter" idx="50" hasCustomPrompt="true"/>
          </p:nvPr>
        </p:nvSpPr>
        <p:spPr>
          <a:xfrm>
            <a:off x="9633994" y="4946459"/>
            <a:ext cx="2050642" cy="109874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00" b="false" i="false" kern="1200" cap="none" spc="0" baseline="0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lang="en-GB" sz="1200" kern="1200" dirty="fals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noProof="false"/>
              <a:t>请输入正文内容</a:t>
            </a:r>
            <a:endParaRPr lang="zh-CN" altLang="en-US" noProof="false"/>
          </a:p>
        </p:txBody>
      </p:sp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p="http://schemas.openxmlformats.org/presentationml/2006/main">
  <p:cSld name="2_Content blocks 5 column 2">
    <p:spTree>
      <p:nvGrpSpPr>
        <p:cNvPr id="69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698" name="Text Placeholder 10"/>
          <p:cNvSpPr>
            <a:spLocks noGrp="true"/>
          </p:cNvSpPr>
          <p:nvPr>
            <p:ph type="body" sz="quarter" idx="19" hasCustomPrompt="true"/>
          </p:nvPr>
        </p:nvSpPr>
        <p:spPr>
          <a:xfrm>
            <a:off x="498475" y="4542817"/>
            <a:ext cx="1663311" cy="1515083"/>
          </a:xfrm>
        </p:spPr>
        <p:txBody>
          <a:bodyPr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lang="en-US" altLang="en-US" sz="26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  <a:lvl2pPr marL="457200" indent="0">
              <a:lnSpc>
                <a:spcPct val="80000"/>
              </a:lnSpc>
              <a:spcBef>
                <a:spcPts val="0"/>
              </a:spcBef>
              <a:buNone/>
              <a:defRPr sz="2400" b="false" i="false" spc="-50" baseline="0">
                <a:latin typeface="Noto Sans S Chinese Regular" panose="020B0500000000000000" pitchFamily="34" charset="-128"/>
              </a:defRPr>
            </a:lvl2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noProof="false" err="true"/>
              <a:t>请输入标题</a:t>
            </a:r>
            <a:endParaRPr lang="en-US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noProof="false" err="true"/>
              <a:t>请输入标题</a:t>
            </a:r>
            <a:endParaRPr lang="en-US" noProof="false"/>
          </a:p>
        </p:txBody>
      </p:sp>
      <p:sp>
        <p:nvSpPr>
          <p:cNvPr id="699" name="Text Placeholder 8"/>
          <p:cNvSpPr>
            <a:spLocks noGrp="true"/>
          </p:cNvSpPr>
          <p:nvPr>
            <p:ph type="body" sz="quarter" idx="21" hasCustomPrompt="true"/>
          </p:nvPr>
        </p:nvSpPr>
        <p:spPr>
          <a:xfrm>
            <a:off x="506640" y="3851751"/>
            <a:ext cx="1656714" cy="574334"/>
          </a:xfrm>
        </p:spPr>
        <p:txBody>
          <a:bodyPr>
            <a:noAutofit/>
          </a:bodyPr>
          <a:lstStyle>
            <a:lvl1pPr marL="0" indent="0">
              <a:buNone/>
              <a:defRPr sz="4400" b="true" i="false">
                <a:solidFill>
                  <a:srgbClr val="F55600"/>
                </a:solidFill>
                <a:latin typeface="+mj-lt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false"/>
              <a:t>#$%</a:t>
            </a:r>
            <a:endParaRPr lang="en-US" noProof="false"/>
          </a:p>
        </p:txBody>
      </p:sp>
      <p:sp>
        <p:nvSpPr>
          <p:cNvPr id="700" name="Text Placeholder 10"/>
          <p:cNvSpPr>
            <a:spLocks noGrp="true"/>
          </p:cNvSpPr>
          <p:nvPr>
            <p:ph type="body" sz="quarter" idx="46" hasCustomPrompt="true"/>
          </p:nvPr>
        </p:nvSpPr>
        <p:spPr>
          <a:xfrm>
            <a:off x="2403690" y="4542817"/>
            <a:ext cx="1663311" cy="1515083"/>
          </a:xfrm>
        </p:spPr>
        <p:txBody>
          <a:bodyPr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lang="en-US" altLang="zh-CN" sz="26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  <a:lvl2pPr marL="457200" indent="0">
              <a:lnSpc>
                <a:spcPct val="80000"/>
              </a:lnSpc>
              <a:spcBef>
                <a:spcPts val="0"/>
              </a:spcBef>
              <a:buNone/>
              <a:defRPr sz="2400" b="false" i="false" spc="-50" baseline="0">
                <a:latin typeface="Noto Sans S Chinese Regular" panose="020B0500000000000000" pitchFamily="34" charset="-128"/>
              </a:defRPr>
            </a:lvl2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请输入标题</a:t>
            </a:r>
            <a:endParaRPr lang="en-US" altLang="zh-CN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请输入标题</a:t>
            </a:r>
            <a:endParaRPr lang="en-US" altLang="zh-CN" noProof="false"/>
          </a:p>
          <a:p>
            <a:pPr lvl="1"/>
            <a:endParaRPr lang="en-US" noProof="false"/>
          </a:p>
        </p:txBody>
      </p:sp>
      <p:sp>
        <p:nvSpPr>
          <p:cNvPr id="701" name="Text Placeholder 8"/>
          <p:cNvSpPr>
            <a:spLocks noGrp="true"/>
          </p:cNvSpPr>
          <p:nvPr>
            <p:ph type="body" sz="quarter" idx="47" hasCustomPrompt="true"/>
          </p:nvPr>
        </p:nvSpPr>
        <p:spPr>
          <a:xfrm>
            <a:off x="2411855" y="3851751"/>
            <a:ext cx="1656714" cy="574334"/>
          </a:xfrm>
        </p:spPr>
        <p:txBody>
          <a:bodyPr>
            <a:noAutofit/>
          </a:bodyPr>
          <a:lstStyle>
            <a:lvl1pPr marL="0" indent="0">
              <a:buNone/>
              <a:defRPr lang="en-US" sz="4400" b="true" i="false" kern="1200" noProof="false" dirty="false">
                <a:solidFill>
                  <a:srgbClr val="F55600"/>
                </a:solidFill>
                <a:latin typeface="+mj-lt"/>
                <a:ea typeface="Noto Sans S Chinese Regular" panose="020B0500000000000000" pitchFamily="34" charset="-128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noProof="false"/>
              <a:t>#$%</a:t>
            </a:r>
            <a:endParaRPr lang="en-US" noProof="false"/>
          </a:p>
        </p:txBody>
      </p:sp>
      <p:sp>
        <p:nvSpPr>
          <p:cNvPr id="702" name="Text Placeholder 10"/>
          <p:cNvSpPr>
            <a:spLocks noGrp="true"/>
          </p:cNvSpPr>
          <p:nvPr>
            <p:ph type="body" sz="quarter" idx="48" hasCustomPrompt="true"/>
          </p:nvPr>
        </p:nvSpPr>
        <p:spPr>
          <a:xfrm>
            <a:off x="4325076" y="4542817"/>
            <a:ext cx="1663311" cy="1515083"/>
          </a:xfrm>
        </p:spPr>
        <p:txBody>
          <a:bodyPr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lang="en-US" altLang="zh-CN" sz="26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  <a:lvl2pPr marL="457200" indent="0">
              <a:lnSpc>
                <a:spcPct val="80000"/>
              </a:lnSpc>
              <a:spcBef>
                <a:spcPts val="0"/>
              </a:spcBef>
              <a:buNone/>
              <a:defRPr sz="2400" b="false" i="false" spc="-50" baseline="0">
                <a:latin typeface="Noto Sans S Chinese Regular" panose="020B0500000000000000" pitchFamily="34" charset="-128"/>
              </a:defRPr>
            </a:lvl2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请输入标题</a:t>
            </a:r>
            <a:endParaRPr lang="en-US" altLang="zh-CN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请输入标题</a:t>
            </a:r>
            <a:endParaRPr lang="en-US" altLang="zh-CN" noProof="false"/>
          </a:p>
        </p:txBody>
      </p:sp>
      <p:sp>
        <p:nvSpPr>
          <p:cNvPr id="703" name="Text Placeholder 8"/>
          <p:cNvSpPr>
            <a:spLocks noGrp="true"/>
          </p:cNvSpPr>
          <p:nvPr>
            <p:ph type="body" sz="quarter" idx="49" hasCustomPrompt="true"/>
          </p:nvPr>
        </p:nvSpPr>
        <p:spPr>
          <a:xfrm>
            <a:off x="4333241" y="3851751"/>
            <a:ext cx="1656714" cy="574334"/>
          </a:xfrm>
        </p:spPr>
        <p:txBody>
          <a:bodyPr>
            <a:noAutofit/>
          </a:bodyPr>
          <a:lstStyle>
            <a:lvl1pPr marL="0" indent="0">
              <a:buNone/>
              <a:defRPr lang="en-US" sz="4400" b="true" i="false" kern="1200" noProof="false" dirty="false">
                <a:solidFill>
                  <a:srgbClr val="F55600"/>
                </a:solidFill>
                <a:latin typeface="+mj-lt"/>
                <a:ea typeface="Noto Sans S Chinese Regular" panose="020B0500000000000000" pitchFamily="34" charset="-128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noProof="false"/>
              <a:t>#$%</a:t>
            </a:r>
            <a:endParaRPr lang="en-US" noProof="false"/>
          </a:p>
        </p:txBody>
      </p:sp>
      <p:sp>
        <p:nvSpPr>
          <p:cNvPr id="704" name="Text Placeholder 10"/>
          <p:cNvSpPr>
            <a:spLocks noGrp="true"/>
          </p:cNvSpPr>
          <p:nvPr>
            <p:ph type="body" sz="quarter" idx="50" hasCustomPrompt="true"/>
          </p:nvPr>
        </p:nvSpPr>
        <p:spPr>
          <a:xfrm>
            <a:off x="6216443" y="4542817"/>
            <a:ext cx="1663311" cy="1515083"/>
          </a:xfrm>
        </p:spPr>
        <p:txBody>
          <a:bodyPr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lang="en-US" altLang="zh-CN" sz="26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  <a:lvl2pPr marL="457200" indent="0">
              <a:lnSpc>
                <a:spcPct val="80000"/>
              </a:lnSpc>
              <a:spcBef>
                <a:spcPts val="0"/>
              </a:spcBef>
              <a:buNone/>
              <a:defRPr sz="2400" b="false" i="false" spc="-50" baseline="0">
                <a:latin typeface="Noto Sans S Chinese Regular" panose="020B0500000000000000" pitchFamily="34" charset="-128"/>
              </a:defRPr>
            </a:lvl2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请输入标题</a:t>
            </a:r>
            <a:endParaRPr lang="en-US" altLang="zh-CN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请输入标题</a:t>
            </a:r>
            <a:endParaRPr lang="en-US" altLang="zh-CN" noProof="false"/>
          </a:p>
          <a:p>
            <a:pPr lvl="1"/>
            <a:endParaRPr lang="en-US" noProof="false"/>
          </a:p>
        </p:txBody>
      </p:sp>
      <p:sp>
        <p:nvSpPr>
          <p:cNvPr id="705" name="Text Placeholder 8"/>
          <p:cNvSpPr>
            <a:spLocks noGrp="true"/>
          </p:cNvSpPr>
          <p:nvPr>
            <p:ph type="body" sz="quarter" idx="51" hasCustomPrompt="true"/>
          </p:nvPr>
        </p:nvSpPr>
        <p:spPr>
          <a:xfrm>
            <a:off x="6224608" y="3851751"/>
            <a:ext cx="1656714" cy="574334"/>
          </a:xfrm>
        </p:spPr>
        <p:txBody>
          <a:bodyPr>
            <a:noAutofit/>
          </a:bodyPr>
          <a:lstStyle>
            <a:lvl1pPr marL="0" indent="0">
              <a:buNone/>
              <a:defRPr lang="en-US" sz="4400" b="true" i="false" kern="1200" noProof="false" dirty="false">
                <a:solidFill>
                  <a:srgbClr val="F55600"/>
                </a:solidFill>
                <a:latin typeface="+mj-lt"/>
                <a:ea typeface="Noto Sans S Chinese Regular" panose="020B0500000000000000" pitchFamily="34" charset="-128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noProof="false"/>
              <a:t>#$%</a:t>
            </a:r>
            <a:endParaRPr lang="en-US" noProof="false"/>
          </a:p>
        </p:txBody>
      </p:sp>
      <p:sp>
        <p:nvSpPr>
          <p:cNvPr id="706" name="Text Placeholder 10"/>
          <p:cNvSpPr>
            <a:spLocks noGrp="true"/>
          </p:cNvSpPr>
          <p:nvPr>
            <p:ph type="body" sz="quarter" idx="52" hasCustomPrompt="true"/>
          </p:nvPr>
        </p:nvSpPr>
        <p:spPr>
          <a:xfrm>
            <a:off x="8115266" y="4542817"/>
            <a:ext cx="1663311" cy="1515083"/>
          </a:xfrm>
        </p:spPr>
        <p:txBody>
          <a:bodyPr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lang="en-US" altLang="zh-CN" sz="26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  <a:lvl2pPr marL="457200" indent="0">
              <a:lnSpc>
                <a:spcPct val="80000"/>
              </a:lnSpc>
              <a:spcBef>
                <a:spcPts val="0"/>
              </a:spcBef>
              <a:buNone/>
              <a:defRPr sz="2400" b="false" i="false" spc="-50" baseline="0">
                <a:latin typeface="Noto Sans S Chinese Regular" panose="020B0500000000000000" pitchFamily="34" charset="-128"/>
              </a:defRPr>
            </a:lvl2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请输入标题</a:t>
            </a:r>
            <a:endParaRPr lang="en-US" altLang="zh-CN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请输入标题</a:t>
            </a:r>
            <a:endParaRPr lang="en-US" altLang="zh-CN" noProof="false"/>
          </a:p>
        </p:txBody>
      </p:sp>
      <p:sp>
        <p:nvSpPr>
          <p:cNvPr id="707" name="Text Placeholder 8"/>
          <p:cNvSpPr>
            <a:spLocks noGrp="true"/>
          </p:cNvSpPr>
          <p:nvPr>
            <p:ph type="body" sz="quarter" idx="53" hasCustomPrompt="true"/>
          </p:nvPr>
        </p:nvSpPr>
        <p:spPr>
          <a:xfrm>
            <a:off x="8123431" y="3851751"/>
            <a:ext cx="1656714" cy="574334"/>
          </a:xfrm>
        </p:spPr>
        <p:txBody>
          <a:bodyPr>
            <a:noAutofit/>
          </a:bodyPr>
          <a:lstStyle>
            <a:lvl1pPr marL="0" indent="0">
              <a:buNone/>
              <a:defRPr lang="en-US" sz="4400" b="true" i="false" kern="1200" noProof="false" dirty="false">
                <a:solidFill>
                  <a:srgbClr val="F55600"/>
                </a:solidFill>
                <a:latin typeface="+mj-lt"/>
                <a:ea typeface="Noto Sans S Chinese Regular" panose="020B0500000000000000" pitchFamily="34" charset="-128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noProof="false"/>
              <a:t>#$%</a:t>
            </a:r>
            <a:endParaRPr lang="en-US" noProof="false"/>
          </a:p>
        </p:txBody>
      </p:sp>
      <p:sp>
        <p:nvSpPr>
          <p:cNvPr id="708" name="Text Placeholder 8"/>
          <p:cNvSpPr>
            <a:spLocks noGrp="true"/>
          </p:cNvSpPr>
          <p:nvPr>
            <p:ph type="body" sz="quarter" idx="23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noProof="false" err="true"/>
              <a:t>来源</a:t>
            </a:r>
            <a:r>
              <a:rPr lang="zh-CN" altLang="en-US" noProof="false"/>
              <a:t>：</a:t>
            </a:r>
            <a:endParaRPr lang="en-US" noProof="false"/>
          </a:p>
        </p:txBody>
      </p:sp>
      <p:sp>
        <p:nvSpPr>
          <p:cNvPr id="709" name="Picture Placeholder 7"/>
          <p:cNvSpPr>
            <a:spLocks noGrp="true"/>
          </p:cNvSpPr>
          <p:nvPr>
            <p:ph type="pic" sz="quarter" idx="15" hasCustomPrompt="true"/>
          </p:nvPr>
        </p:nvSpPr>
        <p:spPr>
          <a:xfrm>
            <a:off x="507366" y="1513840"/>
            <a:ext cx="1656714" cy="2062737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noProof="false" err="true"/>
              <a:t>单击插入图片</a:t>
            </a:r>
            <a:endParaRPr lang="en-US" noProof="false"/>
          </a:p>
        </p:txBody>
      </p:sp>
      <p:sp>
        <p:nvSpPr>
          <p:cNvPr id="710" name="Picture Placeholder 7"/>
          <p:cNvSpPr>
            <a:spLocks noGrp="true"/>
          </p:cNvSpPr>
          <p:nvPr>
            <p:ph type="pic" sz="quarter" idx="34" hasCustomPrompt="true"/>
          </p:nvPr>
        </p:nvSpPr>
        <p:spPr>
          <a:xfrm>
            <a:off x="2403690" y="1513840"/>
            <a:ext cx="1656714" cy="2062737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单击插入图片</a:t>
            </a:r>
            <a:endParaRPr lang="en-US" altLang="zh-CN" noProof="false"/>
          </a:p>
        </p:txBody>
      </p:sp>
      <p:sp>
        <p:nvSpPr>
          <p:cNvPr id="711" name="Picture Placeholder 7"/>
          <p:cNvSpPr>
            <a:spLocks noGrp="true"/>
          </p:cNvSpPr>
          <p:nvPr>
            <p:ph type="pic" sz="quarter" idx="38" hasCustomPrompt="true"/>
          </p:nvPr>
        </p:nvSpPr>
        <p:spPr>
          <a:xfrm>
            <a:off x="4314825" y="1513840"/>
            <a:ext cx="1656714" cy="2062737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单击插入图片</a:t>
            </a:r>
            <a:endParaRPr lang="en-US" altLang="zh-CN" noProof="false"/>
          </a:p>
        </p:txBody>
      </p:sp>
      <p:sp>
        <p:nvSpPr>
          <p:cNvPr id="712" name="Picture Placeholder 7"/>
          <p:cNvSpPr>
            <a:spLocks noGrp="true"/>
          </p:cNvSpPr>
          <p:nvPr>
            <p:ph type="pic" sz="quarter" idx="42" hasCustomPrompt="true"/>
          </p:nvPr>
        </p:nvSpPr>
        <p:spPr>
          <a:xfrm>
            <a:off x="6216443" y="1513840"/>
            <a:ext cx="1656714" cy="2062737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单击插入图片</a:t>
            </a:r>
            <a:endParaRPr lang="en-US" altLang="zh-CN" noProof="false"/>
          </a:p>
        </p:txBody>
      </p:sp>
      <p:sp>
        <p:nvSpPr>
          <p:cNvPr id="713" name="Picture Placeholder 7"/>
          <p:cNvSpPr>
            <a:spLocks noGrp="true"/>
          </p:cNvSpPr>
          <p:nvPr>
            <p:ph type="pic" sz="quarter" idx="54" hasCustomPrompt="true"/>
          </p:nvPr>
        </p:nvSpPr>
        <p:spPr>
          <a:xfrm>
            <a:off x="8112767" y="1513840"/>
            <a:ext cx="1656714" cy="2062737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单击插入图片</a:t>
            </a:r>
            <a:endParaRPr lang="en-US" altLang="zh-CN" noProof="false"/>
          </a:p>
        </p:txBody>
      </p:sp>
      <p:sp>
        <p:nvSpPr>
          <p:cNvPr id="714" name="Picture Placeholder 7"/>
          <p:cNvSpPr>
            <a:spLocks noGrp="true"/>
          </p:cNvSpPr>
          <p:nvPr>
            <p:ph type="pic" sz="quarter" idx="55" hasCustomPrompt="true"/>
          </p:nvPr>
        </p:nvSpPr>
        <p:spPr>
          <a:xfrm>
            <a:off x="10023902" y="1513840"/>
            <a:ext cx="1656714" cy="2062737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/>
              <a:t>单击插入图片</a:t>
            </a:r>
            <a:endParaRPr lang="en-US" altLang="zh-CN" noProof="false"/>
          </a:p>
        </p:txBody>
      </p:sp>
      <p:sp>
        <p:nvSpPr>
          <p:cNvPr id="715" name="Text Placeholder 10"/>
          <p:cNvSpPr>
            <a:spLocks noGrp="true"/>
          </p:cNvSpPr>
          <p:nvPr>
            <p:ph type="body" sz="quarter" idx="56" hasCustomPrompt="true"/>
          </p:nvPr>
        </p:nvSpPr>
        <p:spPr>
          <a:xfrm>
            <a:off x="10028646" y="4542817"/>
            <a:ext cx="1663311" cy="1515083"/>
          </a:xfrm>
        </p:spPr>
        <p:txBody>
          <a:bodyPr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lang="en-US" altLang="zh-CN" sz="26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  <a:lvl2pPr marL="457200" indent="0">
              <a:lnSpc>
                <a:spcPct val="80000"/>
              </a:lnSpc>
              <a:spcBef>
                <a:spcPts val="0"/>
              </a:spcBef>
              <a:buNone/>
              <a:defRPr sz="2400" b="false" i="false" spc="-50" baseline="0">
                <a:latin typeface="Noto Sans S Chinese Regular" panose="020B0500000000000000" pitchFamily="34" charset="-128"/>
              </a:defRPr>
            </a:lvl2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请输入标题</a:t>
            </a:r>
            <a:endParaRPr lang="en-US" altLang="zh-CN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请输入标题</a:t>
            </a:r>
            <a:endParaRPr lang="en-US" altLang="zh-CN" noProof="false"/>
          </a:p>
        </p:txBody>
      </p:sp>
      <p:sp>
        <p:nvSpPr>
          <p:cNvPr id="716" name="Text Placeholder 8"/>
          <p:cNvSpPr>
            <a:spLocks noGrp="true"/>
          </p:cNvSpPr>
          <p:nvPr>
            <p:ph type="body" sz="quarter" idx="57" hasCustomPrompt="true"/>
          </p:nvPr>
        </p:nvSpPr>
        <p:spPr>
          <a:xfrm>
            <a:off x="10036811" y="3851751"/>
            <a:ext cx="1656714" cy="574334"/>
          </a:xfrm>
        </p:spPr>
        <p:txBody>
          <a:bodyPr>
            <a:noAutofit/>
          </a:bodyPr>
          <a:lstStyle>
            <a:lvl1pPr marL="0" indent="0">
              <a:buNone/>
              <a:defRPr lang="en-US" sz="4400" b="true" i="false" kern="1200" noProof="false" dirty="false">
                <a:solidFill>
                  <a:srgbClr val="F55600"/>
                </a:solidFill>
                <a:latin typeface="+mj-lt"/>
                <a:ea typeface="Noto Sans S Chinese Regular" panose="020B0500000000000000" pitchFamily="34" charset="-128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noProof="false"/>
              <a:t>#$%</a:t>
            </a:r>
            <a:endParaRPr lang="en-US" noProof="false"/>
          </a:p>
        </p:txBody>
      </p:sp>
    </p:spTree>
  </p:cSld>
  <p:clrMapOvr>
    <a:masterClrMapping/>
  </p:clrMapOvr>
</p:sldLayout>
</file>

<file path=ppt/slideLayouts/slideLayout162.xml><?xml version="1.0" encoding="utf-8"?>
<p:sldLayout xmlns:a="http://schemas.openxmlformats.org/drawingml/2006/main" xmlns:p="http://schemas.openxmlformats.org/presentationml/2006/main">
  <p:cSld name="5_Content blocks 5 column 3">
    <p:spTree>
      <p:nvGrpSpPr>
        <p:cNvPr id="7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719" name="Picture Placeholder 7"/>
          <p:cNvSpPr>
            <a:spLocks noGrp="true"/>
          </p:cNvSpPr>
          <p:nvPr>
            <p:ph type="pic" sz="quarter" idx="15" hasCustomPrompt="true"/>
          </p:nvPr>
        </p:nvSpPr>
        <p:spPr>
          <a:xfrm>
            <a:off x="507366" y="1513840"/>
            <a:ext cx="1656714" cy="2062737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单击插入图片</a:t>
            </a:r>
            <a:endParaRPr lang="en-US" altLang="zh-CN" noProof="false"/>
          </a:p>
        </p:txBody>
      </p:sp>
      <p:sp>
        <p:nvSpPr>
          <p:cNvPr id="720" name="Text Placeholder 8"/>
          <p:cNvSpPr>
            <a:spLocks noGrp="true"/>
          </p:cNvSpPr>
          <p:nvPr>
            <p:ph type="body" sz="quarter" idx="23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noProof="false"/>
              <a:t>Click to edit Master text styles</a:t>
            </a:r>
            <a:endParaRPr lang="en-US" noProof="false"/>
          </a:p>
        </p:txBody>
      </p:sp>
      <p:sp>
        <p:nvSpPr>
          <p:cNvPr id="721" name="Text Placeholder 12"/>
          <p:cNvSpPr>
            <a:spLocks noGrp="true"/>
          </p:cNvSpPr>
          <p:nvPr>
            <p:ph type="body" sz="quarter" idx="31" hasCustomPrompt="true"/>
          </p:nvPr>
        </p:nvSpPr>
        <p:spPr>
          <a:xfrm>
            <a:off x="509375" y="3863786"/>
            <a:ext cx="1656714" cy="1369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lang="en-US" sz="800" b="false" i="false" kern="1200" cap="all" spc="0" baseline="0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sz="1200"/>
            </a:lvl3pPr>
          </a:lstStyle>
          <a:p>
            <a:pPr lvl="0"/>
            <a:r>
              <a:rPr lang="en-US" noProof="false" err="true"/>
              <a:t>请输入副标题</a:t>
            </a:r>
            <a:endParaRPr lang="en-US" noProof="false"/>
          </a:p>
        </p:txBody>
      </p:sp>
      <p:sp>
        <p:nvSpPr>
          <p:cNvPr id="722" name="Text Placeholder 5"/>
          <p:cNvSpPr>
            <a:spLocks noGrp="true"/>
          </p:cNvSpPr>
          <p:nvPr>
            <p:ph type="body" sz="quarter" idx="24" hasCustomPrompt="true"/>
          </p:nvPr>
        </p:nvSpPr>
        <p:spPr>
          <a:xfrm>
            <a:off x="507364" y="4110652"/>
            <a:ext cx="1656714" cy="1284308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lang="en-US" altLang="zh-CN" sz="26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dirty="false" err="true"/>
              <a:t>请输入标题</a:t>
            </a:r>
            <a:endParaRPr lang="en-US" altLang="zh-CN" noProof="false" dirty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dirty="false" err="true"/>
              <a:t>请输入标题</a:t>
            </a:r>
            <a:endParaRPr lang="en-US" altLang="zh-CN" noProof="false" dirty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dirty="false" err="true"/>
              <a:t>请输入标题</a:t>
            </a:r>
            <a:endParaRPr lang="en-US" altLang="zh-CN" noProof="false" dirty="false"/>
          </a:p>
          <a:p>
            <a:pPr marL="0" lvl="0" indent="0" algn="l" defTabSz="914400" rtl="false" eaLnBrk="true" latinLnBrk="false" hangingPunct="true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altLang="zh-CN" noProof="false" dirty="false"/>
          </a:p>
        </p:txBody>
      </p:sp>
      <p:sp>
        <p:nvSpPr>
          <p:cNvPr id="723" name="Picture Placeholder 7"/>
          <p:cNvSpPr>
            <a:spLocks noGrp="true"/>
          </p:cNvSpPr>
          <p:nvPr>
            <p:ph type="pic" sz="quarter" idx="34" hasCustomPrompt="true"/>
          </p:nvPr>
        </p:nvSpPr>
        <p:spPr>
          <a:xfrm>
            <a:off x="2403690" y="1513840"/>
            <a:ext cx="1656714" cy="2062737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单击插入图片</a:t>
            </a:r>
            <a:endParaRPr lang="en-US" altLang="zh-CN" noProof="false"/>
          </a:p>
        </p:txBody>
      </p:sp>
      <p:sp>
        <p:nvSpPr>
          <p:cNvPr id="724" name="Text Placeholder 12"/>
          <p:cNvSpPr>
            <a:spLocks noGrp="true"/>
          </p:cNvSpPr>
          <p:nvPr>
            <p:ph type="body" sz="quarter" idx="35" hasCustomPrompt="true"/>
          </p:nvPr>
        </p:nvSpPr>
        <p:spPr>
          <a:xfrm>
            <a:off x="2405699" y="3863786"/>
            <a:ext cx="1656714" cy="13697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lang="en-US" sz="800" b="false" i="false" kern="1200" cap="all" spc="0" baseline="0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sz="1200"/>
            </a:lvl3pPr>
          </a:lstStyle>
          <a:p>
            <a:pPr marL="0" marR="0" lvl="0" indent="0" algn="l" defTabSz="914400" rtl="false" eaLnBrk="true" fontAlgn="auto" latinLnBrk="false" hangingPunct="true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请输入副标题</a:t>
            </a:r>
            <a:endParaRPr lang="en-US" altLang="zh-CN" noProof="false"/>
          </a:p>
        </p:txBody>
      </p:sp>
      <p:sp>
        <p:nvSpPr>
          <p:cNvPr id="725" name="Text Placeholder 5"/>
          <p:cNvSpPr>
            <a:spLocks noGrp="true"/>
          </p:cNvSpPr>
          <p:nvPr>
            <p:ph type="body" sz="quarter" idx="36" hasCustomPrompt="true"/>
          </p:nvPr>
        </p:nvSpPr>
        <p:spPr>
          <a:xfrm>
            <a:off x="2403688" y="4110652"/>
            <a:ext cx="1656714" cy="1284308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lang="en-US" altLang="zh-CN" sz="26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请输入标题</a:t>
            </a:r>
            <a:endParaRPr lang="en-US" altLang="zh-CN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请输入标题</a:t>
            </a:r>
            <a:endParaRPr lang="en-US" altLang="zh-CN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请输入标题</a:t>
            </a:r>
            <a:endParaRPr lang="en-US" altLang="zh-CN" noProof="false"/>
          </a:p>
        </p:txBody>
      </p:sp>
      <p:sp>
        <p:nvSpPr>
          <p:cNvPr id="726" name="Picture Placeholder 7"/>
          <p:cNvSpPr>
            <a:spLocks noGrp="true"/>
          </p:cNvSpPr>
          <p:nvPr>
            <p:ph type="pic" sz="quarter" idx="38" hasCustomPrompt="true"/>
          </p:nvPr>
        </p:nvSpPr>
        <p:spPr>
          <a:xfrm>
            <a:off x="4314825" y="1513840"/>
            <a:ext cx="1656714" cy="2062737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单击插入图片</a:t>
            </a:r>
            <a:endParaRPr lang="en-US" altLang="zh-CN" noProof="false"/>
          </a:p>
        </p:txBody>
      </p:sp>
      <p:sp>
        <p:nvSpPr>
          <p:cNvPr id="727" name="Text Placeholder 12"/>
          <p:cNvSpPr>
            <a:spLocks noGrp="true"/>
          </p:cNvSpPr>
          <p:nvPr>
            <p:ph type="body" sz="quarter" idx="39" hasCustomPrompt="true"/>
          </p:nvPr>
        </p:nvSpPr>
        <p:spPr>
          <a:xfrm>
            <a:off x="4316834" y="3863786"/>
            <a:ext cx="1656714" cy="13697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lang="en-US" sz="800" b="false" i="false" kern="1200" cap="all" spc="0" baseline="0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sz="1200"/>
            </a:lvl3pPr>
          </a:lstStyle>
          <a:p>
            <a:pPr lvl="0"/>
            <a:r>
              <a:rPr lang="en-US" altLang="zh-CN" noProof="false" err="true"/>
              <a:t>请输入副标题</a:t>
            </a:r>
            <a:endParaRPr lang="en-US" altLang="zh-CN" noProof="false"/>
          </a:p>
        </p:txBody>
      </p:sp>
      <p:sp>
        <p:nvSpPr>
          <p:cNvPr id="728" name="Text Placeholder 5"/>
          <p:cNvSpPr>
            <a:spLocks noGrp="true"/>
          </p:cNvSpPr>
          <p:nvPr>
            <p:ph type="body" sz="quarter" idx="40" hasCustomPrompt="true"/>
          </p:nvPr>
        </p:nvSpPr>
        <p:spPr>
          <a:xfrm>
            <a:off x="4314823" y="4110652"/>
            <a:ext cx="1656714" cy="1284308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lang="en-US" altLang="zh-CN" sz="26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请输入标题</a:t>
            </a:r>
            <a:endParaRPr lang="en-US" altLang="zh-CN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请输入标题</a:t>
            </a:r>
            <a:endParaRPr lang="en-US" altLang="zh-CN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请输入标题</a:t>
            </a:r>
            <a:endParaRPr lang="en-US" altLang="zh-CN" noProof="false"/>
          </a:p>
          <a:p>
            <a:pPr marL="0" lvl="0" indent="0" algn="l" defTabSz="914400" rtl="false" eaLnBrk="true" latinLnBrk="false" hangingPunct="true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altLang="zh-CN" noProof="false"/>
          </a:p>
        </p:txBody>
      </p:sp>
      <p:sp>
        <p:nvSpPr>
          <p:cNvPr id="729" name="Picture Placeholder 7"/>
          <p:cNvSpPr>
            <a:spLocks noGrp="true"/>
          </p:cNvSpPr>
          <p:nvPr>
            <p:ph type="pic" sz="quarter" idx="42" hasCustomPrompt="true"/>
          </p:nvPr>
        </p:nvSpPr>
        <p:spPr>
          <a:xfrm>
            <a:off x="6216443" y="1513840"/>
            <a:ext cx="1656714" cy="2062737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单击插入图片</a:t>
            </a:r>
            <a:endParaRPr lang="en-US" altLang="zh-CN" noProof="false"/>
          </a:p>
        </p:txBody>
      </p:sp>
      <p:sp>
        <p:nvSpPr>
          <p:cNvPr id="730" name="Text Placeholder 12"/>
          <p:cNvSpPr>
            <a:spLocks noGrp="true"/>
          </p:cNvSpPr>
          <p:nvPr>
            <p:ph type="body" sz="quarter" idx="43" hasCustomPrompt="true"/>
          </p:nvPr>
        </p:nvSpPr>
        <p:spPr>
          <a:xfrm>
            <a:off x="6218452" y="3863786"/>
            <a:ext cx="1656714" cy="13697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lang="en-US" sz="800" b="false" i="false" kern="1200" cap="all" spc="0" baseline="0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sz="1200"/>
            </a:lvl3pPr>
          </a:lstStyle>
          <a:p>
            <a:pPr lvl="0"/>
            <a:r>
              <a:rPr lang="en-US" altLang="zh-CN" noProof="false" err="true"/>
              <a:t>请输入副标题</a:t>
            </a:r>
            <a:endParaRPr lang="en-US" altLang="zh-CN" noProof="false"/>
          </a:p>
        </p:txBody>
      </p:sp>
      <p:sp>
        <p:nvSpPr>
          <p:cNvPr id="731" name="Text Placeholder 5"/>
          <p:cNvSpPr>
            <a:spLocks noGrp="true"/>
          </p:cNvSpPr>
          <p:nvPr>
            <p:ph type="body" sz="quarter" idx="44" hasCustomPrompt="true"/>
          </p:nvPr>
        </p:nvSpPr>
        <p:spPr>
          <a:xfrm>
            <a:off x="6216441" y="4110652"/>
            <a:ext cx="1656714" cy="1284308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lang="en-US" altLang="zh-CN" sz="26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请输入标题</a:t>
            </a:r>
            <a:endParaRPr lang="en-US" altLang="zh-CN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请输入标题</a:t>
            </a:r>
            <a:endParaRPr lang="en-US" altLang="zh-CN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请输入标题</a:t>
            </a:r>
            <a:endParaRPr lang="en-US" altLang="zh-CN" noProof="false"/>
          </a:p>
        </p:txBody>
      </p:sp>
      <p:sp>
        <p:nvSpPr>
          <p:cNvPr id="732" name="Picture Placeholder 7"/>
          <p:cNvSpPr>
            <a:spLocks noGrp="true"/>
          </p:cNvSpPr>
          <p:nvPr>
            <p:ph type="pic" sz="quarter" idx="46" hasCustomPrompt="true"/>
          </p:nvPr>
        </p:nvSpPr>
        <p:spPr>
          <a:xfrm>
            <a:off x="8112767" y="1513840"/>
            <a:ext cx="1656714" cy="2062737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单击插入图片</a:t>
            </a:r>
            <a:endParaRPr lang="en-US" altLang="zh-CN" noProof="false"/>
          </a:p>
        </p:txBody>
      </p:sp>
      <p:sp>
        <p:nvSpPr>
          <p:cNvPr id="733" name="Text Placeholder 12"/>
          <p:cNvSpPr>
            <a:spLocks noGrp="true"/>
          </p:cNvSpPr>
          <p:nvPr>
            <p:ph type="body" sz="quarter" idx="47" hasCustomPrompt="true"/>
          </p:nvPr>
        </p:nvSpPr>
        <p:spPr>
          <a:xfrm>
            <a:off x="8114776" y="3863786"/>
            <a:ext cx="1656714" cy="13697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lang="en-US" sz="800" b="false" i="false" kern="1200" cap="all" spc="0" baseline="0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sz="1200"/>
            </a:lvl3pPr>
          </a:lstStyle>
          <a:p>
            <a:pPr lvl="0"/>
            <a:r>
              <a:rPr lang="en-US" altLang="zh-CN" noProof="false" err="true"/>
              <a:t>请输入副标题</a:t>
            </a:r>
            <a:endParaRPr lang="en-US" altLang="zh-CN" noProof="false"/>
          </a:p>
        </p:txBody>
      </p:sp>
      <p:sp>
        <p:nvSpPr>
          <p:cNvPr id="734" name="Text Placeholder 5"/>
          <p:cNvSpPr>
            <a:spLocks noGrp="true"/>
          </p:cNvSpPr>
          <p:nvPr>
            <p:ph type="body" sz="quarter" idx="48" hasCustomPrompt="true"/>
          </p:nvPr>
        </p:nvSpPr>
        <p:spPr>
          <a:xfrm>
            <a:off x="8112765" y="4110652"/>
            <a:ext cx="1656714" cy="1284308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lang="en-US" altLang="zh-CN" sz="26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请输入标题</a:t>
            </a:r>
            <a:endParaRPr lang="en-US" altLang="zh-CN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请输入标题</a:t>
            </a:r>
            <a:endParaRPr lang="en-US" altLang="zh-CN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请输入标题</a:t>
            </a:r>
            <a:endParaRPr lang="en-US" altLang="zh-CN" noProof="false"/>
          </a:p>
        </p:txBody>
      </p:sp>
      <p:sp>
        <p:nvSpPr>
          <p:cNvPr id="735" name="Picture Placeholder 7"/>
          <p:cNvSpPr>
            <a:spLocks noGrp="true"/>
          </p:cNvSpPr>
          <p:nvPr>
            <p:ph type="pic" sz="quarter" idx="50" hasCustomPrompt="true"/>
          </p:nvPr>
        </p:nvSpPr>
        <p:spPr>
          <a:xfrm>
            <a:off x="10023902" y="1513840"/>
            <a:ext cx="1656714" cy="2062737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单击插入图片</a:t>
            </a:r>
            <a:endParaRPr lang="en-US" altLang="zh-CN" noProof="false"/>
          </a:p>
        </p:txBody>
      </p:sp>
      <p:sp>
        <p:nvSpPr>
          <p:cNvPr id="736" name="Text Placeholder 12"/>
          <p:cNvSpPr>
            <a:spLocks noGrp="true"/>
          </p:cNvSpPr>
          <p:nvPr>
            <p:ph type="body" sz="quarter" idx="51" hasCustomPrompt="true"/>
          </p:nvPr>
        </p:nvSpPr>
        <p:spPr>
          <a:xfrm>
            <a:off x="10025911" y="3863786"/>
            <a:ext cx="1656714" cy="13697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lang="en-US" sz="800" b="false" i="false" kern="1200" cap="all" spc="0" baseline="0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sz="1200"/>
            </a:lvl3pPr>
          </a:lstStyle>
          <a:p>
            <a:pPr lvl="0"/>
            <a:r>
              <a:rPr lang="en-US" altLang="zh-CN" noProof="false" err="true"/>
              <a:t>请输入副标题</a:t>
            </a:r>
            <a:endParaRPr lang="en-US" altLang="zh-CN" noProof="false"/>
          </a:p>
        </p:txBody>
      </p:sp>
      <p:sp>
        <p:nvSpPr>
          <p:cNvPr id="737" name="Text Placeholder 5"/>
          <p:cNvSpPr>
            <a:spLocks noGrp="true"/>
          </p:cNvSpPr>
          <p:nvPr>
            <p:ph type="body" sz="quarter" idx="52" hasCustomPrompt="true"/>
          </p:nvPr>
        </p:nvSpPr>
        <p:spPr>
          <a:xfrm>
            <a:off x="10023900" y="4110652"/>
            <a:ext cx="1656714" cy="1284308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lang="en-US" altLang="zh-CN" sz="26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请输入标题</a:t>
            </a:r>
            <a:endParaRPr lang="en-US" altLang="zh-CN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请输入标题</a:t>
            </a:r>
            <a:endParaRPr lang="en-US" altLang="zh-CN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请输入标题</a:t>
            </a:r>
            <a:endParaRPr lang="en-US" altLang="zh-CN" noProof="false"/>
          </a:p>
        </p:txBody>
      </p:sp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p="http://schemas.openxmlformats.org/presentationml/2006/main">
  <p:cSld name="4_Content blocks 5 column 3">
    <p:spTree>
      <p:nvGrpSpPr>
        <p:cNvPr id="7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740" name="Picture Placeholder 7"/>
          <p:cNvSpPr>
            <a:spLocks noGrp="true"/>
          </p:cNvSpPr>
          <p:nvPr>
            <p:ph type="pic" sz="quarter" idx="15" hasCustomPrompt="true"/>
          </p:nvPr>
        </p:nvSpPr>
        <p:spPr>
          <a:xfrm>
            <a:off x="507366" y="1513840"/>
            <a:ext cx="1656714" cy="2062737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单击插入图片</a:t>
            </a:r>
            <a:endParaRPr lang="en-US" altLang="zh-CN" noProof="false"/>
          </a:p>
        </p:txBody>
      </p:sp>
      <p:sp>
        <p:nvSpPr>
          <p:cNvPr id="741" name="Text Placeholder 8"/>
          <p:cNvSpPr>
            <a:spLocks noGrp="true"/>
          </p:cNvSpPr>
          <p:nvPr>
            <p:ph type="body" sz="quarter" idx="23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noProof="false" err="true"/>
              <a:t>来源</a:t>
            </a:r>
            <a:r>
              <a:rPr lang="zh-CN" altLang="en-US" noProof="false"/>
              <a:t>：</a:t>
            </a:r>
            <a:endParaRPr lang="en-US" noProof="false"/>
          </a:p>
        </p:txBody>
      </p:sp>
      <p:sp>
        <p:nvSpPr>
          <p:cNvPr id="742" name="Text Placeholder 12"/>
          <p:cNvSpPr>
            <a:spLocks noGrp="true"/>
          </p:cNvSpPr>
          <p:nvPr>
            <p:ph type="body" sz="quarter" idx="31" hasCustomPrompt="true"/>
          </p:nvPr>
        </p:nvSpPr>
        <p:spPr>
          <a:xfrm>
            <a:off x="509375" y="3863786"/>
            <a:ext cx="1656714" cy="1369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lang="en-US" sz="800" b="false" i="false" kern="1200" cap="all" spc="0" baseline="0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sz="1200"/>
            </a:lvl3pPr>
          </a:lstStyle>
          <a:p>
            <a:pPr lvl="0"/>
            <a:r>
              <a:rPr lang="en-US" noProof="false" err="true"/>
              <a:t>请输入副标题</a:t>
            </a:r>
            <a:endParaRPr lang="en-US" noProof="false"/>
          </a:p>
        </p:txBody>
      </p:sp>
      <p:sp>
        <p:nvSpPr>
          <p:cNvPr id="743" name="Text Placeholder 5"/>
          <p:cNvSpPr>
            <a:spLocks noGrp="true"/>
          </p:cNvSpPr>
          <p:nvPr>
            <p:ph type="body" sz="quarter" idx="24" hasCustomPrompt="true"/>
          </p:nvPr>
        </p:nvSpPr>
        <p:spPr>
          <a:xfrm>
            <a:off x="507364" y="4059852"/>
            <a:ext cx="1656714" cy="759218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lang="en-US" altLang="zh-CN" sz="26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请输入标题</a:t>
            </a:r>
            <a:endParaRPr lang="en-US" altLang="zh-CN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请输入标题</a:t>
            </a:r>
            <a:endParaRPr lang="en-US" altLang="zh-CN" noProof="false"/>
          </a:p>
        </p:txBody>
      </p:sp>
      <p:sp>
        <p:nvSpPr>
          <p:cNvPr id="744" name="Text Placeholder 12"/>
          <p:cNvSpPr>
            <a:spLocks noGrp="true"/>
          </p:cNvSpPr>
          <p:nvPr>
            <p:ph type="body" sz="quarter" idx="33" hasCustomPrompt="true"/>
          </p:nvPr>
        </p:nvSpPr>
        <p:spPr>
          <a:xfrm>
            <a:off x="507364" y="4936186"/>
            <a:ext cx="1656714" cy="1032814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lang="en-US" sz="1200" b="false" i="false" kern="1200" cap="none" spc="0" baseline="0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lang="en-GB" sz="1200" kern="1200" dirty="fals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noProof="false" err="true"/>
              <a:t>请输入正文内容</a:t>
            </a:r>
            <a:endParaRPr lang="en-US" noProof="false"/>
          </a:p>
        </p:txBody>
      </p:sp>
      <p:sp>
        <p:nvSpPr>
          <p:cNvPr id="745" name="Picture Placeholder 7"/>
          <p:cNvSpPr>
            <a:spLocks noGrp="true"/>
          </p:cNvSpPr>
          <p:nvPr>
            <p:ph type="pic" sz="quarter" idx="34" hasCustomPrompt="true"/>
          </p:nvPr>
        </p:nvSpPr>
        <p:spPr>
          <a:xfrm>
            <a:off x="2403690" y="1513840"/>
            <a:ext cx="1656714" cy="2062737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单击插入图片</a:t>
            </a:r>
            <a:endParaRPr lang="en-US" altLang="zh-CN" noProof="false"/>
          </a:p>
        </p:txBody>
      </p:sp>
      <p:sp>
        <p:nvSpPr>
          <p:cNvPr id="746" name="Text Placeholder 12"/>
          <p:cNvSpPr>
            <a:spLocks noGrp="true"/>
          </p:cNvSpPr>
          <p:nvPr>
            <p:ph type="body" sz="quarter" idx="35" hasCustomPrompt="true"/>
          </p:nvPr>
        </p:nvSpPr>
        <p:spPr>
          <a:xfrm>
            <a:off x="2405699" y="3863786"/>
            <a:ext cx="1656714" cy="1369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lang="en-US" sz="800" b="false" i="false" kern="1200" cap="all" spc="0" baseline="0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sz="1200"/>
            </a:lvl3pPr>
          </a:lstStyle>
          <a:p>
            <a:pPr lvl="0"/>
            <a:r>
              <a:rPr lang="en-US" altLang="zh-CN" noProof="false" err="true"/>
              <a:t>请输入副标题</a:t>
            </a:r>
            <a:endParaRPr lang="en-US" noProof="false"/>
          </a:p>
        </p:txBody>
      </p:sp>
      <p:sp>
        <p:nvSpPr>
          <p:cNvPr id="747" name="Text Placeholder 5"/>
          <p:cNvSpPr>
            <a:spLocks noGrp="true"/>
          </p:cNvSpPr>
          <p:nvPr>
            <p:ph type="body" sz="quarter" idx="36" hasCustomPrompt="true"/>
          </p:nvPr>
        </p:nvSpPr>
        <p:spPr>
          <a:xfrm>
            <a:off x="2403688" y="4059852"/>
            <a:ext cx="1656714" cy="759218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lang="en-US" altLang="zh-CN" sz="26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请输入标题</a:t>
            </a:r>
            <a:endParaRPr lang="en-US" altLang="zh-CN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请输入标题</a:t>
            </a:r>
            <a:endParaRPr lang="en-US" altLang="zh-CN" noProof="false"/>
          </a:p>
        </p:txBody>
      </p:sp>
      <p:sp>
        <p:nvSpPr>
          <p:cNvPr id="748" name="Text Placeholder 12"/>
          <p:cNvSpPr>
            <a:spLocks noGrp="true"/>
          </p:cNvSpPr>
          <p:nvPr>
            <p:ph type="body" sz="quarter" idx="37" hasCustomPrompt="true"/>
          </p:nvPr>
        </p:nvSpPr>
        <p:spPr>
          <a:xfrm>
            <a:off x="2403688" y="4936185"/>
            <a:ext cx="1656714" cy="1032815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lang="en-US" sz="1200" b="false" i="false" kern="1200" cap="none" spc="0" baseline="0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lang="en-GB" sz="1200" kern="1200" dirty="fals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请输入正文内容</a:t>
            </a:r>
            <a:endParaRPr lang="en-US" altLang="zh-CN" noProof="false"/>
          </a:p>
        </p:txBody>
      </p:sp>
      <p:sp>
        <p:nvSpPr>
          <p:cNvPr id="749" name="Picture Placeholder 7"/>
          <p:cNvSpPr>
            <a:spLocks noGrp="true"/>
          </p:cNvSpPr>
          <p:nvPr>
            <p:ph type="pic" sz="quarter" idx="38" hasCustomPrompt="true"/>
          </p:nvPr>
        </p:nvSpPr>
        <p:spPr>
          <a:xfrm>
            <a:off x="4314825" y="1513840"/>
            <a:ext cx="1656714" cy="2062737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单击插入图片</a:t>
            </a:r>
            <a:endParaRPr lang="en-US" altLang="zh-CN" noProof="false"/>
          </a:p>
        </p:txBody>
      </p:sp>
      <p:sp>
        <p:nvSpPr>
          <p:cNvPr id="750" name="Text Placeholder 12"/>
          <p:cNvSpPr>
            <a:spLocks noGrp="true"/>
          </p:cNvSpPr>
          <p:nvPr>
            <p:ph type="body" sz="quarter" idx="39" hasCustomPrompt="true"/>
          </p:nvPr>
        </p:nvSpPr>
        <p:spPr>
          <a:xfrm>
            <a:off x="4316834" y="3863786"/>
            <a:ext cx="1656714" cy="1369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lang="en-US" sz="800" b="false" i="false" kern="1200" cap="all" spc="0" baseline="0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sz="1200"/>
            </a:lvl3pPr>
          </a:lstStyle>
          <a:p>
            <a:pPr lvl="0"/>
            <a:r>
              <a:rPr lang="en-US" altLang="zh-CN" noProof="false" err="true"/>
              <a:t>请输入副标题</a:t>
            </a:r>
            <a:endParaRPr lang="en-US" altLang="zh-CN" noProof="false"/>
          </a:p>
        </p:txBody>
      </p:sp>
      <p:sp>
        <p:nvSpPr>
          <p:cNvPr id="751" name="Text Placeholder 5"/>
          <p:cNvSpPr>
            <a:spLocks noGrp="true"/>
          </p:cNvSpPr>
          <p:nvPr>
            <p:ph type="body" sz="quarter" idx="40" hasCustomPrompt="true"/>
          </p:nvPr>
        </p:nvSpPr>
        <p:spPr>
          <a:xfrm>
            <a:off x="4314823" y="4059852"/>
            <a:ext cx="1656714" cy="759218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lang="en-US" altLang="zh-CN" sz="26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请输入标题</a:t>
            </a:r>
            <a:endParaRPr lang="en-US" altLang="zh-CN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请输入标题</a:t>
            </a:r>
            <a:endParaRPr lang="en-US" altLang="zh-CN" noProof="false"/>
          </a:p>
        </p:txBody>
      </p:sp>
      <p:sp>
        <p:nvSpPr>
          <p:cNvPr id="752" name="Text Placeholder 12"/>
          <p:cNvSpPr>
            <a:spLocks noGrp="true"/>
          </p:cNvSpPr>
          <p:nvPr>
            <p:ph type="body" sz="quarter" idx="41" hasCustomPrompt="true"/>
          </p:nvPr>
        </p:nvSpPr>
        <p:spPr>
          <a:xfrm>
            <a:off x="4314823" y="4936185"/>
            <a:ext cx="1656714" cy="1032815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lang="en-US" sz="1200" b="false" i="false" kern="1200" cap="none" spc="0" baseline="0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lang="en-GB" sz="1200" kern="1200" dirty="fals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请输入正文内容</a:t>
            </a:r>
            <a:endParaRPr lang="en-US" altLang="zh-CN" noProof="false"/>
          </a:p>
        </p:txBody>
      </p:sp>
      <p:sp>
        <p:nvSpPr>
          <p:cNvPr id="753" name="Picture Placeholder 7"/>
          <p:cNvSpPr>
            <a:spLocks noGrp="true"/>
          </p:cNvSpPr>
          <p:nvPr>
            <p:ph type="pic" sz="quarter" idx="42" hasCustomPrompt="true"/>
          </p:nvPr>
        </p:nvSpPr>
        <p:spPr>
          <a:xfrm>
            <a:off x="6216443" y="1513840"/>
            <a:ext cx="1656714" cy="2062737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单击插入图片</a:t>
            </a:r>
            <a:endParaRPr lang="en-US" altLang="zh-CN" noProof="false"/>
          </a:p>
        </p:txBody>
      </p:sp>
      <p:sp>
        <p:nvSpPr>
          <p:cNvPr id="754" name="Text Placeholder 12"/>
          <p:cNvSpPr>
            <a:spLocks noGrp="true"/>
          </p:cNvSpPr>
          <p:nvPr>
            <p:ph type="body" sz="quarter" idx="43" hasCustomPrompt="true"/>
          </p:nvPr>
        </p:nvSpPr>
        <p:spPr>
          <a:xfrm>
            <a:off x="6218452" y="3863786"/>
            <a:ext cx="1656714" cy="1369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lang="en-US" sz="800" b="false" i="false" kern="1200" cap="all" spc="0" baseline="0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sz="1200"/>
            </a:lvl3pPr>
          </a:lstStyle>
          <a:p>
            <a:pPr lvl="0"/>
            <a:r>
              <a:rPr lang="en-US" altLang="zh-CN" noProof="false" err="true"/>
              <a:t>请输入副标题</a:t>
            </a:r>
            <a:endParaRPr lang="en-US" altLang="zh-CN" noProof="false"/>
          </a:p>
        </p:txBody>
      </p:sp>
      <p:sp>
        <p:nvSpPr>
          <p:cNvPr id="755" name="Text Placeholder 5"/>
          <p:cNvSpPr>
            <a:spLocks noGrp="true"/>
          </p:cNvSpPr>
          <p:nvPr>
            <p:ph type="body" sz="quarter" idx="44" hasCustomPrompt="true"/>
          </p:nvPr>
        </p:nvSpPr>
        <p:spPr>
          <a:xfrm>
            <a:off x="6216441" y="4059852"/>
            <a:ext cx="1656714" cy="759218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lang="en-US" altLang="zh-CN" sz="26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请输入标题</a:t>
            </a:r>
            <a:endParaRPr lang="en-US" altLang="zh-CN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请输入标题</a:t>
            </a:r>
            <a:endParaRPr lang="en-US" altLang="zh-CN" noProof="false"/>
          </a:p>
        </p:txBody>
      </p:sp>
      <p:sp>
        <p:nvSpPr>
          <p:cNvPr id="756" name="Text Placeholder 12"/>
          <p:cNvSpPr>
            <a:spLocks noGrp="true"/>
          </p:cNvSpPr>
          <p:nvPr>
            <p:ph type="body" sz="quarter" idx="45" hasCustomPrompt="true"/>
          </p:nvPr>
        </p:nvSpPr>
        <p:spPr>
          <a:xfrm>
            <a:off x="6216441" y="4936185"/>
            <a:ext cx="1656714" cy="1032815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lang="en-US" sz="1200" b="false" i="false" kern="1200" cap="none" spc="0" baseline="0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lang="en-GB" sz="1200" kern="1200" dirty="fals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请输入正文内容</a:t>
            </a:r>
            <a:endParaRPr lang="en-US" altLang="zh-CN" noProof="false"/>
          </a:p>
        </p:txBody>
      </p:sp>
      <p:sp>
        <p:nvSpPr>
          <p:cNvPr id="757" name="Picture Placeholder 7"/>
          <p:cNvSpPr>
            <a:spLocks noGrp="true"/>
          </p:cNvSpPr>
          <p:nvPr>
            <p:ph type="pic" sz="quarter" idx="46" hasCustomPrompt="true"/>
          </p:nvPr>
        </p:nvSpPr>
        <p:spPr>
          <a:xfrm>
            <a:off x="8112767" y="1513840"/>
            <a:ext cx="1656714" cy="2062737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单击插入图片</a:t>
            </a:r>
            <a:endParaRPr lang="en-US" altLang="zh-CN" noProof="false"/>
          </a:p>
        </p:txBody>
      </p:sp>
      <p:sp>
        <p:nvSpPr>
          <p:cNvPr id="758" name="Text Placeholder 12"/>
          <p:cNvSpPr>
            <a:spLocks noGrp="true"/>
          </p:cNvSpPr>
          <p:nvPr>
            <p:ph type="body" sz="quarter" idx="47" hasCustomPrompt="true"/>
          </p:nvPr>
        </p:nvSpPr>
        <p:spPr>
          <a:xfrm>
            <a:off x="8114776" y="3863786"/>
            <a:ext cx="1656714" cy="1369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lang="en-US" sz="800" b="false" i="false" kern="1200" cap="all" spc="0" baseline="0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sz="1200"/>
            </a:lvl3pPr>
          </a:lstStyle>
          <a:p>
            <a:pPr lvl="0"/>
            <a:r>
              <a:rPr lang="en-US" altLang="zh-CN" noProof="false" err="true"/>
              <a:t>请输入副标题</a:t>
            </a:r>
            <a:endParaRPr lang="en-US" altLang="zh-CN" noProof="false"/>
          </a:p>
        </p:txBody>
      </p:sp>
      <p:sp>
        <p:nvSpPr>
          <p:cNvPr id="759" name="Text Placeholder 5"/>
          <p:cNvSpPr>
            <a:spLocks noGrp="true"/>
          </p:cNvSpPr>
          <p:nvPr>
            <p:ph type="body" sz="quarter" idx="48" hasCustomPrompt="true"/>
          </p:nvPr>
        </p:nvSpPr>
        <p:spPr>
          <a:xfrm>
            <a:off x="8112765" y="4059852"/>
            <a:ext cx="1656714" cy="759218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lang="en-US" altLang="zh-CN" sz="26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请输入标题</a:t>
            </a:r>
            <a:endParaRPr lang="en-US" altLang="zh-CN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请输入标题</a:t>
            </a:r>
            <a:endParaRPr lang="en-US" altLang="zh-CN" noProof="false"/>
          </a:p>
        </p:txBody>
      </p:sp>
      <p:sp>
        <p:nvSpPr>
          <p:cNvPr id="760" name="Text Placeholder 12"/>
          <p:cNvSpPr>
            <a:spLocks noGrp="true"/>
          </p:cNvSpPr>
          <p:nvPr>
            <p:ph type="body" sz="quarter" idx="49" hasCustomPrompt="true"/>
          </p:nvPr>
        </p:nvSpPr>
        <p:spPr>
          <a:xfrm>
            <a:off x="8112765" y="4936185"/>
            <a:ext cx="1656714" cy="1032815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lang="en-US" sz="1200" b="false" i="false" kern="1200" cap="none" spc="0" baseline="0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lang="en-GB" sz="1200" kern="1200" dirty="fals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请输入正文内容</a:t>
            </a:r>
            <a:endParaRPr lang="en-US" altLang="zh-CN" noProof="false"/>
          </a:p>
        </p:txBody>
      </p:sp>
      <p:sp>
        <p:nvSpPr>
          <p:cNvPr id="761" name="Picture Placeholder 7"/>
          <p:cNvSpPr>
            <a:spLocks noGrp="true"/>
          </p:cNvSpPr>
          <p:nvPr>
            <p:ph type="pic" sz="quarter" idx="50" hasCustomPrompt="true"/>
          </p:nvPr>
        </p:nvSpPr>
        <p:spPr>
          <a:xfrm>
            <a:off x="10023902" y="1513840"/>
            <a:ext cx="1656714" cy="2062737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单击插入图片</a:t>
            </a:r>
            <a:endParaRPr lang="en-US" altLang="zh-CN" noProof="false"/>
          </a:p>
        </p:txBody>
      </p:sp>
      <p:sp>
        <p:nvSpPr>
          <p:cNvPr id="762" name="Text Placeholder 12"/>
          <p:cNvSpPr>
            <a:spLocks noGrp="true"/>
          </p:cNvSpPr>
          <p:nvPr>
            <p:ph type="body" sz="quarter" idx="51" hasCustomPrompt="true"/>
          </p:nvPr>
        </p:nvSpPr>
        <p:spPr>
          <a:xfrm>
            <a:off x="10025911" y="3863786"/>
            <a:ext cx="1656714" cy="1369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lang="en-US" sz="800" b="false" i="false" kern="1200" cap="all" spc="0" baseline="0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sz="1200"/>
            </a:lvl3pPr>
          </a:lstStyle>
          <a:p>
            <a:pPr lvl="0"/>
            <a:r>
              <a:rPr lang="en-US" altLang="zh-CN" noProof="false" err="true"/>
              <a:t>请输入副标题</a:t>
            </a:r>
            <a:endParaRPr lang="en-US" altLang="zh-CN" noProof="false"/>
          </a:p>
        </p:txBody>
      </p:sp>
      <p:sp>
        <p:nvSpPr>
          <p:cNvPr id="763" name="Text Placeholder 5"/>
          <p:cNvSpPr>
            <a:spLocks noGrp="true"/>
          </p:cNvSpPr>
          <p:nvPr>
            <p:ph type="body" sz="quarter" idx="52" hasCustomPrompt="true"/>
          </p:nvPr>
        </p:nvSpPr>
        <p:spPr>
          <a:xfrm>
            <a:off x="10023900" y="4059852"/>
            <a:ext cx="1656714" cy="759218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lang="en-US" altLang="zh-CN" sz="26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请输入标题</a:t>
            </a:r>
            <a:endParaRPr lang="en-US" altLang="zh-CN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请输入标题</a:t>
            </a:r>
            <a:endParaRPr lang="en-US" altLang="zh-CN" noProof="false"/>
          </a:p>
        </p:txBody>
      </p:sp>
      <p:sp>
        <p:nvSpPr>
          <p:cNvPr id="764" name="Text Placeholder 12"/>
          <p:cNvSpPr>
            <a:spLocks noGrp="true"/>
          </p:cNvSpPr>
          <p:nvPr>
            <p:ph type="body" sz="quarter" idx="53" hasCustomPrompt="true"/>
          </p:nvPr>
        </p:nvSpPr>
        <p:spPr>
          <a:xfrm>
            <a:off x="10023900" y="4936185"/>
            <a:ext cx="1656714" cy="1032815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lang="en-US" sz="1200" b="false" i="false" kern="1200" cap="none" spc="0" baseline="0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lang="en-GB" sz="1200" kern="1200" dirty="fals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请输入正文内容</a:t>
            </a:r>
            <a:endParaRPr lang="en-US" altLang="zh-CN" noProof="false"/>
          </a:p>
        </p:txBody>
      </p:sp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p="http://schemas.openxmlformats.org/presentationml/2006/main">
  <p:cSld name="3_Content blocks 5 column 2">
    <p:bg>
      <p:bgPr>
        <a:solidFill>
          <a:schemeClr val="tx1"/>
        </a:solidFill>
        <a:effectLst/>
      </p:bgPr>
    </p:bg>
    <p:spTree>
      <p:nvGrpSpPr>
        <p:cNvPr id="7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767" name="Text Placeholder 10"/>
          <p:cNvSpPr>
            <a:spLocks noGrp="true"/>
          </p:cNvSpPr>
          <p:nvPr>
            <p:ph type="body" sz="quarter" idx="19" hasCustomPrompt="true"/>
          </p:nvPr>
        </p:nvSpPr>
        <p:spPr>
          <a:xfrm>
            <a:off x="498475" y="4542817"/>
            <a:ext cx="1663311" cy="1515083"/>
          </a:xfrm>
        </p:spPr>
        <p:txBody>
          <a:bodyPr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lang="zh-TW" altLang="en-US" sz="2600" b="true" i="false" kern="1200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  <a:lvl2pPr marL="457200" indent="0">
              <a:lnSpc>
                <a:spcPct val="80000"/>
              </a:lnSpc>
              <a:spcBef>
                <a:spcPts val="0"/>
              </a:spcBef>
              <a:buNone/>
              <a:defRPr sz="2400" b="false" i="false" spc="-50" baseline="0">
                <a:solidFill>
                  <a:schemeClr val="bg1"/>
                </a:solidFill>
                <a:latin typeface="Noto Sans S Chinese Regular" panose="020B0500000000000000" pitchFamily="34" charset="-128"/>
              </a:defRPr>
            </a:lvl2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en-US" altLang="zh-TW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zh-TW" altLang="en-US" noProof="false"/>
          </a:p>
          <a:p>
            <a:pPr marL="0" lvl="0" indent="0" algn="l" defTabSz="914400" rtl="false" eaLnBrk="true" latinLnBrk="false" hangingPunct="true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zh-TW" altLang="en-US" noProof="false"/>
          </a:p>
        </p:txBody>
      </p:sp>
      <p:sp>
        <p:nvSpPr>
          <p:cNvPr id="768" name="Text Placeholder 8"/>
          <p:cNvSpPr>
            <a:spLocks noGrp="true"/>
          </p:cNvSpPr>
          <p:nvPr>
            <p:ph type="body" sz="quarter" idx="21" hasCustomPrompt="true"/>
          </p:nvPr>
        </p:nvSpPr>
        <p:spPr>
          <a:xfrm>
            <a:off x="506640" y="3851751"/>
            <a:ext cx="1656714" cy="574334"/>
          </a:xfrm>
        </p:spPr>
        <p:txBody>
          <a:bodyPr>
            <a:noAutofit/>
          </a:bodyPr>
          <a:lstStyle>
            <a:lvl1pPr marL="0" indent="0">
              <a:buNone/>
              <a:defRPr lang="en-US" sz="4400" b="true" i="false" kern="1200" noProof="false" dirty="false">
                <a:solidFill>
                  <a:srgbClr val="F55600"/>
                </a:solidFill>
                <a:latin typeface="+mj-lt"/>
                <a:ea typeface="Noto Sans S Chinese Regular" panose="020B0500000000000000" pitchFamily="34" charset="-128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noProof="false"/>
              <a:t>#$%</a:t>
            </a:r>
            <a:endParaRPr lang="en-US" noProof="false"/>
          </a:p>
        </p:txBody>
      </p:sp>
      <p:sp>
        <p:nvSpPr>
          <p:cNvPr id="769" name="Text Placeholder 10"/>
          <p:cNvSpPr>
            <a:spLocks noGrp="true"/>
          </p:cNvSpPr>
          <p:nvPr>
            <p:ph type="body" sz="quarter" idx="46" hasCustomPrompt="true"/>
          </p:nvPr>
        </p:nvSpPr>
        <p:spPr>
          <a:xfrm>
            <a:off x="2403690" y="4542817"/>
            <a:ext cx="1663311" cy="1515083"/>
          </a:xfrm>
        </p:spPr>
        <p:txBody>
          <a:bodyPr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lang="zh-TW" altLang="en-US" sz="2600" b="true" i="false" kern="1200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  <a:lvl2pPr marL="457200" indent="0">
              <a:lnSpc>
                <a:spcPct val="80000"/>
              </a:lnSpc>
              <a:spcBef>
                <a:spcPts val="0"/>
              </a:spcBef>
              <a:buNone/>
              <a:defRPr sz="2600" b="false" i="false" spc="-50" baseline="0">
                <a:solidFill>
                  <a:schemeClr val="bg1"/>
                </a:solidFill>
                <a:latin typeface="Noto Sans S Chinese Regular" panose="020B0500000000000000" pitchFamily="34" charset="-128"/>
              </a:defRPr>
            </a:lvl2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en-US" altLang="zh-TW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zh-TW" altLang="en-US" noProof="false"/>
          </a:p>
          <a:p>
            <a:pPr lvl="1"/>
            <a:endParaRPr lang="en-US" noProof="false"/>
          </a:p>
        </p:txBody>
      </p:sp>
      <p:sp>
        <p:nvSpPr>
          <p:cNvPr id="770" name="Text Placeholder 8"/>
          <p:cNvSpPr>
            <a:spLocks noGrp="true"/>
          </p:cNvSpPr>
          <p:nvPr>
            <p:ph type="body" sz="quarter" idx="47" hasCustomPrompt="true"/>
          </p:nvPr>
        </p:nvSpPr>
        <p:spPr>
          <a:xfrm>
            <a:off x="2411855" y="3851751"/>
            <a:ext cx="1656714" cy="574334"/>
          </a:xfrm>
        </p:spPr>
        <p:txBody>
          <a:bodyPr>
            <a:noAutofit/>
          </a:bodyPr>
          <a:lstStyle>
            <a:lvl1pPr marL="0" indent="0">
              <a:buNone/>
              <a:defRPr lang="en-US" sz="4400" b="true" i="false" kern="1200" noProof="false" dirty="false">
                <a:solidFill>
                  <a:srgbClr val="F55600"/>
                </a:solidFill>
                <a:latin typeface="+mj-lt"/>
                <a:ea typeface="Noto Sans S Chinese Regular" panose="020B0500000000000000" pitchFamily="34" charset="-128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noProof="false"/>
              <a:t>#$%</a:t>
            </a:r>
            <a:endParaRPr lang="en-US" noProof="false"/>
          </a:p>
        </p:txBody>
      </p:sp>
      <p:sp>
        <p:nvSpPr>
          <p:cNvPr id="771" name="Text Placeholder 10"/>
          <p:cNvSpPr>
            <a:spLocks noGrp="true"/>
          </p:cNvSpPr>
          <p:nvPr>
            <p:ph type="body" sz="quarter" idx="48" hasCustomPrompt="true"/>
          </p:nvPr>
        </p:nvSpPr>
        <p:spPr>
          <a:xfrm>
            <a:off x="4325076" y="4542817"/>
            <a:ext cx="1663311" cy="1515083"/>
          </a:xfrm>
        </p:spPr>
        <p:txBody>
          <a:bodyPr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lang="zh-TW" altLang="en-US" sz="2600" b="true" i="false" kern="1200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  <a:lvl2pPr marL="457200" indent="0">
              <a:lnSpc>
                <a:spcPct val="80000"/>
              </a:lnSpc>
              <a:spcBef>
                <a:spcPts val="0"/>
              </a:spcBef>
              <a:buNone/>
              <a:defRPr sz="2600" b="false" i="false" spc="-50" baseline="0">
                <a:solidFill>
                  <a:schemeClr val="bg1"/>
                </a:solidFill>
                <a:latin typeface="Noto Sans S Chinese Regular" panose="020B0500000000000000" pitchFamily="34" charset="-128"/>
              </a:defRPr>
            </a:lvl2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en-US" altLang="zh-TW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zh-TW" altLang="en-US" noProof="false"/>
          </a:p>
          <a:p>
            <a:pPr lvl="1"/>
            <a:endParaRPr lang="en-US" noProof="false"/>
          </a:p>
        </p:txBody>
      </p:sp>
      <p:sp>
        <p:nvSpPr>
          <p:cNvPr id="772" name="Text Placeholder 8"/>
          <p:cNvSpPr>
            <a:spLocks noGrp="true"/>
          </p:cNvSpPr>
          <p:nvPr>
            <p:ph type="body" sz="quarter" idx="49" hasCustomPrompt="true"/>
          </p:nvPr>
        </p:nvSpPr>
        <p:spPr>
          <a:xfrm>
            <a:off x="4333241" y="3851751"/>
            <a:ext cx="1656714" cy="574334"/>
          </a:xfrm>
        </p:spPr>
        <p:txBody>
          <a:bodyPr>
            <a:noAutofit/>
          </a:bodyPr>
          <a:lstStyle>
            <a:lvl1pPr marL="0" indent="0">
              <a:buNone/>
              <a:defRPr lang="en-US" sz="4400" b="true" i="false" kern="1200" noProof="false" dirty="false">
                <a:solidFill>
                  <a:srgbClr val="F55600"/>
                </a:solidFill>
                <a:latin typeface="+mj-lt"/>
                <a:ea typeface="Noto Sans S Chinese Regular" panose="020B0500000000000000" pitchFamily="34" charset="-128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noProof="false"/>
              <a:t>#$%</a:t>
            </a:r>
            <a:endParaRPr lang="en-US" noProof="false"/>
          </a:p>
        </p:txBody>
      </p:sp>
      <p:sp>
        <p:nvSpPr>
          <p:cNvPr id="773" name="Text Placeholder 10"/>
          <p:cNvSpPr>
            <a:spLocks noGrp="true"/>
          </p:cNvSpPr>
          <p:nvPr>
            <p:ph type="body" sz="quarter" idx="50" hasCustomPrompt="true"/>
          </p:nvPr>
        </p:nvSpPr>
        <p:spPr>
          <a:xfrm>
            <a:off x="6216443" y="4542817"/>
            <a:ext cx="1663311" cy="1515083"/>
          </a:xfrm>
        </p:spPr>
        <p:txBody>
          <a:bodyPr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lang="zh-TW" altLang="en-US" sz="2600" b="true" i="false" kern="1200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  <a:lvl2pPr marL="457200" indent="0">
              <a:lnSpc>
                <a:spcPct val="80000"/>
              </a:lnSpc>
              <a:spcBef>
                <a:spcPts val="0"/>
              </a:spcBef>
              <a:buNone/>
              <a:defRPr sz="2600" b="false" i="false" spc="-50" baseline="0">
                <a:solidFill>
                  <a:schemeClr val="bg1"/>
                </a:solidFill>
                <a:latin typeface="Noto Sans S Chinese Regular" panose="020B0500000000000000" pitchFamily="34" charset="-128"/>
              </a:defRPr>
            </a:lvl2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en-US" altLang="zh-TW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zh-TW" altLang="en-US" noProof="false"/>
          </a:p>
          <a:p>
            <a:pPr lvl="1"/>
            <a:endParaRPr lang="en-US" noProof="false"/>
          </a:p>
        </p:txBody>
      </p:sp>
      <p:sp>
        <p:nvSpPr>
          <p:cNvPr id="774" name="Text Placeholder 8"/>
          <p:cNvSpPr>
            <a:spLocks noGrp="true"/>
          </p:cNvSpPr>
          <p:nvPr>
            <p:ph type="body" sz="quarter" idx="51" hasCustomPrompt="true"/>
          </p:nvPr>
        </p:nvSpPr>
        <p:spPr>
          <a:xfrm>
            <a:off x="6224608" y="3851751"/>
            <a:ext cx="1656714" cy="574334"/>
          </a:xfrm>
        </p:spPr>
        <p:txBody>
          <a:bodyPr>
            <a:noAutofit/>
          </a:bodyPr>
          <a:lstStyle>
            <a:lvl1pPr marL="0" indent="0">
              <a:buNone/>
              <a:defRPr lang="en-US" sz="4400" b="true" i="false" kern="1200" noProof="false" dirty="false">
                <a:solidFill>
                  <a:srgbClr val="F55600"/>
                </a:solidFill>
                <a:latin typeface="+mj-lt"/>
                <a:ea typeface="Noto Sans S Chinese Regular" panose="020B0500000000000000" pitchFamily="34" charset="-128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noProof="false"/>
              <a:t>#$%</a:t>
            </a:r>
            <a:endParaRPr lang="en-US" noProof="false"/>
          </a:p>
        </p:txBody>
      </p:sp>
      <p:sp>
        <p:nvSpPr>
          <p:cNvPr id="775" name="Text Placeholder 10"/>
          <p:cNvSpPr>
            <a:spLocks noGrp="true"/>
          </p:cNvSpPr>
          <p:nvPr>
            <p:ph type="body" sz="quarter" idx="52" hasCustomPrompt="true"/>
          </p:nvPr>
        </p:nvSpPr>
        <p:spPr>
          <a:xfrm>
            <a:off x="8115266" y="4542817"/>
            <a:ext cx="1663311" cy="1515083"/>
          </a:xfrm>
        </p:spPr>
        <p:txBody>
          <a:bodyPr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lang="zh-TW" altLang="en-US" sz="2600" b="true" i="false" kern="1200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  <a:lvl2pPr marL="457200" indent="0">
              <a:lnSpc>
                <a:spcPct val="80000"/>
              </a:lnSpc>
              <a:spcBef>
                <a:spcPts val="0"/>
              </a:spcBef>
              <a:buNone/>
              <a:defRPr sz="2600" b="false" i="false" spc="-50" baseline="0">
                <a:solidFill>
                  <a:schemeClr val="bg1"/>
                </a:solidFill>
                <a:latin typeface="Noto Sans S Chinese Regular" panose="020B0500000000000000" pitchFamily="34" charset="-128"/>
              </a:defRPr>
            </a:lvl2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en-US" altLang="zh-TW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zh-TW" altLang="en-US" noProof="false"/>
          </a:p>
          <a:p>
            <a:pPr lvl="1"/>
            <a:endParaRPr lang="en-US" noProof="false"/>
          </a:p>
        </p:txBody>
      </p:sp>
      <p:sp>
        <p:nvSpPr>
          <p:cNvPr id="776" name="Text Placeholder 8"/>
          <p:cNvSpPr>
            <a:spLocks noGrp="true"/>
          </p:cNvSpPr>
          <p:nvPr>
            <p:ph type="body" sz="quarter" idx="53" hasCustomPrompt="true"/>
          </p:nvPr>
        </p:nvSpPr>
        <p:spPr>
          <a:xfrm>
            <a:off x="8123431" y="3851751"/>
            <a:ext cx="1656714" cy="574334"/>
          </a:xfrm>
        </p:spPr>
        <p:txBody>
          <a:bodyPr>
            <a:noAutofit/>
          </a:bodyPr>
          <a:lstStyle>
            <a:lvl1pPr marL="0" indent="0">
              <a:buNone/>
              <a:defRPr lang="en-US" sz="4400" b="true" i="false" kern="1200" noProof="false" dirty="false">
                <a:solidFill>
                  <a:srgbClr val="F55600"/>
                </a:solidFill>
                <a:latin typeface="+mj-lt"/>
                <a:ea typeface="Noto Sans S Chinese Regular" panose="020B0500000000000000" pitchFamily="34" charset="-128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noProof="false"/>
              <a:t>#$%</a:t>
            </a:r>
            <a:endParaRPr lang="en-US" noProof="false"/>
          </a:p>
        </p:txBody>
      </p:sp>
      <p:sp>
        <p:nvSpPr>
          <p:cNvPr id="777" name="Text Placeholder 8"/>
          <p:cNvSpPr>
            <a:spLocks noGrp="true"/>
          </p:cNvSpPr>
          <p:nvPr>
            <p:ph type="body" sz="quarter" idx="23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noProof="false" err="true"/>
              <a:t>来源</a:t>
            </a:r>
            <a:r>
              <a:rPr lang="zh-CN" altLang="en-US" noProof="false"/>
              <a:t>：</a:t>
            </a:r>
            <a:endParaRPr lang="en-US" noProof="false"/>
          </a:p>
        </p:txBody>
      </p:sp>
      <p:sp>
        <p:nvSpPr>
          <p:cNvPr id="778" name="Picture Placeholder 7"/>
          <p:cNvSpPr>
            <a:spLocks noGrp="true"/>
          </p:cNvSpPr>
          <p:nvPr>
            <p:ph type="pic" sz="quarter" idx="15" hasCustomPrompt="true"/>
          </p:nvPr>
        </p:nvSpPr>
        <p:spPr>
          <a:xfrm>
            <a:off x="507366" y="1513840"/>
            <a:ext cx="1656714" cy="2062737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TW" noProof="false" err="true"/>
              <a:t>单击插入图片</a:t>
            </a:r>
            <a:endParaRPr lang="en-US" altLang="zh-TW" noProof="false"/>
          </a:p>
        </p:txBody>
      </p:sp>
      <p:sp>
        <p:nvSpPr>
          <p:cNvPr id="779" name="Picture Placeholder 7"/>
          <p:cNvSpPr>
            <a:spLocks noGrp="true"/>
          </p:cNvSpPr>
          <p:nvPr>
            <p:ph type="pic" sz="quarter" idx="34" hasCustomPrompt="true"/>
          </p:nvPr>
        </p:nvSpPr>
        <p:spPr>
          <a:xfrm>
            <a:off x="2403690" y="1513840"/>
            <a:ext cx="1656714" cy="2062737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TW" noProof="false" err="true"/>
              <a:t>单击插入图片</a:t>
            </a:r>
            <a:endParaRPr lang="en-US" altLang="zh-TW" noProof="false"/>
          </a:p>
        </p:txBody>
      </p:sp>
      <p:sp>
        <p:nvSpPr>
          <p:cNvPr id="780" name="Picture Placeholder 7"/>
          <p:cNvSpPr>
            <a:spLocks noGrp="true"/>
          </p:cNvSpPr>
          <p:nvPr>
            <p:ph type="pic" sz="quarter" idx="38" hasCustomPrompt="true"/>
          </p:nvPr>
        </p:nvSpPr>
        <p:spPr>
          <a:xfrm>
            <a:off x="4314825" y="1513840"/>
            <a:ext cx="1656714" cy="2062737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TW" noProof="false" err="true"/>
              <a:t>单击插入图片</a:t>
            </a:r>
            <a:endParaRPr lang="en-US" altLang="zh-TW" noProof="false"/>
          </a:p>
        </p:txBody>
      </p:sp>
      <p:sp>
        <p:nvSpPr>
          <p:cNvPr id="781" name="Picture Placeholder 7"/>
          <p:cNvSpPr>
            <a:spLocks noGrp="true"/>
          </p:cNvSpPr>
          <p:nvPr>
            <p:ph type="pic" sz="quarter" idx="42" hasCustomPrompt="true"/>
          </p:nvPr>
        </p:nvSpPr>
        <p:spPr>
          <a:xfrm>
            <a:off x="6216443" y="1513840"/>
            <a:ext cx="1656714" cy="2062737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TW" noProof="false" err="true"/>
              <a:t>单击插入图片</a:t>
            </a:r>
            <a:endParaRPr lang="en-US" altLang="zh-TW" noProof="false"/>
          </a:p>
        </p:txBody>
      </p:sp>
      <p:sp>
        <p:nvSpPr>
          <p:cNvPr id="782" name="Picture Placeholder 7"/>
          <p:cNvSpPr>
            <a:spLocks noGrp="true"/>
          </p:cNvSpPr>
          <p:nvPr>
            <p:ph type="pic" sz="quarter" idx="54" hasCustomPrompt="true"/>
          </p:nvPr>
        </p:nvSpPr>
        <p:spPr>
          <a:xfrm>
            <a:off x="8112767" y="1513840"/>
            <a:ext cx="1656714" cy="2062737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TW" noProof="false" err="true"/>
              <a:t>单击插入图片</a:t>
            </a:r>
            <a:endParaRPr lang="en-US" altLang="zh-TW" noProof="false"/>
          </a:p>
        </p:txBody>
      </p:sp>
      <p:sp>
        <p:nvSpPr>
          <p:cNvPr id="783" name="Picture Placeholder 7"/>
          <p:cNvSpPr>
            <a:spLocks noGrp="true"/>
          </p:cNvSpPr>
          <p:nvPr>
            <p:ph type="pic" sz="quarter" idx="55" hasCustomPrompt="true"/>
          </p:nvPr>
        </p:nvSpPr>
        <p:spPr>
          <a:xfrm>
            <a:off x="10023902" y="1513840"/>
            <a:ext cx="1656714" cy="2062737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TW" noProof="false" err="true"/>
              <a:t>单击插入图片</a:t>
            </a:r>
            <a:endParaRPr lang="en-US" altLang="zh-TW" noProof="false"/>
          </a:p>
        </p:txBody>
      </p:sp>
      <p:sp>
        <p:nvSpPr>
          <p:cNvPr id="784" name="Text Placeholder 10"/>
          <p:cNvSpPr>
            <a:spLocks noGrp="true"/>
          </p:cNvSpPr>
          <p:nvPr>
            <p:ph type="body" sz="quarter" idx="56" hasCustomPrompt="true"/>
          </p:nvPr>
        </p:nvSpPr>
        <p:spPr>
          <a:xfrm>
            <a:off x="10028646" y="4542817"/>
            <a:ext cx="1663311" cy="1515083"/>
          </a:xfrm>
        </p:spPr>
        <p:txBody>
          <a:bodyPr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lang="zh-TW" altLang="en-US" sz="2600" b="true" i="false" kern="1200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  <a:lvl2pPr marL="457200" indent="0">
              <a:lnSpc>
                <a:spcPct val="80000"/>
              </a:lnSpc>
              <a:spcBef>
                <a:spcPts val="0"/>
              </a:spcBef>
              <a:buNone/>
              <a:defRPr sz="2600" b="false" i="false" spc="-50" baseline="0">
                <a:solidFill>
                  <a:schemeClr val="bg1"/>
                </a:solidFill>
                <a:latin typeface="Noto Sans S Chinese Regular" panose="020B0500000000000000" pitchFamily="34" charset="-128"/>
              </a:defRPr>
            </a:lvl2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en-US" altLang="zh-TW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zh-TW" altLang="en-US" noProof="false"/>
          </a:p>
          <a:p>
            <a:pPr lvl="1"/>
            <a:endParaRPr lang="en-US" noProof="false"/>
          </a:p>
        </p:txBody>
      </p:sp>
      <p:sp>
        <p:nvSpPr>
          <p:cNvPr id="785" name="Text Placeholder 8"/>
          <p:cNvSpPr>
            <a:spLocks noGrp="true"/>
          </p:cNvSpPr>
          <p:nvPr>
            <p:ph type="body" sz="quarter" idx="57" hasCustomPrompt="true"/>
          </p:nvPr>
        </p:nvSpPr>
        <p:spPr>
          <a:xfrm>
            <a:off x="10036811" y="3851751"/>
            <a:ext cx="1656714" cy="574334"/>
          </a:xfrm>
        </p:spPr>
        <p:txBody>
          <a:bodyPr>
            <a:noAutofit/>
          </a:bodyPr>
          <a:lstStyle>
            <a:lvl1pPr marL="0" indent="0">
              <a:buNone/>
              <a:defRPr lang="en-US" sz="4400" b="true" i="false" kern="1200" noProof="false" dirty="false">
                <a:solidFill>
                  <a:srgbClr val="F55600"/>
                </a:solidFill>
                <a:latin typeface="+mj-lt"/>
                <a:ea typeface="Noto Sans S Chinese Regular" panose="020B0500000000000000" pitchFamily="34" charset="-128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noProof="false"/>
              <a:t>#$%</a:t>
            </a:r>
            <a:endParaRPr lang="en-US" noProof="false"/>
          </a:p>
        </p:txBody>
      </p:sp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p="http://schemas.openxmlformats.org/presentationml/2006/main">
  <p:cSld name="6_Content blocks 5 column 3">
    <p:bg>
      <p:bgPr>
        <a:solidFill>
          <a:schemeClr val="tx1"/>
        </a:solidFill>
        <a:effectLst/>
      </p:bgPr>
    </p:bg>
    <p:spTree>
      <p:nvGrpSpPr>
        <p:cNvPr id="78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788" name="Picture Placeholder 7"/>
          <p:cNvSpPr>
            <a:spLocks noGrp="true"/>
          </p:cNvSpPr>
          <p:nvPr>
            <p:ph type="pic" sz="quarter" idx="15" hasCustomPrompt="true"/>
          </p:nvPr>
        </p:nvSpPr>
        <p:spPr>
          <a:xfrm>
            <a:off x="507366" y="1513840"/>
            <a:ext cx="1656714" cy="2062737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TW" noProof="false" err="true"/>
              <a:t>单击插入图片</a:t>
            </a:r>
            <a:endParaRPr lang="en-US" altLang="zh-TW" noProof="false"/>
          </a:p>
        </p:txBody>
      </p:sp>
      <p:sp>
        <p:nvSpPr>
          <p:cNvPr id="789" name="Text Placeholder 8"/>
          <p:cNvSpPr>
            <a:spLocks noGrp="true"/>
          </p:cNvSpPr>
          <p:nvPr>
            <p:ph type="body" sz="quarter" idx="23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noProof="false" err="true"/>
              <a:t>来源</a:t>
            </a:r>
            <a:r>
              <a:rPr lang="zh-CN" altLang="en-US" noProof="false"/>
              <a:t>：</a:t>
            </a:r>
            <a:endParaRPr lang="en-US" noProof="false"/>
          </a:p>
        </p:txBody>
      </p:sp>
      <p:sp>
        <p:nvSpPr>
          <p:cNvPr id="790" name="Text Placeholder 12"/>
          <p:cNvSpPr>
            <a:spLocks noGrp="true"/>
          </p:cNvSpPr>
          <p:nvPr>
            <p:ph type="body" sz="quarter" idx="31" hasCustomPrompt="true"/>
          </p:nvPr>
        </p:nvSpPr>
        <p:spPr>
          <a:xfrm>
            <a:off x="509375" y="3863786"/>
            <a:ext cx="1656714" cy="1369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lang="en-US" sz="800" b="false" i="false" kern="1200" cap="all" spc="0" baseline="0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sz="1200"/>
            </a:lvl3pPr>
          </a:lstStyle>
          <a:p>
            <a:pPr lvl="0"/>
            <a:r>
              <a:rPr lang="en-US" altLang="zh-CN" noProof="false" err="true"/>
              <a:t>请输入副标题</a:t>
            </a:r>
            <a:endParaRPr lang="en-US" altLang="zh-CN" noProof="false"/>
          </a:p>
        </p:txBody>
      </p:sp>
      <p:sp>
        <p:nvSpPr>
          <p:cNvPr id="791" name="Text Placeholder 5"/>
          <p:cNvSpPr>
            <a:spLocks noGrp="true"/>
          </p:cNvSpPr>
          <p:nvPr>
            <p:ph type="body" sz="quarter" idx="24" hasCustomPrompt="true"/>
          </p:nvPr>
        </p:nvSpPr>
        <p:spPr>
          <a:xfrm>
            <a:off x="507364" y="4110652"/>
            <a:ext cx="1656714" cy="1284308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lang="en-US" altLang="zh-TW" sz="2600" b="true" i="false" kern="1200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en-US" altLang="zh-TW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en-US" altLang="zh-TW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en-US" altLang="zh-TW" noProof="false"/>
          </a:p>
        </p:txBody>
      </p:sp>
      <p:sp>
        <p:nvSpPr>
          <p:cNvPr id="792" name="Picture Placeholder 7"/>
          <p:cNvSpPr>
            <a:spLocks noGrp="true"/>
          </p:cNvSpPr>
          <p:nvPr>
            <p:ph type="pic" sz="quarter" idx="34" hasCustomPrompt="true"/>
          </p:nvPr>
        </p:nvSpPr>
        <p:spPr>
          <a:xfrm>
            <a:off x="2403690" y="1513840"/>
            <a:ext cx="1656714" cy="2062737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TW" noProof="false" err="true"/>
              <a:t>单击插入图片</a:t>
            </a:r>
            <a:endParaRPr lang="en-US" altLang="zh-TW" noProof="false"/>
          </a:p>
        </p:txBody>
      </p:sp>
      <p:sp>
        <p:nvSpPr>
          <p:cNvPr id="793" name="Text Placeholder 12"/>
          <p:cNvSpPr>
            <a:spLocks noGrp="true"/>
          </p:cNvSpPr>
          <p:nvPr>
            <p:ph type="body" sz="quarter" idx="35" hasCustomPrompt="true"/>
          </p:nvPr>
        </p:nvSpPr>
        <p:spPr>
          <a:xfrm>
            <a:off x="2405699" y="3863786"/>
            <a:ext cx="1656714" cy="1369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lang="en-US" sz="800" b="false" i="false" kern="1200" cap="all" spc="0" baseline="0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sz="1200"/>
            </a:lvl3pPr>
          </a:lstStyle>
          <a:p>
            <a:pPr lvl="0"/>
            <a:r>
              <a:rPr lang="en-US" altLang="zh-CN" noProof="false" err="true"/>
              <a:t>请输入副标题</a:t>
            </a:r>
            <a:endParaRPr lang="en-US" altLang="zh-CN" noProof="false"/>
          </a:p>
        </p:txBody>
      </p:sp>
      <p:sp>
        <p:nvSpPr>
          <p:cNvPr id="794" name="Text Placeholder 5"/>
          <p:cNvSpPr>
            <a:spLocks noGrp="true"/>
          </p:cNvSpPr>
          <p:nvPr>
            <p:ph type="body" sz="quarter" idx="36" hasCustomPrompt="true"/>
          </p:nvPr>
        </p:nvSpPr>
        <p:spPr>
          <a:xfrm>
            <a:off x="2403688" y="4110652"/>
            <a:ext cx="1656714" cy="1284308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lang="en-US" altLang="zh-TW" sz="2600" b="true" i="false" kern="1200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en-US" altLang="zh-TW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en-US" altLang="zh-TW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en-US" altLang="zh-TW" noProof="false"/>
          </a:p>
          <a:p>
            <a:pPr marL="0" lvl="0" indent="0" algn="l" defTabSz="914400" rtl="false" eaLnBrk="true" latinLnBrk="false" hangingPunct="true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noProof="false"/>
          </a:p>
        </p:txBody>
      </p:sp>
      <p:sp>
        <p:nvSpPr>
          <p:cNvPr id="795" name="Picture Placeholder 7"/>
          <p:cNvSpPr>
            <a:spLocks noGrp="true"/>
          </p:cNvSpPr>
          <p:nvPr>
            <p:ph type="pic" sz="quarter" idx="38" hasCustomPrompt="true"/>
          </p:nvPr>
        </p:nvSpPr>
        <p:spPr>
          <a:xfrm>
            <a:off x="4314825" y="1513840"/>
            <a:ext cx="1656714" cy="2062737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TW" noProof="false" err="true"/>
              <a:t>单击插入图片</a:t>
            </a:r>
            <a:endParaRPr lang="en-US" altLang="zh-TW" noProof="false"/>
          </a:p>
        </p:txBody>
      </p:sp>
      <p:sp>
        <p:nvSpPr>
          <p:cNvPr id="796" name="Text Placeholder 12"/>
          <p:cNvSpPr>
            <a:spLocks noGrp="true"/>
          </p:cNvSpPr>
          <p:nvPr>
            <p:ph type="body" sz="quarter" idx="39" hasCustomPrompt="true"/>
          </p:nvPr>
        </p:nvSpPr>
        <p:spPr>
          <a:xfrm>
            <a:off x="4316834" y="3863786"/>
            <a:ext cx="1656714" cy="1369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lang="en-US" sz="800" b="false" i="false" kern="1200" cap="all" spc="0" baseline="0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sz="1200"/>
            </a:lvl3pPr>
          </a:lstStyle>
          <a:p>
            <a:pPr lvl="0"/>
            <a:r>
              <a:rPr lang="en-US" altLang="zh-CN" noProof="false" err="true"/>
              <a:t>请输入副标题</a:t>
            </a:r>
            <a:endParaRPr lang="en-US" altLang="zh-CN" noProof="false"/>
          </a:p>
        </p:txBody>
      </p:sp>
      <p:sp>
        <p:nvSpPr>
          <p:cNvPr id="797" name="Text Placeholder 5"/>
          <p:cNvSpPr>
            <a:spLocks noGrp="true"/>
          </p:cNvSpPr>
          <p:nvPr>
            <p:ph type="body" sz="quarter" idx="40" hasCustomPrompt="true"/>
          </p:nvPr>
        </p:nvSpPr>
        <p:spPr>
          <a:xfrm>
            <a:off x="4314823" y="4110652"/>
            <a:ext cx="1656714" cy="1284308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lang="en-US" altLang="zh-TW" sz="2600" b="true" i="false" kern="1200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en-US" altLang="zh-TW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en-US" altLang="zh-TW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en-US" altLang="zh-TW" noProof="false"/>
          </a:p>
          <a:p>
            <a:pPr marL="0" lvl="0" indent="0" algn="l" defTabSz="914400" rtl="false" eaLnBrk="true" latinLnBrk="false" hangingPunct="true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noProof="false"/>
          </a:p>
        </p:txBody>
      </p:sp>
      <p:sp>
        <p:nvSpPr>
          <p:cNvPr id="798" name="Picture Placeholder 7"/>
          <p:cNvSpPr>
            <a:spLocks noGrp="true"/>
          </p:cNvSpPr>
          <p:nvPr>
            <p:ph type="pic" sz="quarter" idx="42" hasCustomPrompt="true"/>
          </p:nvPr>
        </p:nvSpPr>
        <p:spPr>
          <a:xfrm>
            <a:off x="6216443" y="1513840"/>
            <a:ext cx="1656714" cy="2062737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TW" noProof="false" err="true"/>
              <a:t>单击插入图片</a:t>
            </a:r>
            <a:endParaRPr lang="en-US" altLang="zh-TW" noProof="false"/>
          </a:p>
        </p:txBody>
      </p:sp>
      <p:sp>
        <p:nvSpPr>
          <p:cNvPr id="799" name="Text Placeholder 12"/>
          <p:cNvSpPr>
            <a:spLocks noGrp="true"/>
          </p:cNvSpPr>
          <p:nvPr>
            <p:ph type="body" sz="quarter" idx="43" hasCustomPrompt="true"/>
          </p:nvPr>
        </p:nvSpPr>
        <p:spPr>
          <a:xfrm>
            <a:off x="6218452" y="3863786"/>
            <a:ext cx="1656714" cy="1369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lang="en-US" sz="800" b="false" i="false" kern="1200" cap="all" spc="0" baseline="0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sz="1200"/>
            </a:lvl3pPr>
          </a:lstStyle>
          <a:p>
            <a:pPr lvl="0"/>
            <a:r>
              <a:rPr lang="en-US" altLang="zh-CN" noProof="false" err="true"/>
              <a:t>请输入副标题</a:t>
            </a:r>
            <a:endParaRPr lang="en-US" altLang="zh-CN" noProof="false"/>
          </a:p>
        </p:txBody>
      </p:sp>
      <p:sp>
        <p:nvSpPr>
          <p:cNvPr id="800" name="Text Placeholder 5"/>
          <p:cNvSpPr>
            <a:spLocks noGrp="true"/>
          </p:cNvSpPr>
          <p:nvPr>
            <p:ph type="body" sz="quarter" idx="44" hasCustomPrompt="true"/>
          </p:nvPr>
        </p:nvSpPr>
        <p:spPr>
          <a:xfrm>
            <a:off x="6216441" y="4110652"/>
            <a:ext cx="1656714" cy="1284308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lang="en-US" altLang="zh-TW" sz="2600" b="true" i="false" kern="1200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en-US" altLang="zh-TW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en-US" altLang="zh-TW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en-US" altLang="zh-TW" noProof="false"/>
          </a:p>
          <a:p>
            <a:pPr marL="0" lvl="0" indent="0" algn="l" defTabSz="914400" rtl="false" eaLnBrk="true" latinLnBrk="false" hangingPunct="true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noProof="false"/>
          </a:p>
        </p:txBody>
      </p:sp>
      <p:sp>
        <p:nvSpPr>
          <p:cNvPr id="801" name="Picture Placeholder 7"/>
          <p:cNvSpPr>
            <a:spLocks noGrp="true"/>
          </p:cNvSpPr>
          <p:nvPr>
            <p:ph type="pic" sz="quarter" idx="46" hasCustomPrompt="true"/>
          </p:nvPr>
        </p:nvSpPr>
        <p:spPr>
          <a:xfrm>
            <a:off x="8112767" y="1513840"/>
            <a:ext cx="1656714" cy="2062737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TW" noProof="false" err="true"/>
              <a:t>单击插入图片</a:t>
            </a:r>
            <a:endParaRPr lang="en-US" altLang="zh-TW" noProof="false"/>
          </a:p>
        </p:txBody>
      </p:sp>
      <p:sp>
        <p:nvSpPr>
          <p:cNvPr id="802" name="Text Placeholder 12"/>
          <p:cNvSpPr>
            <a:spLocks noGrp="true"/>
          </p:cNvSpPr>
          <p:nvPr>
            <p:ph type="body" sz="quarter" idx="47" hasCustomPrompt="true"/>
          </p:nvPr>
        </p:nvSpPr>
        <p:spPr>
          <a:xfrm>
            <a:off x="8114776" y="3863786"/>
            <a:ext cx="1656714" cy="1369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lang="en-US" sz="800" b="false" i="false" kern="1200" cap="all" spc="0" baseline="0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sz="1200"/>
            </a:lvl3pPr>
          </a:lstStyle>
          <a:p>
            <a:pPr lvl="0"/>
            <a:r>
              <a:rPr lang="en-US" altLang="zh-CN" noProof="false" err="true"/>
              <a:t>请输入副标题</a:t>
            </a:r>
            <a:endParaRPr lang="en-US" altLang="zh-CN" noProof="false"/>
          </a:p>
        </p:txBody>
      </p:sp>
      <p:sp>
        <p:nvSpPr>
          <p:cNvPr id="803" name="Text Placeholder 5"/>
          <p:cNvSpPr>
            <a:spLocks noGrp="true"/>
          </p:cNvSpPr>
          <p:nvPr>
            <p:ph type="body" sz="quarter" idx="48" hasCustomPrompt="true"/>
          </p:nvPr>
        </p:nvSpPr>
        <p:spPr>
          <a:xfrm>
            <a:off x="8112765" y="4110652"/>
            <a:ext cx="1656714" cy="1284308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lang="en-US" altLang="zh-TW" sz="2600" b="true" i="false" kern="1200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en-US" altLang="zh-TW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en-US" altLang="zh-TW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en-US" altLang="zh-TW" noProof="false"/>
          </a:p>
          <a:p>
            <a:pPr marL="0" lvl="0" indent="0" algn="l" defTabSz="914400" rtl="false" eaLnBrk="true" latinLnBrk="false" hangingPunct="true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noProof="false"/>
          </a:p>
        </p:txBody>
      </p:sp>
      <p:sp>
        <p:nvSpPr>
          <p:cNvPr id="804" name="Picture Placeholder 7"/>
          <p:cNvSpPr>
            <a:spLocks noGrp="true"/>
          </p:cNvSpPr>
          <p:nvPr>
            <p:ph type="pic" sz="quarter" idx="50" hasCustomPrompt="true"/>
          </p:nvPr>
        </p:nvSpPr>
        <p:spPr>
          <a:xfrm>
            <a:off x="10023902" y="1513840"/>
            <a:ext cx="1656714" cy="2062737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TW" noProof="false" err="true"/>
              <a:t>单击插入图片</a:t>
            </a:r>
            <a:endParaRPr lang="en-US" altLang="zh-TW" noProof="false"/>
          </a:p>
        </p:txBody>
      </p:sp>
      <p:sp>
        <p:nvSpPr>
          <p:cNvPr id="805" name="Text Placeholder 12"/>
          <p:cNvSpPr>
            <a:spLocks noGrp="true"/>
          </p:cNvSpPr>
          <p:nvPr>
            <p:ph type="body" sz="quarter" idx="51" hasCustomPrompt="true"/>
          </p:nvPr>
        </p:nvSpPr>
        <p:spPr>
          <a:xfrm>
            <a:off x="10025911" y="3863786"/>
            <a:ext cx="1656714" cy="1369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lang="en-US" sz="800" b="false" i="false" kern="1200" cap="all" spc="0" baseline="0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sz="1200"/>
            </a:lvl3pPr>
          </a:lstStyle>
          <a:p>
            <a:pPr lvl="0"/>
            <a:r>
              <a:rPr lang="en-US" altLang="zh-CN" noProof="false" err="true"/>
              <a:t>请输入副标题</a:t>
            </a:r>
            <a:endParaRPr lang="en-US" altLang="zh-CN" noProof="false"/>
          </a:p>
        </p:txBody>
      </p:sp>
      <p:sp>
        <p:nvSpPr>
          <p:cNvPr id="806" name="Text Placeholder 5"/>
          <p:cNvSpPr>
            <a:spLocks noGrp="true"/>
          </p:cNvSpPr>
          <p:nvPr>
            <p:ph type="body" sz="quarter" idx="52" hasCustomPrompt="true"/>
          </p:nvPr>
        </p:nvSpPr>
        <p:spPr>
          <a:xfrm>
            <a:off x="10023900" y="4110652"/>
            <a:ext cx="1656714" cy="1284308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lang="en-US" altLang="zh-TW" sz="2600" b="true" i="false" kern="1200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en-US" altLang="zh-TW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en-US" altLang="zh-TW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en-US" altLang="zh-TW" noProof="false"/>
          </a:p>
          <a:p>
            <a:pPr marL="0" lvl="0" indent="0" algn="l" defTabSz="914400" rtl="false" eaLnBrk="true" latinLnBrk="false" hangingPunct="true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noProof="false"/>
          </a:p>
        </p:txBody>
      </p:sp>
    </p:spTree>
  </p:cSld>
  <p:clrMapOvr>
    <a:masterClrMapping/>
  </p:clrMapOvr>
</p:sldLayout>
</file>

<file path=ppt/slideLayouts/slideLayout166.xml><?xml version="1.0" encoding="utf-8"?>
<p:sldLayout xmlns:a="http://schemas.openxmlformats.org/drawingml/2006/main" xmlns:p="http://schemas.openxmlformats.org/presentationml/2006/main">
  <p:cSld name="7_Content blocks 5 column 3">
    <p:bg>
      <p:bgPr>
        <a:solidFill>
          <a:schemeClr val="tx1"/>
        </a:solidFill>
        <a:effectLst/>
      </p:bgPr>
    </p:bg>
    <p:spTree>
      <p:nvGrpSpPr>
        <p:cNvPr id="80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809" name="Picture Placeholder 7"/>
          <p:cNvSpPr>
            <a:spLocks noGrp="true"/>
          </p:cNvSpPr>
          <p:nvPr>
            <p:ph type="pic" sz="quarter" idx="15" hasCustomPrompt="true"/>
          </p:nvPr>
        </p:nvSpPr>
        <p:spPr>
          <a:xfrm>
            <a:off x="507366" y="1513840"/>
            <a:ext cx="1656714" cy="2062737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TW" noProof="false" err="true"/>
              <a:t>单击插入图片</a:t>
            </a:r>
            <a:endParaRPr lang="en-US" altLang="zh-TW" noProof="false"/>
          </a:p>
        </p:txBody>
      </p:sp>
      <p:sp>
        <p:nvSpPr>
          <p:cNvPr id="810" name="Text Placeholder 8"/>
          <p:cNvSpPr>
            <a:spLocks noGrp="true"/>
          </p:cNvSpPr>
          <p:nvPr>
            <p:ph type="body" sz="quarter" idx="23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noProof="false" err="true"/>
              <a:t>来源</a:t>
            </a:r>
            <a:r>
              <a:rPr lang="zh-CN" altLang="en-US" noProof="false"/>
              <a:t>：</a:t>
            </a:r>
            <a:endParaRPr lang="en-US" noProof="false"/>
          </a:p>
        </p:txBody>
      </p:sp>
      <p:sp>
        <p:nvSpPr>
          <p:cNvPr id="811" name="Text Placeholder 12"/>
          <p:cNvSpPr>
            <a:spLocks noGrp="true"/>
          </p:cNvSpPr>
          <p:nvPr>
            <p:ph type="body" sz="quarter" idx="31" hasCustomPrompt="true"/>
          </p:nvPr>
        </p:nvSpPr>
        <p:spPr>
          <a:xfrm>
            <a:off x="509375" y="3863786"/>
            <a:ext cx="1656714" cy="1369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lang="en-US" sz="800" b="false" i="false" kern="1200" cap="all" spc="0" baseline="0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sz="1200"/>
            </a:lvl3pPr>
          </a:lstStyle>
          <a:p>
            <a:pPr lvl="0"/>
            <a:r>
              <a:rPr lang="en-US" altLang="zh-CN" noProof="false" err="true"/>
              <a:t>请输入副标题</a:t>
            </a:r>
            <a:endParaRPr lang="en-US" altLang="zh-CN" noProof="false"/>
          </a:p>
        </p:txBody>
      </p:sp>
      <p:sp>
        <p:nvSpPr>
          <p:cNvPr id="812" name="Text Placeholder 5"/>
          <p:cNvSpPr>
            <a:spLocks noGrp="true"/>
          </p:cNvSpPr>
          <p:nvPr>
            <p:ph type="body" sz="quarter" idx="24" hasCustomPrompt="true"/>
          </p:nvPr>
        </p:nvSpPr>
        <p:spPr>
          <a:xfrm>
            <a:off x="507364" y="4059852"/>
            <a:ext cx="1656714" cy="759218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lang="en-US" sz="2600" b="true" i="false" kern="1200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lvl="0" indent="0" algn="l" defTabSz="914400" rtl="false" eaLnBrk="true" latinLnBrk="false" hangingPunct="true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zh-TW" altLang="en-US" noProof="false" dirty="false"/>
              <a:t>请输入标题</a:t>
            </a:r>
            <a:endParaRPr lang="en-US" altLang="zh-TW" noProof="false" dirty="false"/>
          </a:p>
          <a:p>
            <a:pPr marL="0" lvl="0" indent="0" algn="l" defTabSz="914400" rtl="false" eaLnBrk="true" latinLnBrk="false" hangingPunct="true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zh-TW" altLang="en-US" noProof="false" dirty="false"/>
              <a:t>请输入标题</a:t>
            </a:r>
            <a:endParaRPr lang="en-US" altLang="zh-TW" noProof="false" dirty="false"/>
          </a:p>
          <a:p>
            <a:pPr marL="0" lvl="0" indent="0" algn="l" defTabSz="914400" rtl="false" eaLnBrk="true" latinLnBrk="false" hangingPunct="true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altLang="zh-TW" noProof="false" dirty="false"/>
          </a:p>
          <a:p>
            <a:pPr marL="0" lvl="0" indent="0" algn="l" defTabSz="914400" rtl="false" eaLnBrk="true" latinLnBrk="false" hangingPunct="true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noProof="false" dirty="false"/>
          </a:p>
          <a:p>
            <a:pPr marL="0" lvl="0" indent="0" algn="l" defTabSz="914400" rtl="false" eaLnBrk="true" latinLnBrk="false" hangingPunct="true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noProof="false" dirty="false"/>
          </a:p>
        </p:txBody>
      </p:sp>
      <p:sp>
        <p:nvSpPr>
          <p:cNvPr id="813" name="Text Placeholder 12"/>
          <p:cNvSpPr>
            <a:spLocks noGrp="true"/>
          </p:cNvSpPr>
          <p:nvPr>
            <p:ph type="body" sz="quarter" idx="33" hasCustomPrompt="true"/>
          </p:nvPr>
        </p:nvSpPr>
        <p:spPr>
          <a:xfrm>
            <a:off x="507364" y="4936185"/>
            <a:ext cx="1656714" cy="103281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00" b="false" i="false" kern="1200" cap="none" spc="0" baseline="0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lang="en-GB" sz="1200" kern="1200" dirty="fals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noProof="false" err="true"/>
              <a:t>请输入正文内容</a:t>
            </a:r>
            <a:endParaRPr lang="en-US" noProof="false"/>
          </a:p>
        </p:txBody>
      </p:sp>
      <p:sp>
        <p:nvSpPr>
          <p:cNvPr id="814" name="Picture Placeholder 7"/>
          <p:cNvSpPr>
            <a:spLocks noGrp="true"/>
          </p:cNvSpPr>
          <p:nvPr>
            <p:ph type="pic" sz="quarter" idx="34" hasCustomPrompt="true"/>
          </p:nvPr>
        </p:nvSpPr>
        <p:spPr>
          <a:xfrm>
            <a:off x="2403690" y="1513840"/>
            <a:ext cx="1656714" cy="2062737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TW" noProof="false" err="true"/>
              <a:t>单击插入图片</a:t>
            </a:r>
            <a:endParaRPr lang="en-US" altLang="zh-TW" noProof="false"/>
          </a:p>
        </p:txBody>
      </p:sp>
      <p:sp>
        <p:nvSpPr>
          <p:cNvPr id="815" name="Text Placeholder 12"/>
          <p:cNvSpPr>
            <a:spLocks noGrp="true"/>
          </p:cNvSpPr>
          <p:nvPr>
            <p:ph type="body" sz="quarter" idx="35" hasCustomPrompt="true"/>
          </p:nvPr>
        </p:nvSpPr>
        <p:spPr>
          <a:xfrm>
            <a:off x="2405699" y="3863786"/>
            <a:ext cx="1656714" cy="1369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lang="en-US" sz="800" b="false" i="false" kern="1200" cap="all" spc="0" baseline="0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sz="1200"/>
            </a:lvl3pPr>
          </a:lstStyle>
          <a:p>
            <a:pPr lvl="0"/>
            <a:r>
              <a:rPr lang="en-US" altLang="zh-CN" noProof="false" err="true"/>
              <a:t>请输入副标题</a:t>
            </a:r>
            <a:endParaRPr lang="en-US" altLang="zh-CN" noProof="false"/>
          </a:p>
        </p:txBody>
      </p:sp>
      <p:sp>
        <p:nvSpPr>
          <p:cNvPr id="816" name="Text Placeholder 5"/>
          <p:cNvSpPr>
            <a:spLocks noGrp="true"/>
          </p:cNvSpPr>
          <p:nvPr>
            <p:ph type="body" sz="quarter" idx="36" hasCustomPrompt="true"/>
          </p:nvPr>
        </p:nvSpPr>
        <p:spPr>
          <a:xfrm>
            <a:off x="2403688" y="4059852"/>
            <a:ext cx="1656714" cy="759218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lang="en-US" sz="2600" b="true" i="false" kern="1200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lvl="0" indent="0" algn="l" defTabSz="914400" rtl="false" eaLnBrk="true" latinLnBrk="false" hangingPunct="true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zh-TW" altLang="en-US" noProof="false"/>
              <a:t>请输入标题</a:t>
            </a:r>
            <a:endParaRPr lang="en-US" altLang="zh-TW" noProof="false"/>
          </a:p>
          <a:p>
            <a:pPr marL="0" lvl="0" indent="0" algn="l" defTabSz="914400" rtl="false" eaLnBrk="true" latinLnBrk="false" hangingPunct="true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zh-TW" altLang="en-US" noProof="false"/>
              <a:t>请输入标题</a:t>
            </a:r>
            <a:endParaRPr lang="en-US" altLang="zh-TW" noProof="false"/>
          </a:p>
        </p:txBody>
      </p:sp>
      <p:sp>
        <p:nvSpPr>
          <p:cNvPr id="817" name="Text Placeholder 12"/>
          <p:cNvSpPr>
            <a:spLocks noGrp="true"/>
          </p:cNvSpPr>
          <p:nvPr>
            <p:ph type="body" sz="quarter" idx="37" hasCustomPrompt="true"/>
          </p:nvPr>
        </p:nvSpPr>
        <p:spPr>
          <a:xfrm>
            <a:off x="2403688" y="4936185"/>
            <a:ext cx="1656714" cy="103281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00" b="false" i="false" kern="1200" cap="none" spc="0" baseline="0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lang="en-GB" sz="1200" kern="1200" dirty="fals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请输入正文内容</a:t>
            </a:r>
            <a:endParaRPr lang="en-US" altLang="zh-CN" noProof="false"/>
          </a:p>
        </p:txBody>
      </p:sp>
      <p:sp>
        <p:nvSpPr>
          <p:cNvPr id="818" name="Picture Placeholder 7"/>
          <p:cNvSpPr>
            <a:spLocks noGrp="true"/>
          </p:cNvSpPr>
          <p:nvPr>
            <p:ph type="pic" sz="quarter" idx="38" hasCustomPrompt="true"/>
          </p:nvPr>
        </p:nvSpPr>
        <p:spPr>
          <a:xfrm>
            <a:off x="4314825" y="1513840"/>
            <a:ext cx="1656714" cy="2062737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TW" noProof="false" err="true"/>
              <a:t>单击插入图片</a:t>
            </a:r>
            <a:endParaRPr lang="en-US" altLang="zh-TW" noProof="false"/>
          </a:p>
        </p:txBody>
      </p:sp>
      <p:sp>
        <p:nvSpPr>
          <p:cNvPr id="819" name="Text Placeholder 12"/>
          <p:cNvSpPr>
            <a:spLocks noGrp="true"/>
          </p:cNvSpPr>
          <p:nvPr>
            <p:ph type="body" sz="quarter" idx="39" hasCustomPrompt="true"/>
          </p:nvPr>
        </p:nvSpPr>
        <p:spPr>
          <a:xfrm>
            <a:off x="4316834" y="3863786"/>
            <a:ext cx="1656714" cy="1369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lang="en-US" sz="800" b="false" i="false" kern="1200" cap="all" spc="0" baseline="0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sz="1200"/>
            </a:lvl3pPr>
          </a:lstStyle>
          <a:p>
            <a:pPr lvl="0"/>
            <a:r>
              <a:rPr lang="en-US" altLang="zh-CN" noProof="false" err="true"/>
              <a:t>请输入副标题</a:t>
            </a:r>
            <a:endParaRPr lang="en-US" altLang="zh-CN" noProof="false"/>
          </a:p>
        </p:txBody>
      </p:sp>
      <p:sp>
        <p:nvSpPr>
          <p:cNvPr id="820" name="Text Placeholder 5"/>
          <p:cNvSpPr>
            <a:spLocks noGrp="true"/>
          </p:cNvSpPr>
          <p:nvPr>
            <p:ph type="body" sz="quarter" idx="40" hasCustomPrompt="true"/>
          </p:nvPr>
        </p:nvSpPr>
        <p:spPr>
          <a:xfrm>
            <a:off x="4314823" y="4059852"/>
            <a:ext cx="1656714" cy="759218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lang="en-US" sz="2600" b="true" i="false" kern="1200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lvl="0" indent="0" algn="l" defTabSz="914400" rtl="false" eaLnBrk="true" latinLnBrk="false" hangingPunct="true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zh-TW" altLang="en-US" noProof="false"/>
              <a:t>请输入标题</a:t>
            </a:r>
            <a:endParaRPr lang="en-US" altLang="zh-TW" noProof="false"/>
          </a:p>
          <a:p>
            <a:pPr marL="0" lvl="0" indent="0" algn="l" defTabSz="914400" rtl="false" eaLnBrk="true" latinLnBrk="false" hangingPunct="true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zh-TW" altLang="en-US" noProof="false"/>
              <a:t>请输入标题</a:t>
            </a:r>
            <a:endParaRPr lang="en-US" altLang="zh-TW" noProof="false"/>
          </a:p>
        </p:txBody>
      </p:sp>
      <p:sp>
        <p:nvSpPr>
          <p:cNvPr id="821" name="Text Placeholder 12"/>
          <p:cNvSpPr>
            <a:spLocks noGrp="true"/>
          </p:cNvSpPr>
          <p:nvPr>
            <p:ph type="body" sz="quarter" idx="41" hasCustomPrompt="true"/>
          </p:nvPr>
        </p:nvSpPr>
        <p:spPr>
          <a:xfrm>
            <a:off x="4314823" y="4936185"/>
            <a:ext cx="1656714" cy="103281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00" b="false" i="false" kern="1200" cap="none" spc="0" baseline="0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lang="en-GB" sz="1200" kern="1200" dirty="fals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请输入正文内容</a:t>
            </a:r>
            <a:endParaRPr lang="en-US" altLang="zh-CN" noProof="false"/>
          </a:p>
        </p:txBody>
      </p:sp>
      <p:sp>
        <p:nvSpPr>
          <p:cNvPr id="822" name="Picture Placeholder 7"/>
          <p:cNvSpPr>
            <a:spLocks noGrp="true"/>
          </p:cNvSpPr>
          <p:nvPr>
            <p:ph type="pic" sz="quarter" idx="42" hasCustomPrompt="true"/>
          </p:nvPr>
        </p:nvSpPr>
        <p:spPr>
          <a:xfrm>
            <a:off x="6216443" y="1513840"/>
            <a:ext cx="1656714" cy="2062737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TW" noProof="false" err="true"/>
              <a:t>单击插入图片</a:t>
            </a:r>
            <a:endParaRPr lang="en-US" altLang="zh-TW" noProof="false"/>
          </a:p>
        </p:txBody>
      </p:sp>
      <p:sp>
        <p:nvSpPr>
          <p:cNvPr id="823" name="Text Placeholder 12"/>
          <p:cNvSpPr>
            <a:spLocks noGrp="true"/>
          </p:cNvSpPr>
          <p:nvPr>
            <p:ph type="body" sz="quarter" idx="43" hasCustomPrompt="true"/>
          </p:nvPr>
        </p:nvSpPr>
        <p:spPr>
          <a:xfrm>
            <a:off x="6218452" y="3863786"/>
            <a:ext cx="1656714" cy="1369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lang="en-US" sz="800" b="false" i="false" kern="1200" cap="all" spc="0" baseline="0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sz="1200"/>
            </a:lvl3pPr>
          </a:lstStyle>
          <a:p>
            <a:pPr lvl="0"/>
            <a:r>
              <a:rPr lang="en-US" altLang="zh-CN" noProof="false" err="true"/>
              <a:t>请输入副标题</a:t>
            </a:r>
            <a:endParaRPr lang="en-US" altLang="zh-CN" noProof="false"/>
          </a:p>
        </p:txBody>
      </p:sp>
      <p:sp>
        <p:nvSpPr>
          <p:cNvPr id="824" name="Text Placeholder 5"/>
          <p:cNvSpPr>
            <a:spLocks noGrp="true"/>
          </p:cNvSpPr>
          <p:nvPr>
            <p:ph type="body" sz="quarter" idx="44" hasCustomPrompt="true"/>
          </p:nvPr>
        </p:nvSpPr>
        <p:spPr>
          <a:xfrm>
            <a:off x="6216441" y="4059852"/>
            <a:ext cx="1656714" cy="759218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lang="en-US" sz="2600" b="true" i="false" kern="1200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lvl="0" indent="0" algn="l" defTabSz="914400" rtl="false" eaLnBrk="true" latinLnBrk="false" hangingPunct="true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zh-TW" altLang="en-US" noProof="false"/>
              <a:t>请输入标题</a:t>
            </a:r>
            <a:endParaRPr lang="en-US" altLang="zh-TW" noProof="false"/>
          </a:p>
          <a:p>
            <a:pPr marL="0" lvl="0" indent="0" algn="l" defTabSz="914400" rtl="false" eaLnBrk="true" latinLnBrk="false" hangingPunct="true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zh-TW" altLang="en-US" noProof="false"/>
              <a:t>请输入标题</a:t>
            </a:r>
            <a:endParaRPr lang="en-US" altLang="zh-TW" noProof="false"/>
          </a:p>
        </p:txBody>
      </p:sp>
      <p:sp>
        <p:nvSpPr>
          <p:cNvPr id="825" name="Text Placeholder 12"/>
          <p:cNvSpPr>
            <a:spLocks noGrp="true"/>
          </p:cNvSpPr>
          <p:nvPr>
            <p:ph type="body" sz="quarter" idx="45" hasCustomPrompt="true"/>
          </p:nvPr>
        </p:nvSpPr>
        <p:spPr>
          <a:xfrm>
            <a:off x="6216441" y="4936185"/>
            <a:ext cx="1656714" cy="103281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00" b="false" i="false" kern="1200" cap="none" spc="0" baseline="0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lang="en-GB" sz="1200" kern="1200" dirty="fals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请输入正文内容</a:t>
            </a:r>
            <a:endParaRPr lang="en-US" altLang="zh-CN" noProof="false"/>
          </a:p>
        </p:txBody>
      </p:sp>
      <p:sp>
        <p:nvSpPr>
          <p:cNvPr id="826" name="Picture Placeholder 7"/>
          <p:cNvSpPr>
            <a:spLocks noGrp="true"/>
          </p:cNvSpPr>
          <p:nvPr>
            <p:ph type="pic" sz="quarter" idx="46" hasCustomPrompt="true"/>
          </p:nvPr>
        </p:nvSpPr>
        <p:spPr>
          <a:xfrm>
            <a:off x="8112767" y="1513840"/>
            <a:ext cx="1656714" cy="2062737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TW" noProof="false" err="true"/>
              <a:t>单击插入图片</a:t>
            </a:r>
            <a:endParaRPr lang="en-US" altLang="zh-TW" noProof="false"/>
          </a:p>
        </p:txBody>
      </p:sp>
      <p:sp>
        <p:nvSpPr>
          <p:cNvPr id="827" name="Text Placeholder 12"/>
          <p:cNvSpPr>
            <a:spLocks noGrp="true"/>
          </p:cNvSpPr>
          <p:nvPr>
            <p:ph type="body" sz="quarter" idx="47" hasCustomPrompt="true"/>
          </p:nvPr>
        </p:nvSpPr>
        <p:spPr>
          <a:xfrm>
            <a:off x="8114776" y="3863786"/>
            <a:ext cx="1656714" cy="1369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lang="en-US" sz="800" b="false" i="false" kern="1200" cap="all" spc="0" baseline="0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sz="1200"/>
            </a:lvl3pPr>
          </a:lstStyle>
          <a:p>
            <a:pPr lvl="0"/>
            <a:r>
              <a:rPr lang="en-US" altLang="zh-CN" noProof="false" err="true"/>
              <a:t>请输入副标题</a:t>
            </a:r>
            <a:endParaRPr lang="en-US" altLang="zh-CN" noProof="false"/>
          </a:p>
        </p:txBody>
      </p:sp>
      <p:sp>
        <p:nvSpPr>
          <p:cNvPr id="828" name="Text Placeholder 5"/>
          <p:cNvSpPr>
            <a:spLocks noGrp="true"/>
          </p:cNvSpPr>
          <p:nvPr>
            <p:ph type="body" sz="quarter" idx="48" hasCustomPrompt="true"/>
          </p:nvPr>
        </p:nvSpPr>
        <p:spPr>
          <a:xfrm>
            <a:off x="8112765" y="4059852"/>
            <a:ext cx="1656714" cy="759218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lang="en-US" sz="2600" b="true" i="false" kern="1200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lvl="0" indent="0" algn="l" defTabSz="914400" rtl="false" eaLnBrk="true" latinLnBrk="false" hangingPunct="true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zh-TW" altLang="en-US" noProof="false"/>
              <a:t>请输入标题</a:t>
            </a:r>
            <a:endParaRPr lang="en-US" altLang="zh-TW" noProof="false"/>
          </a:p>
          <a:p>
            <a:pPr marL="0" lvl="0" indent="0" algn="l" defTabSz="914400" rtl="false" eaLnBrk="true" latinLnBrk="false" hangingPunct="true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zh-TW" altLang="en-US" noProof="false"/>
              <a:t>请输入标题</a:t>
            </a:r>
            <a:endParaRPr lang="en-US" altLang="zh-TW" noProof="false"/>
          </a:p>
        </p:txBody>
      </p:sp>
      <p:sp>
        <p:nvSpPr>
          <p:cNvPr id="829" name="Text Placeholder 12"/>
          <p:cNvSpPr>
            <a:spLocks noGrp="true"/>
          </p:cNvSpPr>
          <p:nvPr>
            <p:ph type="body" sz="quarter" idx="49" hasCustomPrompt="true"/>
          </p:nvPr>
        </p:nvSpPr>
        <p:spPr>
          <a:xfrm>
            <a:off x="8112765" y="4936185"/>
            <a:ext cx="1656714" cy="103281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00" b="false" i="false" kern="1200" cap="none" spc="0" baseline="0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lang="en-GB" sz="1200" kern="1200" dirty="fals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请输入正文内容</a:t>
            </a:r>
            <a:endParaRPr lang="en-US" altLang="zh-CN" noProof="false"/>
          </a:p>
        </p:txBody>
      </p:sp>
      <p:sp>
        <p:nvSpPr>
          <p:cNvPr id="830" name="Picture Placeholder 7"/>
          <p:cNvSpPr>
            <a:spLocks noGrp="true"/>
          </p:cNvSpPr>
          <p:nvPr>
            <p:ph type="pic" sz="quarter" idx="50" hasCustomPrompt="true"/>
          </p:nvPr>
        </p:nvSpPr>
        <p:spPr>
          <a:xfrm>
            <a:off x="10023902" y="1513840"/>
            <a:ext cx="1656714" cy="2062737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TW" noProof="false" err="true"/>
              <a:t>单击插入图片</a:t>
            </a:r>
            <a:endParaRPr lang="en-US" altLang="zh-TW" noProof="false"/>
          </a:p>
        </p:txBody>
      </p:sp>
      <p:sp>
        <p:nvSpPr>
          <p:cNvPr id="831" name="Text Placeholder 12"/>
          <p:cNvSpPr>
            <a:spLocks noGrp="true"/>
          </p:cNvSpPr>
          <p:nvPr>
            <p:ph type="body" sz="quarter" idx="51" hasCustomPrompt="true"/>
          </p:nvPr>
        </p:nvSpPr>
        <p:spPr>
          <a:xfrm>
            <a:off x="10025911" y="3863786"/>
            <a:ext cx="1656714" cy="1369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lang="en-US" sz="800" b="false" i="false" kern="1200" cap="all" spc="0" baseline="0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sz="1200"/>
            </a:lvl3pPr>
          </a:lstStyle>
          <a:p>
            <a:pPr lvl="0"/>
            <a:r>
              <a:rPr lang="en-US" altLang="zh-CN" noProof="false" err="true"/>
              <a:t>请输入副标题</a:t>
            </a:r>
            <a:endParaRPr lang="en-US" altLang="zh-CN" noProof="false"/>
          </a:p>
        </p:txBody>
      </p:sp>
      <p:sp>
        <p:nvSpPr>
          <p:cNvPr id="832" name="Text Placeholder 5"/>
          <p:cNvSpPr>
            <a:spLocks noGrp="true"/>
          </p:cNvSpPr>
          <p:nvPr>
            <p:ph type="body" sz="quarter" idx="52" hasCustomPrompt="true"/>
          </p:nvPr>
        </p:nvSpPr>
        <p:spPr>
          <a:xfrm>
            <a:off x="10023900" y="4059852"/>
            <a:ext cx="1656714" cy="759218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lang="en-US" sz="2600" b="true" i="false" kern="1200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lvl="0" indent="0" algn="l" defTabSz="914400" rtl="false" eaLnBrk="true" latinLnBrk="false" hangingPunct="true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zh-TW" altLang="en-US" noProof="false"/>
              <a:t>请输入标题</a:t>
            </a:r>
            <a:endParaRPr lang="en-US" altLang="zh-TW" noProof="false"/>
          </a:p>
          <a:p>
            <a:pPr marL="0" lvl="0" indent="0" algn="l" defTabSz="914400" rtl="false" eaLnBrk="true" latinLnBrk="false" hangingPunct="true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zh-TW" altLang="en-US" noProof="false"/>
              <a:t>请输入标题</a:t>
            </a:r>
            <a:endParaRPr lang="en-US" altLang="zh-TW" noProof="false"/>
          </a:p>
        </p:txBody>
      </p:sp>
      <p:sp>
        <p:nvSpPr>
          <p:cNvPr id="833" name="Text Placeholder 12"/>
          <p:cNvSpPr>
            <a:spLocks noGrp="true"/>
          </p:cNvSpPr>
          <p:nvPr>
            <p:ph type="body" sz="quarter" idx="53" hasCustomPrompt="true"/>
          </p:nvPr>
        </p:nvSpPr>
        <p:spPr>
          <a:xfrm>
            <a:off x="10023900" y="4936185"/>
            <a:ext cx="1656714" cy="103281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00" b="false" i="false" kern="1200" cap="none" spc="0" baseline="0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lang="en-GB" sz="1200" kern="1200" dirty="fals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请输入正文内容</a:t>
            </a:r>
            <a:endParaRPr lang="en-US" altLang="zh-CN" noProof="false"/>
          </a:p>
        </p:txBody>
      </p:sp>
    </p:spTree>
  </p:cSld>
  <p:clrMapOvr>
    <a:masterClrMapping/>
  </p:clrMapOvr>
</p:sldLayout>
</file>

<file path=ppt/slideLayouts/slideLayout167.xml><?xml version="1.0" encoding="utf-8"?>
<p:sldLayout xmlns:a="http://schemas.openxmlformats.org/drawingml/2006/main" xmlns:p="http://schemas.openxmlformats.org/presentationml/2006/main">
  <p:cSld name="Content blocks 2 column small 2">
    <p:spTree>
      <p:nvGrpSpPr>
        <p:cNvPr id="8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Title 1"/>
          <p:cNvSpPr>
            <a:spLocks noGrp="true"/>
          </p:cNvSpPr>
          <p:nvPr>
            <p:ph type="title" hasCustomPrompt="true"/>
          </p:nvPr>
        </p:nvSpPr>
        <p:spPr/>
        <p:txBody>
          <a:bodyPr anchor="ctr">
            <a:noAutofit/>
          </a:bodyPr>
          <a:lstStyle>
            <a:lvl1pPr algn="l" defTabSz="914400" rtl="false" eaLnBrk="true" latinLnBrk="false" hangingPunct="true">
              <a:lnSpc>
                <a:spcPct val="80000"/>
              </a:lnSpc>
              <a:spcBef>
                <a:spcPct val="1"/>
              </a:spcBef>
              <a:buNone/>
              <a:defRPr lang="en-US" sz="38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j-cs"/>
              </a:defRPr>
            </a:lvl1pPr>
          </a:lstStyle>
          <a:p>
            <a:pPr/>
            <a:r>
              <a:rPr lang="en-US" noProof="false" err="true"/>
              <a:t>请输入标题</a:t>
            </a:r>
            <a:endParaRPr lang="en-US" noProof="false"/>
          </a:p>
        </p:txBody>
      </p:sp>
      <p:sp>
        <p:nvSpPr>
          <p:cNvPr id="836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837" name="Picture Placeholder 7"/>
          <p:cNvSpPr>
            <a:spLocks noGrp="true"/>
          </p:cNvSpPr>
          <p:nvPr>
            <p:ph type="pic" sz="quarter" idx="16" hasCustomPrompt="true"/>
          </p:nvPr>
        </p:nvSpPr>
        <p:spPr>
          <a:xfrm>
            <a:off x="6203950" y="2562552"/>
            <a:ext cx="1493215" cy="1372840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单击插入图片</a:t>
            </a:r>
            <a:endParaRPr lang="en-US" altLang="zh-CN" noProof="false"/>
          </a:p>
        </p:txBody>
      </p:sp>
      <p:sp>
        <p:nvSpPr>
          <p:cNvPr id="838" name="Picture Placeholder 7"/>
          <p:cNvSpPr>
            <a:spLocks noGrp="true"/>
          </p:cNvSpPr>
          <p:nvPr>
            <p:ph type="pic" sz="quarter" idx="17" hasCustomPrompt="true"/>
          </p:nvPr>
        </p:nvSpPr>
        <p:spPr>
          <a:xfrm>
            <a:off x="507363" y="2562552"/>
            <a:ext cx="1493215" cy="1372840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noProof="false" err="true"/>
              <a:t>单击插入图片</a:t>
            </a:r>
            <a:endParaRPr lang="en-US" noProof="false"/>
          </a:p>
        </p:txBody>
      </p:sp>
      <p:sp>
        <p:nvSpPr>
          <p:cNvPr id="839" name="Text Placeholder 10"/>
          <p:cNvSpPr>
            <a:spLocks noGrp="true"/>
          </p:cNvSpPr>
          <p:nvPr>
            <p:ph type="body" sz="quarter" idx="19" hasCustomPrompt="true"/>
          </p:nvPr>
        </p:nvSpPr>
        <p:spPr>
          <a:xfrm>
            <a:off x="498475" y="5128696"/>
            <a:ext cx="3801578" cy="856484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lang="en-US" altLang="en-US" sz="32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  <a:lvl2pPr marL="457200" indent="0">
              <a:lnSpc>
                <a:spcPct val="80000"/>
              </a:lnSpc>
              <a:spcBef>
                <a:spcPts val="0"/>
              </a:spcBef>
              <a:buNone/>
              <a:defRPr sz="3200" b="false" i="false">
                <a:latin typeface="Noto Sans S Chinese Regular" panose="020B0500000000000000" pitchFamily="34" charset="-128"/>
              </a:defRPr>
            </a:lvl2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noProof="false" err="true"/>
              <a:t>请输入标题</a:t>
            </a:r>
            <a:endParaRPr lang="en-US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noProof="false" err="true"/>
              <a:t>请输入标题</a:t>
            </a:r>
            <a:endParaRPr lang="en-US" noProof="false"/>
          </a:p>
        </p:txBody>
      </p:sp>
      <p:sp>
        <p:nvSpPr>
          <p:cNvPr id="840" name="Text Placeholder 10"/>
          <p:cNvSpPr>
            <a:spLocks noGrp="true"/>
          </p:cNvSpPr>
          <p:nvPr>
            <p:ph type="body" sz="quarter" idx="20" hasCustomPrompt="true"/>
          </p:nvPr>
        </p:nvSpPr>
        <p:spPr>
          <a:xfrm>
            <a:off x="6213477" y="5128696"/>
            <a:ext cx="3801578" cy="856484"/>
          </a:xfrm>
        </p:spPr>
        <p:txBody>
          <a:bodyPr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lang="en-US" altLang="zh-CN" sz="32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  <a:lvl2pPr marL="457200" indent="0">
              <a:lnSpc>
                <a:spcPct val="80000"/>
              </a:lnSpc>
              <a:spcBef>
                <a:spcPts val="0"/>
              </a:spcBef>
              <a:buNone/>
              <a:defRPr sz="3200" b="false" i="false">
                <a:latin typeface="Noto Sans S Chinese Regular" panose="020B0500000000000000" pitchFamily="34" charset="-128"/>
              </a:defRPr>
            </a:lvl2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dirty="false" err="true"/>
              <a:t>请输入标题</a:t>
            </a:r>
            <a:endParaRPr lang="en-US" altLang="zh-CN" noProof="false" dirty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noProof="false" dirty="false"/>
              <a:t>请输入标题</a:t>
            </a:r>
            <a:endParaRPr lang="en-US" altLang="zh-CN" noProof="false" dirty="false"/>
          </a:p>
          <a:p>
            <a:pPr lvl="1"/>
            <a:endParaRPr lang="en-US" noProof="false" dirty="false"/>
          </a:p>
        </p:txBody>
      </p:sp>
      <p:sp>
        <p:nvSpPr>
          <p:cNvPr id="841" name="Text Placeholder 8"/>
          <p:cNvSpPr>
            <a:spLocks noGrp="true"/>
          </p:cNvSpPr>
          <p:nvPr>
            <p:ph type="body" sz="quarter" idx="21" hasCustomPrompt="true"/>
          </p:nvPr>
        </p:nvSpPr>
        <p:spPr>
          <a:xfrm>
            <a:off x="506640" y="4250254"/>
            <a:ext cx="3808186" cy="756000"/>
          </a:xfrm>
        </p:spPr>
        <p:txBody>
          <a:bodyPr>
            <a:noAutofit/>
          </a:bodyPr>
          <a:lstStyle>
            <a:lvl1pPr marL="0" indent="0">
              <a:buNone/>
              <a:defRPr sz="6000" b="true" i="false">
                <a:solidFill>
                  <a:srgbClr val="F55600"/>
                </a:solidFill>
                <a:latin typeface="+mj-lt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false"/>
              <a:t>#$%</a:t>
            </a:r>
            <a:endParaRPr lang="en-US" noProof="false"/>
          </a:p>
        </p:txBody>
      </p:sp>
      <p:sp>
        <p:nvSpPr>
          <p:cNvPr id="842" name="Text Placeholder 8"/>
          <p:cNvSpPr>
            <a:spLocks noGrp="true"/>
          </p:cNvSpPr>
          <p:nvPr>
            <p:ph type="body" sz="quarter" idx="22" hasCustomPrompt="true"/>
          </p:nvPr>
        </p:nvSpPr>
        <p:spPr>
          <a:xfrm>
            <a:off x="6213478" y="4250254"/>
            <a:ext cx="3808186" cy="756000"/>
          </a:xfrm>
        </p:spPr>
        <p:txBody>
          <a:bodyPr>
            <a:noAutofit/>
          </a:bodyPr>
          <a:lstStyle>
            <a:lvl1pPr marL="0" indent="0">
              <a:buNone/>
              <a:defRPr lang="en-US" sz="6000" b="true" i="false" kern="1200" noProof="false" dirty="false">
                <a:solidFill>
                  <a:srgbClr val="F55600"/>
                </a:solidFill>
                <a:latin typeface="+mj-lt"/>
                <a:ea typeface="Noto Sans S Chinese Regular" panose="020B0500000000000000" pitchFamily="34" charset="-128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noProof="false"/>
              <a:t>#$%</a:t>
            </a:r>
            <a:endParaRPr lang="en-US" noProof="false"/>
          </a:p>
        </p:txBody>
      </p:sp>
      <p:sp>
        <p:nvSpPr>
          <p:cNvPr id="843" name="Text Placeholder 8"/>
          <p:cNvSpPr>
            <a:spLocks noGrp="true"/>
          </p:cNvSpPr>
          <p:nvPr>
            <p:ph type="body" sz="quarter" idx="23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altLang="zh-CN" noProof="false" err="true"/>
              <a:t>来源</a:t>
            </a:r>
            <a:r>
              <a:rPr lang="zh-CN" altLang="en-US" noProof="false"/>
              <a:t>：</a:t>
            </a:r>
            <a:endParaRPr lang="en-US" altLang="zh-CN" noProof="false"/>
          </a:p>
        </p:txBody>
      </p:sp>
    </p:spTree>
  </p:cSld>
  <p:clrMapOvr>
    <a:masterClrMapping/>
  </p:clrMapOvr>
</p:sldLayout>
</file>

<file path=ppt/slideLayouts/slideLayout168.xml><?xml version="1.0" encoding="utf-8"?>
<p:sldLayout xmlns:a="http://schemas.openxmlformats.org/drawingml/2006/main" xmlns:p="http://schemas.openxmlformats.org/presentationml/2006/main">
  <p:cSld name="Content blocks 2 column small 3">
    <p:spTree>
      <p:nvGrpSpPr>
        <p:cNvPr id="8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Title 1"/>
          <p:cNvSpPr>
            <a:spLocks noGrp="true"/>
          </p:cNvSpPr>
          <p:nvPr>
            <p:ph type="title" hasCustomPrompt="true"/>
          </p:nvPr>
        </p:nvSpPr>
        <p:spPr/>
        <p:txBody>
          <a:bodyPr anchor="ctr">
            <a:noAutofit/>
          </a:bodyPr>
          <a:lstStyle>
            <a:lvl1pPr algn="l" defTabSz="914400" rtl="false" eaLnBrk="true" latinLnBrk="false" hangingPunct="true">
              <a:lnSpc>
                <a:spcPct val="80000"/>
              </a:lnSpc>
              <a:spcBef>
                <a:spcPct val="1"/>
              </a:spcBef>
              <a:buNone/>
              <a:defRPr lang="en-US" sz="38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j-cs"/>
              </a:defRPr>
            </a:lvl1pPr>
          </a:lstStyle>
          <a:p>
            <a:pPr/>
            <a:r>
              <a:rPr lang="en-US" altLang="zh-CN" noProof="false" err="true"/>
              <a:t>请输入标题</a:t>
            </a:r>
            <a:endParaRPr lang="en-US" noProof="false"/>
          </a:p>
        </p:txBody>
      </p:sp>
      <p:sp>
        <p:nvSpPr>
          <p:cNvPr id="846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847" name="Picture Placeholder 7"/>
          <p:cNvSpPr>
            <a:spLocks noGrp="true"/>
          </p:cNvSpPr>
          <p:nvPr>
            <p:ph type="pic" sz="quarter" idx="16" hasCustomPrompt="true"/>
          </p:nvPr>
        </p:nvSpPr>
        <p:spPr>
          <a:xfrm>
            <a:off x="6203950" y="2562552"/>
            <a:ext cx="1493215" cy="1372840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noProof="false" err="true"/>
              <a:t>单击插入图片</a:t>
            </a:r>
            <a:endParaRPr lang="en-US" noProof="false"/>
          </a:p>
        </p:txBody>
      </p:sp>
      <p:sp>
        <p:nvSpPr>
          <p:cNvPr id="848" name="Picture Placeholder 7"/>
          <p:cNvSpPr>
            <a:spLocks noGrp="true"/>
          </p:cNvSpPr>
          <p:nvPr>
            <p:ph type="pic" sz="quarter" idx="17" hasCustomPrompt="true"/>
          </p:nvPr>
        </p:nvSpPr>
        <p:spPr>
          <a:xfrm>
            <a:off x="507363" y="2562552"/>
            <a:ext cx="1493215" cy="1372840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noProof="false" err="true"/>
              <a:t>单击插入图片</a:t>
            </a:r>
            <a:endParaRPr lang="en-US" noProof="false"/>
          </a:p>
        </p:txBody>
      </p:sp>
      <p:sp>
        <p:nvSpPr>
          <p:cNvPr id="849" name="Text Placeholder 8"/>
          <p:cNvSpPr>
            <a:spLocks noGrp="true"/>
          </p:cNvSpPr>
          <p:nvPr>
            <p:ph type="body" sz="quarter" idx="23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altLang="zh-CN" noProof="false" err="true"/>
              <a:t>来源</a:t>
            </a:r>
            <a:r>
              <a:rPr lang="zh-CN" altLang="en-US" noProof="false"/>
              <a:t>：</a:t>
            </a:r>
            <a:endParaRPr lang="en-US" altLang="zh-CN" noProof="false"/>
          </a:p>
        </p:txBody>
      </p:sp>
      <p:sp>
        <p:nvSpPr>
          <p:cNvPr id="850" name="Text Placeholder 12"/>
          <p:cNvSpPr>
            <a:spLocks noGrp="true"/>
          </p:cNvSpPr>
          <p:nvPr>
            <p:ph type="body" sz="quarter" idx="31" hasCustomPrompt="true"/>
          </p:nvPr>
        </p:nvSpPr>
        <p:spPr>
          <a:xfrm>
            <a:off x="498473" y="4218148"/>
            <a:ext cx="3818363" cy="1369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lang="en-US" sz="1100" b="false" i="false" kern="1200" cap="all" spc="150" baseline="0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sz="1200"/>
            </a:lvl3pPr>
          </a:lstStyle>
          <a:p>
            <a:pPr lvl="0"/>
            <a:r>
              <a:rPr lang="en-US" noProof="false" err="true"/>
              <a:t>请输入副标题</a:t>
            </a:r>
            <a:endParaRPr lang="en-US" noProof="false"/>
          </a:p>
        </p:txBody>
      </p:sp>
      <p:sp>
        <p:nvSpPr>
          <p:cNvPr id="851" name="Text Placeholder 5"/>
          <p:cNvSpPr>
            <a:spLocks noGrp="true"/>
          </p:cNvSpPr>
          <p:nvPr>
            <p:ph type="body" sz="quarter" idx="24" hasCustomPrompt="true"/>
          </p:nvPr>
        </p:nvSpPr>
        <p:spPr>
          <a:xfrm>
            <a:off x="496462" y="4414214"/>
            <a:ext cx="3818363" cy="759218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lang="en-US" altLang="zh-CN" sz="28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请输入标题</a:t>
            </a:r>
            <a:endParaRPr lang="en-US" altLang="zh-CN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noProof="false"/>
              <a:t>请输入标题</a:t>
            </a:r>
            <a:endParaRPr lang="en-US" altLang="zh-CN" noProof="false"/>
          </a:p>
        </p:txBody>
      </p:sp>
      <p:sp>
        <p:nvSpPr>
          <p:cNvPr id="852" name="Text Placeholder 12"/>
          <p:cNvSpPr>
            <a:spLocks noGrp="true"/>
          </p:cNvSpPr>
          <p:nvPr>
            <p:ph type="body" sz="quarter" idx="33" hasCustomPrompt="true"/>
          </p:nvPr>
        </p:nvSpPr>
        <p:spPr>
          <a:xfrm>
            <a:off x="496462" y="5323351"/>
            <a:ext cx="3818363" cy="75921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00" b="false" i="false" kern="1200" cap="none" spc="0" baseline="0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lang="en-GB" sz="1200" kern="1200" dirty="fals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noProof="false" err="true"/>
              <a:t>请输入正文内容</a:t>
            </a:r>
            <a:endParaRPr lang="en-US" noProof="false"/>
          </a:p>
        </p:txBody>
      </p:sp>
      <p:sp>
        <p:nvSpPr>
          <p:cNvPr id="853" name="Text Placeholder 12"/>
          <p:cNvSpPr>
            <a:spLocks noGrp="true"/>
          </p:cNvSpPr>
          <p:nvPr>
            <p:ph type="body" sz="quarter" idx="34" hasCustomPrompt="true"/>
          </p:nvPr>
        </p:nvSpPr>
        <p:spPr>
          <a:xfrm>
            <a:off x="6205961" y="4218148"/>
            <a:ext cx="3818363" cy="1369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lang="en-US" sz="1100" b="false" i="false" kern="1200" cap="all" spc="150" baseline="0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sz="1200"/>
            </a:lvl3pPr>
          </a:lstStyle>
          <a:p>
            <a:pPr lvl="0"/>
            <a:r>
              <a:rPr lang="en-US" noProof="false" err="true"/>
              <a:t>请输入副标题</a:t>
            </a:r>
            <a:endParaRPr lang="en-US" noProof="false"/>
          </a:p>
        </p:txBody>
      </p:sp>
      <p:sp>
        <p:nvSpPr>
          <p:cNvPr id="854" name="Text Placeholder 5"/>
          <p:cNvSpPr>
            <a:spLocks noGrp="true"/>
          </p:cNvSpPr>
          <p:nvPr>
            <p:ph type="body" sz="quarter" idx="35" hasCustomPrompt="true"/>
          </p:nvPr>
        </p:nvSpPr>
        <p:spPr>
          <a:xfrm>
            <a:off x="6203950" y="4414214"/>
            <a:ext cx="3818363" cy="759218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lang="en-US" altLang="zh-CN" sz="28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请输入标题</a:t>
            </a:r>
            <a:endParaRPr lang="en-US" altLang="zh-CN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noProof="false"/>
              <a:t>请输入标题</a:t>
            </a:r>
            <a:endParaRPr lang="en-US" altLang="zh-CN" noProof="false"/>
          </a:p>
        </p:txBody>
      </p:sp>
      <p:sp>
        <p:nvSpPr>
          <p:cNvPr id="855" name="Text Placeholder 12"/>
          <p:cNvSpPr>
            <a:spLocks noGrp="true"/>
          </p:cNvSpPr>
          <p:nvPr>
            <p:ph type="body" sz="quarter" idx="36" hasCustomPrompt="true"/>
          </p:nvPr>
        </p:nvSpPr>
        <p:spPr>
          <a:xfrm>
            <a:off x="6203950" y="5323351"/>
            <a:ext cx="3818363" cy="75921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00" b="false" i="false" kern="1200" cap="none" spc="0" baseline="0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lang="en-GB" sz="1200" kern="1200" dirty="fals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noProof="false" err="true"/>
              <a:t>请输入正文内容</a:t>
            </a:r>
            <a:endParaRPr lang="en-US" noProof="false"/>
          </a:p>
        </p:txBody>
      </p:sp>
    </p:spTree>
  </p:cSld>
  <p:clrMapOvr>
    <a:masterClrMapping/>
  </p:clrMapOvr>
</p:sldLayout>
</file>

<file path=ppt/slideLayouts/slideLayout169.xml><?xml version="1.0" encoding="utf-8"?>
<p:sldLayout xmlns:a="http://schemas.openxmlformats.org/drawingml/2006/main" xmlns:p="http://schemas.openxmlformats.org/presentationml/2006/main">
  <p:cSld name="2_Content blocks 2 column small 3">
    <p:spTree>
      <p:nvGrpSpPr>
        <p:cNvPr id="85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Title 1"/>
          <p:cNvSpPr>
            <a:spLocks noGrp="true"/>
          </p:cNvSpPr>
          <p:nvPr>
            <p:ph type="title" hasCustomPrompt="true"/>
          </p:nvPr>
        </p:nvSpPr>
        <p:spPr/>
        <p:txBody>
          <a:bodyPr anchor="ctr">
            <a:noAutofit/>
          </a:bodyPr>
          <a:lstStyle>
            <a:lvl1pPr algn="l" defTabSz="914400" rtl="false" eaLnBrk="true" latinLnBrk="false" hangingPunct="true">
              <a:lnSpc>
                <a:spcPct val="80000"/>
              </a:lnSpc>
              <a:spcBef>
                <a:spcPct val="1"/>
              </a:spcBef>
              <a:buNone/>
              <a:defRPr lang="en-US" sz="38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j-cs"/>
              </a:defRPr>
            </a:lvl1pPr>
          </a:lstStyle>
          <a:p>
            <a:pPr/>
            <a:r>
              <a:rPr lang="en-US" altLang="zh-CN" noProof="false" err="true"/>
              <a:t>请输入标题</a:t>
            </a:r>
            <a:endParaRPr lang="en-US" noProof="false"/>
          </a:p>
        </p:txBody>
      </p:sp>
      <p:sp>
        <p:nvSpPr>
          <p:cNvPr id="858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859" name="Picture Placeholder 7"/>
          <p:cNvSpPr>
            <a:spLocks noGrp="true"/>
          </p:cNvSpPr>
          <p:nvPr>
            <p:ph type="pic" sz="quarter" idx="16" hasCustomPrompt="true"/>
          </p:nvPr>
        </p:nvSpPr>
        <p:spPr>
          <a:xfrm>
            <a:off x="6203950" y="2562552"/>
            <a:ext cx="1493215" cy="1372840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noProof="false"/>
              <a:t>Dan ji</a:t>
            </a:r>
            <a:endParaRPr lang="en-US" noProof="false"/>
          </a:p>
        </p:txBody>
      </p:sp>
      <p:sp>
        <p:nvSpPr>
          <p:cNvPr id="860" name="Picture Placeholder 7"/>
          <p:cNvSpPr>
            <a:spLocks noGrp="true"/>
          </p:cNvSpPr>
          <p:nvPr>
            <p:ph type="pic" sz="quarter" idx="17" hasCustomPrompt="true"/>
          </p:nvPr>
        </p:nvSpPr>
        <p:spPr>
          <a:xfrm>
            <a:off x="507363" y="2562552"/>
            <a:ext cx="1493215" cy="1372840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noProof="false" err="true"/>
              <a:t>单击插入图片</a:t>
            </a:r>
            <a:endParaRPr lang="en-US" noProof="false"/>
          </a:p>
        </p:txBody>
      </p:sp>
      <p:sp>
        <p:nvSpPr>
          <p:cNvPr id="861" name="Text Placeholder 8"/>
          <p:cNvSpPr>
            <a:spLocks noGrp="true"/>
          </p:cNvSpPr>
          <p:nvPr>
            <p:ph type="body" sz="quarter" idx="23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altLang="zh-CN" noProof="false" err="true"/>
              <a:t>来源</a:t>
            </a:r>
            <a:r>
              <a:rPr lang="zh-CN" altLang="en-US" noProof="false"/>
              <a:t>：</a:t>
            </a:r>
            <a:endParaRPr lang="en-US" altLang="zh-CN" noProof="false"/>
          </a:p>
        </p:txBody>
      </p:sp>
      <p:sp>
        <p:nvSpPr>
          <p:cNvPr id="862" name="Text Placeholder 12"/>
          <p:cNvSpPr>
            <a:spLocks noGrp="true"/>
          </p:cNvSpPr>
          <p:nvPr>
            <p:ph type="body" sz="quarter" idx="31" hasCustomPrompt="true"/>
          </p:nvPr>
        </p:nvSpPr>
        <p:spPr>
          <a:xfrm>
            <a:off x="498473" y="4218148"/>
            <a:ext cx="3818363" cy="1369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lang="en-US" sz="1100" b="false" i="false" kern="1200" cap="all" spc="150" baseline="0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sz="1200"/>
            </a:lvl3pPr>
          </a:lstStyle>
          <a:p>
            <a:pPr lvl="0"/>
            <a:r>
              <a:rPr lang="en-US" noProof="false" err="true"/>
              <a:t>请输入副标题</a:t>
            </a:r>
            <a:endParaRPr lang="en-US" noProof="false"/>
          </a:p>
        </p:txBody>
      </p:sp>
      <p:sp>
        <p:nvSpPr>
          <p:cNvPr id="863" name="Text Placeholder 5"/>
          <p:cNvSpPr>
            <a:spLocks noGrp="true"/>
          </p:cNvSpPr>
          <p:nvPr>
            <p:ph type="body" sz="quarter" idx="24" hasCustomPrompt="true"/>
          </p:nvPr>
        </p:nvSpPr>
        <p:spPr>
          <a:xfrm>
            <a:off x="496462" y="4414214"/>
            <a:ext cx="3818363" cy="137284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lang="en-US" altLang="zh-CN" sz="32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noProof="false" err="true">
                <a:effectLst/>
              </a:rPr>
              <a:t>请输入标题</a:t>
            </a:r>
            <a:endParaRPr lang="en-US" noProof="false">
              <a:effectLst/>
            </a:endParaRPr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noProof="false" err="true">
                <a:effectLst/>
              </a:rPr>
              <a:t>请输入标题</a:t>
            </a:r>
            <a:endParaRPr lang="en-US" noProof="false">
              <a:effectLst/>
            </a:endParaRPr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>
                <a:effectLst/>
              </a:rPr>
              <a:t>请输入标题</a:t>
            </a:r>
            <a:endParaRPr lang="en-US" altLang="zh-CN" noProof="false"/>
          </a:p>
        </p:txBody>
      </p:sp>
      <p:sp>
        <p:nvSpPr>
          <p:cNvPr id="864" name="Text Placeholder 12"/>
          <p:cNvSpPr>
            <a:spLocks noGrp="true"/>
          </p:cNvSpPr>
          <p:nvPr>
            <p:ph type="body" sz="quarter" idx="34" hasCustomPrompt="true"/>
          </p:nvPr>
        </p:nvSpPr>
        <p:spPr>
          <a:xfrm>
            <a:off x="6205961" y="4218148"/>
            <a:ext cx="3818363" cy="1369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lang="en-US" sz="1100" b="false" i="false" kern="1200" cap="all" spc="150" baseline="0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sz="1200"/>
            </a:lvl3pPr>
          </a:lstStyle>
          <a:p>
            <a:pPr lvl="0"/>
            <a:r>
              <a:rPr lang="en-US" noProof="false" err="true"/>
              <a:t>请输入副标题</a:t>
            </a:r>
            <a:endParaRPr lang="en-US" noProof="false"/>
          </a:p>
        </p:txBody>
      </p:sp>
      <p:sp>
        <p:nvSpPr>
          <p:cNvPr id="865" name="Text Placeholder 5"/>
          <p:cNvSpPr>
            <a:spLocks noGrp="true"/>
          </p:cNvSpPr>
          <p:nvPr>
            <p:ph type="body" sz="quarter" idx="35" hasCustomPrompt="true"/>
          </p:nvPr>
        </p:nvSpPr>
        <p:spPr>
          <a:xfrm>
            <a:off x="6203950" y="4414214"/>
            <a:ext cx="3818363" cy="137284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lang="en-US" altLang="zh-CN" sz="3200" b="true" i="false" kern="1200" spc="-50" baseline="0" noProof="false" dirty="false">
                <a:solidFill>
                  <a:schemeClr val="tx1"/>
                </a:solidFill>
                <a:effectLst/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noProof="false" err="true">
                <a:effectLst/>
              </a:rPr>
              <a:t>请输入标题</a:t>
            </a:r>
            <a:endParaRPr lang="en-US" noProof="false">
              <a:effectLst/>
            </a:endParaRPr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noProof="false" err="true">
                <a:effectLst/>
              </a:rPr>
              <a:t>请输入标题</a:t>
            </a:r>
            <a:endParaRPr lang="en-US" noProof="false">
              <a:effectLst/>
            </a:endParaRPr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>
                <a:effectLst/>
              </a:rPr>
              <a:t>请输入标题</a:t>
            </a:r>
            <a:endParaRPr lang="en-US" altLang="zh-CN" noProof="false"/>
          </a:p>
        </p:txBody>
      </p:sp>
    </p:spTree>
  </p:cSld>
  <p:clrMapOvr>
    <a:masterClrMapping/>
  </p:clrMapOvr>
</p:sldLayout>
</file>

<file path=ppt/slideLayouts/slideLayout170.xml><?xml version="1.0" encoding="utf-8"?>
<p:sldLayout xmlns:a="http://schemas.openxmlformats.org/drawingml/2006/main" xmlns:p="http://schemas.openxmlformats.org/presentationml/2006/main">
  <p:cSld name="1_Content blocks 2 column small 2">
    <p:bg>
      <p:bgPr>
        <a:solidFill>
          <a:schemeClr val="tx1"/>
        </a:solidFill>
        <a:effectLst/>
      </p:bgPr>
    </p:bg>
    <p:spTree>
      <p:nvGrpSpPr>
        <p:cNvPr id="86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Title 1"/>
          <p:cNvSpPr>
            <a:spLocks noGrp="true"/>
          </p:cNvSpPr>
          <p:nvPr>
            <p:ph type="title" hasCustomPrompt="true"/>
          </p:nvPr>
        </p:nvSpPr>
        <p:spPr/>
        <p:txBody>
          <a:bodyPr anchor="ctr">
            <a:noAutofit/>
          </a:bodyPr>
          <a:lstStyle>
            <a:lvl1pPr algn="l" defTabSz="914400" rtl="false" eaLnBrk="true" latinLnBrk="false" hangingPunct="true">
              <a:lnSpc>
                <a:spcPct val="80000"/>
              </a:lnSpc>
              <a:spcBef>
                <a:spcPct val="1"/>
              </a:spcBef>
              <a:buNone/>
              <a:defRPr lang="en-US" sz="3800" b="true" i="false" kern="1200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j-cs"/>
              </a:defRPr>
            </a:lvl1pPr>
          </a:lstStyle>
          <a:p>
            <a:pPr/>
            <a:r>
              <a:rPr lang="en-US" altLang="zh-CN" noProof="false" err="true"/>
              <a:t>请输入标题</a:t>
            </a:r>
            <a:endParaRPr lang="en-US" noProof="false"/>
          </a:p>
        </p:txBody>
      </p:sp>
      <p:sp>
        <p:nvSpPr>
          <p:cNvPr id="868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869" name="Picture Placeholder 7"/>
          <p:cNvSpPr>
            <a:spLocks noGrp="true"/>
          </p:cNvSpPr>
          <p:nvPr>
            <p:ph type="pic" sz="quarter" idx="16" hasCustomPrompt="true"/>
          </p:nvPr>
        </p:nvSpPr>
        <p:spPr>
          <a:xfrm>
            <a:off x="6203950" y="2562552"/>
            <a:ext cx="1493215" cy="1372840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单击插入图标</a:t>
            </a:r>
            <a:endParaRPr lang="zh-TW" altLang="en-US" noProof="false"/>
          </a:p>
        </p:txBody>
      </p:sp>
      <p:sp>
        <p:nvSpPr>
          <p:cNvPr id="870" name="Picture Placeholder 7"/>
          <p:cNvSpPr>
            <a:spLocks noGrp="true"/>
          </p:cNvSpPr>
          <p:nvPr>
            <p:ph type="pic" sz="quarter" idx="17" hasCustomPrompt="true"/>
          </p:nvPr>
        </p:nvSpPr>
        <p:spPr>
          <a:xfrm>
            <a:off x="507363" y="2562552"/>
            <a:ext cx="1493215" cy="1372840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单击插入图标</a:t>
            </a:r>
            <a:endParaRPr lang="zh-TW" altLang="en-US" noProof="false"/>
          </a:p>
        </p:txBody>
      </p:sp>
      <p:sp>
        <p:nvSpPr>
          <p:cNvPr id="871" name="Text Placeholder 10"/>
          <p:cNvSpPr>
            <a:spLocks noGrp="true"/>
          </p:cNvSpPr>
          <p:nvPr>
            <p:ph type="body" sz="quarter" idx="19" hasCustomPrompt="true"/>
          </p:nvPr>
        </p:nvSpPr>
        <p:spPr>
          <a:xfrm>
            <a:off x="498475" y="5128696"/>
            <a:ext cx="3801578" cy="856484"/>
          </a:xfrm>
        </p:spPr>
        <p:txBody>
          <a:bodyPr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lang="en-US" altLang="zh-TW" sz="3200" b="true" i="false" kern="1200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  <a:lvl2pPr marL="457200" indent="0">
              <a:lnSpc>
                <a:spcPct val="80000"/>
              </a:lnSpc>
              <a:spcBef>
                <a:spcPts val="0"/>
              </a:spcBef>
              <a:buNone/>
              <a:defRPr sz="3200" b="false" i="false">
                <a:solidFill>
                  <a:schemeClr val="bg1"/>
                </a:solidFill>
                <a:latin typeface="Noto Sans S Chinese Regular" panose="020B0500000000000000" pitchFamily="34" charset="-128"/>
              </a:defRPr>
            </a:lvl2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en-US" altLang="zh-TW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en-US" altLang="zh-TW" noProof="false"/>
          </a:p>
          <a:p>
            <a:pPr marL="0" lvl="0" indent="0" algn="l" defTabSz="914400" rtl="false" eaLnBrk="true" latinLnBrk="false" hangingPunct="true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noProof="false"/>
          </a:p>
          <a:p>
            <a:pPr lvl="1"/>
            <a:endParaRPr lang="en-US" noProof="false"/>
          </a:p>
        </p:txBody>
      </p:sp>
      <p:sp>
        <p:nvSpPr>
          <p:cNvPr id="872" name="Text Placeholder 10"/>
          <p:cNvSpPr>
            <a:spLocks noGrp="true"/>
          </p:cNvSpPr>
          <p:nvPr>
            <p:ph type="body" sz="quarter" idx="20" hasCustomPrompt="true"/>
          </p:nvPr>
        </p:nvSpPr>
        <p:spPr>
          <a:xfrm>
            <a:off x="6213477" y="5128696"/>
            <a:ext cx="3801578" cy="856484"/>
          </a:xfrm>
        </p:spPr>
        <p:txBody>
          <a:bodyPr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lang="en-US" altLang="zh-TW" sz="3200" b="true" i="false" kern="1200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  <a:lvl2pPr marL="457200" indent="0">
              <a:lnSpc>
                <a:spcPct val="80000"/>
              </a:lnSpc>
              <a:spcBef>
                <a:spcPts val="0"/>
              </a:spcBef>
              <a:buNone/>
              <a:defRPr sz="3200" b="false" i="false">
                <a:solidFill>
                  <a:schemeClr val="bg1"/>
                </a:solidFill>
                <a:latin typeface="Noto Sans S Chinese Regular" panose="020B0500000000000000" pitchFamily="34" charset="-128"/>
              </a:defRPr>
            </a:lvl2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en-US" altLang="zh-TW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en-US" altLang="zh-TW" noProof="false"/>
          </a:p>
          <a:p>
            <a:pPr lvl="1"/>
            <a:endParaRPr lang="en-US" noProof="false"/>
          </a:p>
        </p:txBody>
      </p:sp>
      <p:sp>
        <p:nvSpPr>
          <p:cNvPr id="873" name="Text Placeholder 8"/>
          <p:cNvSpPr>
            <a:spLocks noGrp="true"/>
          </p:cNvSpPr>
          <p:nvPr>
            <p:ph type="body" sz="quarter" idx="21" hasCustomPrompt="true"/>
          </p:nvPr>
        </p:nvSpPr>
        <p:spPr>
          <a:xfrm>
            <a:off x="506640" y="4250254"/>
            <a:ext cx="3808186" cy="756000"/>
          </a:xfrm>
        </p:spPr>
        <p:txBody>
          <a:bodyPr>
            <a:noAutofit/>
          </a:bodyPr>
          <a:lstStyle>
            <a:lvl1pPr marL="0" indent="0">
              <a:buNone/>
              <a:defRPr lang="en-US" sz="6000" b="true" i="false" kern="1200" noProof="false" dirty="false">
                <a:solidFill>
                  <a:srgbClr val="F55600"/>
                </a:solidFill>
                <a:latin typeface="+mj-lt"/>
                <a:ea typeface="Noto Sans S Chinese Regular" panose="020B0500000000000000" pitchFamily="34" charset="-128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noProof="false"/>
              <a:t>#$%</a:t>
            </a:r>
            <a:endParaRPr lang="en-US" noProof="false"/>
          </a:p>
        </p:txBody>
      </p:sp>
      <p:sp>
        <p:nvSpPr>
          <p:cNvPr id="874" name="Text Placeholder 8"/>
          <p:cNvSpPr>
            <a:spLocks noGrp="true"/>
          </p:cNvSpPr>
          <p:nvPr>
            <p:ph type="body" sz="quarter" idx="22" hasCustomPrompt="true"/>
          </p:nvPr>
        </p:nvSpPr>
        <p:spPr>
          <a:xfrm>
            <a:off x="6213478" y="4250254"/>
            <a:ext cx="3808186" cy="756000"/>
          </a:xfrm>
        </p:spPr>
        <p:txBody>
          <a:bodyPr>
            <a:noAutofit/>
          </a:bodyPr>
          <a:lstStyle>
            <a:lvl1pPr marL="0" indent="0">
              <a:buNone/>
              <a:defRPr lang="en-US" sz="6000" b="true" i="false" kern="1200" noProof="false" dirty="false">
                <a:solidFill>
                  <a:srgbClr val="F55600"/>
                </a:solidFill>
                <a:latin typeface="+mj-lt"/>
                <a:ea typeface="Noto Sans S Chinese Regular" panose="020B0500000000000000" pitchFamily="34" charset="-128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noProof="false"/>
              <a:t>#$%</a:t>
            </a:r>
            <a:endParaRPr lang="en-US" noProof="false"/>
          </a:p>
        </p:txBody>
      </p:sp>
      <p:sp>
        <p:nvSpPr>
          <p:cNvPr id="875" name="Text Placeholder 8"/>
          <p:cNvSpPr>
            <a:spLocks noGrp="true"/>
          </p:cNvSpPr>
          <p:nvPr>
            <p:ph type="body" sz="quarter" idx="23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altLang="zh-CN" noProof="false" err="true"/>
              <a:t>来源</a:t>
            </a:r>
            <a:r>
              <a:rPr lang="zh-CN" altLang="en-US" noProof="false"/>
              <a:t>：</a:t>
            </a:r>
            <a:endParaRPr lang="en-US" altLang="zh-CN" noProof="false"/>
          </a:p>
        </p:txBody>
      </p:sp>
    </p:spTree>
  </p:cSld>
  <p:clrMapOvr>
    <a:masterClrMapping/>
  </p:clrMapOvr>
</p:sldLayout>
</file>

<file path=ppt/slideLayouts/slideLayout171.xml><?xml version="1.0" encoding="utf-8"?>
<p:sldLayout xmlns:a="http://schemas.openxmlformats.org/drawingml/2006/main" xmlns:p="http://schemas.openxmlformats.org/presentationml/2006/main">
  <p:cSld name="1_Content blocks 2 column small 3">
    <p:bg>
      <p:bgPr>
        <a:solidFill>
          <a:schemeClr val="tx1"/>
        </a:solidFill>
        <a:effectLst/>
      </p:bgPr>
    </p:bg>
    <p:spTree>
      <p:nvGrpSpPr>
        <p:cNvPr id="88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Title 1"/>
          <p:cNvSpPr>
            <a:spLocks noGrp="true"/>
          </p:cNvSpPr>
          <p:nvPr>
            <p:ph type="title" hasCustomPrompt="true"/>
          </p:nvPr>
        </p:nvSpPr>
        <p:spPr/>
        <p:txBody>
          <a:bodyPr anchor="ctr">
            <a:noAutofit/>
          </a:bodyPr>
          <a:lstStyle>
            <a:lvl1pPr algn="l" defTabSz="914400" rtl="false" eaLnBrk="true" latinLnBrk="false" hangingPunct="true">
              <a:lnSpc>
                <a:spcPct val="80000"/>
              </a:lnSpc>
              <a:spcBef>
                <a:spcPct val="1"/>
              </a:spcBef>
              <a:buNone/>
              <a:defRPr lang="en-US" sz="3800" b="true" i="false" kern="1200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j-cs"/>
              </a:defRPr>
            </a:lvl1pPr>
          </a:lstStyle>
          <a:p>
            <a:pPr/>
            <a:r>
              <a:rPr lang="en-US" altLang="zh-CN" noProof="false" err="true"/>
              <a:t>请输入标题</a:t>
            </a:r>
            <a:endParaRPr lang="en-US" noProof="false"/>
          </a:p>
        </p:txBody>
      </p:sp>
      <p:sp>
        <p:nvSpPr>
          <p:cNvPr id="890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891" name="Picture Placeholder 7"/>
          <p:cNvSpPr>
            <a:spLocks noGrp="true"/>
          </p:cNvSpPr>
          <p:nvPr>
            <p:ph type="pic" sz="quarter" idx="16" hasCustomPrompt="true"/>
          </p:nvPr>
        </p:nvSpPr>
        <p:spPr>
          <a:xfrm>
            <a:off x="6203950" y="2562552"/>
            <a:ext cx="1493215" cy="1372840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单击插入图标</a:t>
            </a:r>
            <a:endParaRPr lang="zh-TW" altLang="en-US" noProof="false"/>
          </a:p>
        </p:txBody>
      </p:sp>
      <p:sp>
        <p:nvSpPr>
          <p:cNvPr id="892" name="Picture Placeholder 7"/>
          <p:cNvSpPr>
            <a:spLocks noGrp="true"/>
          </p:cNvSpPr>
          <p:nvPr>
            <p:ph type="pic" sz="quarter" idx="17" hasCustomPrompt="true"/>
          </p:nvPr>
        </p:nvSpPr>
        <p:spPr>
          <a:xfrm>
            <a:off x="507363" y="2562552"/>
            <a:ext cx="1493215" cy="1372840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单击插入图标</a:t>
            </a:r>
            <a:endParaRPr lang="zh-TW" altLang="en-US" noProof="false"/>
          </a:p>
        </p:txBody>
      </p:sp>
      <p:sp>
        <p:nvSpPr>
          <p:cNvPr id="893" name="Text Placeholder 8"/>
          <p:cNvSpPr>
            <a:spLocks noGrp="true"/>
          </p:cNvSpPr>
          <p:nvPr>
            <p:ph type="body" sz="quarter" idx="23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altLang="zh-CN" noProof="false" err="true"/>
              <a:t>来源</a:t>
            </a:r>
            <a:r>
              <a:rPr lang="zh-CN" altLang="en-US" noProof="false"/>
              <a:t>：</a:t>
            </a:r>
            <a:endParaRPr lang="en-US" altLang="zh-CN" noProof="false"/>
          </a:p>
        </p:txBody>
      </p:sp>
      <p:sp>
        <p:nvSpPr>
          <p:cNvPr id="894" name="Text Placeholder 12"/>
          <p:cNvSpPr>
            <a:spLocks noGrp="true"/>
          </p:cNvSpPr>
          <p:nvPr>
            <p:ph type="body" sz="quarter" idx="31" hasCustomPrompt="true"/>
          </p:nvPr>
        </p:nvSpPr>
        <p:spPr>
          <a:xfrm>
            <a:off x="498473" y="4218148"/>
            <a:ext cx="3818363" cy="1369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lang="en-US" sz="1100" b="false" i="false" kern="1200" cap="all" spc="150" baseline="0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sz="1200"/>
            </a:lvl3pPr>
          </a:lstStyle>
          <a:p>
            <a:pPr lvl="0"/>
            <a:r>
              <a:rPr lang="en-US" noProof="false" err="true"/>
              <a:t>请输入副标题</a:t>
            </a:r>
            <a:endParaRPr lang="en-US" noProof="false"/>
          </a:p>
        </p:txBody>
      </p:sp>
      <p:sp>
        <p:nvSpPr>
          <p:cNvPr id="895" name="Text Placeholder 5"/>
          <p:cNvSpPr>
            <a:spLocks noGrp="true"/>
          </p:cNvSpPr>
          <p:nvPr>
            <p:ph type="body" sz="quarter" idx="24" hasCustomPrompt="true"/>
          </p:nvPr>
        </p:nvSpPr>
        <p:spPr>
          <a:xfrm>
            <a:off x="496462" y="4414214"/>
            <a:ext cx="3818363" cy="759218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lang="zh-TW" altLang="en-US" sz="2800" b="true" i="false" kern="1200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en-US" altLang="zh-TW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zh-TW" altLang="en-US" noProof="false"/>
          </a:p>
          <a:p>
            <a:pPr lvl="0"/>
            <a:endParaRPr lang="en-US" noProof="false"/>
          </a:p>
        </p:txBody>
      </p:sp>
      <p:sp>
        <p:nvSpPr>
          <p:cNvPr id="896" name="Text Placeholder 12"/>
          <p:cNvSpPr>
            <a:spLocks noGrp="true"/>
          </p:cNvSpPr>
          <p:nvPr>
            <p:ph type="body" sz="quarter" idx="33" hasCustomPrompt="true"/>
          </p:nvPr>
        </p:nvSpPr>
        <p:spPr>
          <a:xfrm>
            <a:off x="496462" y="5323351"/>
            <a:ext cx="3818363" cy="75921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00" b="false" i="false" kern="1200" cap="none" spc="0" baseline="0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lang="en-GB" sz="1200" kern="1200" dirty="fals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noProof="false" err="true"/>
              <a:t>请输入正文内容</a:t>
            </a:r>
            <a:endParaRPr lang="en-US" noProof="false"/>
          </a:p>
        </p:txBody>
      </p:sp>
      <p:sp>
        <p:nvSpPr>
          <p:cNvPr id="897" name="Text Placeholder 12"/>
          <p:cNvSpPr>
            <a:spLocks noGrp="true"/>
          </p:cNvSpPr>
          <p:nvPr>
            <p:ph type="body" sz="quarter" idx="34" hasCustomPrompt="true"/>
          </p:nvPr>
        </p:nvSpPr>
        <p:spPr>
          <a:xfrm>
            <a:off x="6205961" y="4218148"/>
            <a:ext cx="3818363" cy="1369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lang="en-US" sz="1100" b="false" i="false" kern="1200" cap="all" spc="150" baseline="0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sz="1200"/>
            </a:lvl3pPr>
          </a:lstStyle>
          <a:p>
            <a:pPr lvl="0"/>
            <a:r>
              <a:rPr lang="en-US" noProof="false" err="true"/>
              <a:t>请输入副标题</a:t>
            </a:r>
            <a:endParaRPr lang="en-US" noProof="false"/>
          </a:p>
        </p:txBody>
      </p:sp>
      <p:sp>
        <p:nvSpPr>
          <p:cNvPr id="898" name="Text Placeholder 5"/>
          <p:cNvSpPr>
            <a:spLocks noGrp="true"/>
          </p:cNvSpPr>
          <p:nvPr>
            <p:ph type="body" sz="quarter" idx="35" hasCustomPrompt="true"/>
          </p:nvPr>
        </p:nvSpPr>
        <p:spPr>
          <a:xfrm>
            <a:off x="6203950" y="4414214"/>
            <a:ext cx="3818363" cy="759218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lang="en-US" altLang="zh-TW" sz="2800" b="true" i="false" kern="1200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en-US" altLang="zh-TW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en-US" altLang="zh-TW" noProof="false"/>
          </a:p>
        </p:txBody>
      </p:sp>
      <p:sp>
        <p:nvSpPr>
          <p:cNvPr id="899" name="Text Placeholder 12"/>
          <p:cNvSpPr>
            <a:spLocks noGrp="true"/>
          </p:cNvSpPr>
          <p:nvPr>
            <p:ph type="body" sz="quarter" idx="36" hasCustomPrompt="true"/>
          </p:nvPr>
        </p:nvSpPr>
        <p:spPr>
          <a:xfrm>
            <a:off x="6203950" y="5323351"/>
            <a:ext cx="3818363" cy="75921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00" b="false" i="false" kern="1200" cap="none" spc="0" baseline="0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lang="en-GB" sz="1200" kern="1200" dirty="fals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noProof="false" err="true"/>
              <a:t>请输入正文内容</a:t>
            </a:r>
            <a:endParaRPr lang="en-US" noProof="false"/>
          </a:p>
        </p:txBody>
      </p:sp>
    </p:spTree>
  </p:cSld>
  <p:clrMapOvr>
    <a:masterClrMapping/>
  </p:clrMapOvr>
</p:sldLayout>
</file>

<file path=ppt/slideLayouts/slideLayout172.xml><?xml version="1.0" encoding="utf-8"?>
<p:sldLayout xmlns:a="http://schemas.openxmlformats.org/drawingml/2006/main" xmlns:p="http://schemas.openxmlformats.org/presentationml/2006/main">
  <p:cSld name="3_Content blocks 2 column small 3">
    <p:bg>
      <p:bgPr>
        <a:solidFill>
          <a:schemeClr val="tx1"/>
        </a:solidFill>
        <a:effectLst/>
      </p:bgPr>
    </p:bg>
    <p:spTree>
      <p:nvGrpSpPr>
        <p:cNvPr id="90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Title 1"/>
          <p:cNvSpPr>
            <a:spLocks noGrp="true"/>
          </p:cNvSpPr>
          <p:nvPr>
            <p:ph type="title" hasCustomPrompt="true"/>
          </p:nvPr>
        </p:nvSpPr>
        <p:spPr/>
        <p:txBody>
          <a:bodyPr anchor="b">
            <a:noAutofit/>
          </a:bodyPr>
          <a:lstStyle>
            <a:lvl1pPr algn="l" defTabSz="914400" rtl="false" eaLnBrk="true" latinLnBrk="false" hangingPunct="true">
              <a:lnSpc>
                <a:spcPct val="80000"/>
              </a:lnSpc>
              <a:spcBef>
                <a:spcPct val="1"/>
              </a:spcBef>
              <a:buNone/>
              <a:defRPr lang="en-US" sz="3800" b="true" i="false" kern="1200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j-cs"/>
              </a:defRPr>
            </a:lvl1pPr>
          </a:lstStyle>
          <a:p>
            <a:pPr/>
            <a:r>
              <a:rPr lang="en-US" altLang="zh-CN" noProof="false" err="true"/>
              <a:t>请输入标题</a:t>
            </a:r>
            <a:endParaRPr lang="en-US" noProof="false"/>
          </a:p>
        </p:txBody>
      </p:sp>
      <p:sp>
        <p:nvSpPr>
          <p:cNvPr id="902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903" name="Picture Placeholder 7"/>
          <p:cNvSpPr>
            <a:spLocks noGrp="true"/>
          </p:cNvSpPr>
          <p:nvPr>
            <p:ph type="pic" sz="quarter" idx="16" hasCustomPrompt="true"/>
          </p:nvPr>
        </p:nvSpPr>
        <p:spPr>
          <a:xfrm>
            <a:off x="6203950" y="2562552"/>
            <a:ext cx="1493215" cy="1372840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单击插入图标</a:t>
            </a:r>
            <a:endParaRPr lang="zh-TW" altLang="en-US" noProof="false"/>
          </a:p>
        </p:txBody>
      </p:sp>
      <p:sp>
        <p:nvSpPr>
          <p:cNvPr id="904" name="Picture Placeholder 7"/>
          <p:cNvSpPr>
            <a:spLocks noGrp="true"/>
          </p:cNvSpPr>
          <p:nvPr>
            <p:ph type="pic" sz="quarter" idx="17" hasCustomPrompt="true"/>
          </p:nvPr>
        </p:nvSpPr>
        <p:spPr>
          <a:xfrm>
            <a:off x="507363" y="2562552"/>
            <a:ext cx="1493215" cy="1372840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单击插入图标</a:t>
            </a:r>
            <a:endParaRPr lang="zh-TW" altLang="en-US" noProof="false"/>
          </a:p>
        </p:txBody>
      </p:sp>
      <p:sp>
        <p:nvSpPr>
          <p:cNvPr id="905" name="Text Placeholder 8"/>
          <p:cNvSpPr>
            <a:spLocks noGrp="true"/>
          </p:cNvSpPr>
          <p:nvPr>
            <p:ph type="body" sz="quarter" idx="23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altLang="zh-CN" noProof="false" err="true"/>
              <a:t>来源</a:t>
            </a:r>
            <a:r>
              <a:rPr lang="zh-CN" altLang="en-US" noProof="false"/>
              <a:t>：</a:t>
            </a:r>
            <a:endParaRPr lang="en-US" altLang="zh-CN" noProof="false"/>
          </a:p>
        </p:txBody>
      </p:sp>
      <p:sp>
        <p:nvSpPr>
          <p:cNvPr id="906" name="Text Placeholder 12"/>
          <p:cNvSpPr>
            <a:spLocks noGrp="true"/>
          </p:cNvSpPr>
          <p:nvPr>
            <p:ph type="body" sz="quarter" idx="31" hasCustomPrompt="true"/>
          </p:nvPr>
        </p:nvSpPr>
        <p:spPr>
          <a:xfrm>
            <a:off x="498473" y="4218148"/>
            <a:ext cx="3818363" cy="1369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lang="en-US" sz="1100" b="false" i="false" kern="1200" cap="all" spc="150" baseline="0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sz="1200"/>
            </a:lvl3pPr>
          </a:lstStyle>
          <a:p>
            <a:pPr lvl="0"/>
            <a:r>
              <a:rPr lang="en-US" noProof="false" err="true"/>
              <a:t>请输入正文内容</a:t>
            </a:r>
            <a:endParaRPr lang="en-US" noProof="false"/>
          </a:p>
        </p:txBody>
      </p:sp>
      <p:sp>
        <p:nvSpPr>
          <p:cNvPr id="907" name="Text Placeholder 5"/>
          <p:cNvSpPr>
            <a:spLocks noGrp="true"/>
          </p:cNvSpPr>
          <p:nvPr>
            <p:ph type="body" sz="quarter" idx="24" hasCustomPrompt="true"/>
          </p:nvPr>
        </p:nvSpPr>
        <p:spPr>
          <a:xfrm>
            <a:off x="496462" y="4414214"/>
            <a:ext cx="3818363" cy="137284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lang="en-US" altLang="zh-TW" sz="3200" b="true" i="false" kern="1200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en-US" altLang="zh-TW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en-US" altLang="zh-TW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en-US" altLang="zh-TW" noProof="false"/>
          </a:p>
          <a:p>
            <a:pPr marL="0" lvl="0" indent="0" algn="l" defTabSz="914400" rtl="false" eaLnBrk="true" latinLnBrk="false" hangingPunct="true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altLang="zh-TW" noProof="false"/>
          </a:p>
          <a:p>
            <a:pPr lvl="0"/>
            <a:endParaRPr lang="en-US" noProof="false"/>
          </a:p>
        </p:txBody>
      </p:sp>
      <p:sp>
        <p:nvSpPr>
          <p:cNvPr id="908" name="Text Placeholder 12"/>
          <p:cNvSpPr>
            <a:spLocks noGrp="true"/>
          </p:cNvSpPr>
          <p:nvPr>
            <p:ph type="body" sz="quarter" idx="34" hasCustomPrompt="true"/>
          </p:nvPr>
        </p:nvSpPr>
        <p:spPr>
          <a:xfrm>
            <a:off x="6205961" y="4218148"/>
            <a:ext cx="3818363" cy="1369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lang="en-US" sz="1100" b="false" i="false" kern="1200" cap="all" spc="150" baseline="0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sz="1200"/>
            </a:lvl3pPr>
          </a:lstStyle>
          <a:p>
            <a:pPr lvl="0"/>
            <a:r>
              <a:rPr lang="en-US" noProof="false" err="true"/>
              <a:t>请输入正文内容</a:t>
            </a:r>
            <a:endParaRPr lang="en-US" noProof="false"/>
          </a:p>
        </p:txBody>
      </p:sp>
      <p:sp>
        <p:nvSpPr>
          <p:cNvPr id="909" name="Text Placeholder 5"/>
          <p:cNvSpPr>
            <a:spLocks noGrp="true"/>
          </p:cNvSpPr>
          <p:nvPr>
            <p:ph type="body" sz="quarter" idx="35" hasCustomPrompt="true"/>
          </p:nvPr>
        </p:nvSpPr>
        <p:spPr>
          <a:xfrm>
            <a:off x="6203950" y="4414214"/>
            <a:ext cx="3818363" cy="137284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lang="en-US" altLang="zh-TW" sz="3200" b="true" i="false" kern="1200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en-US" altLang="zh-TW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en-US" altLang="zh-TW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en-US" altLang="zh-TW" noProof="false"/>
          </a:p>
        </p:txBody>
      </p:sp>
    </p:spTree>
  </p:cSld>
  <p:clrMapOvr>
    <a:masterClrMapping/>
  </p:clrMapOvr>
</p:sldLayout>
</file>

<file path=ppt/slideLayouts/slideLayout173.xml><?xml version="1.0" encoding="utf-8"?>
<p:sldLayout xmlns:a="http://schemas.openxmlformats.org/drawingml/2006/main" xmlns:p="http://schemas.openxmlformats.org/presentationml/2006/main">
  <p:cSld name="Content blocks 3 column small 2">
    <p:spTree>
      <p:nvGrpSpPr>
        <p:cNvPr id="91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912" name="Picture Placeholder 7"/>
          <p:cNvSpPr>
            <a:spLocks noGrp="true"/>
          </p:cNvSpPr>
          <p:nvPr>
            <p:ph type="pic" sz="quarter" idx="17" hasCustomPrompt="true"/>
          </p:nvPr>
        </p:nvSpPr>
        <p:spPr>
          <a:xfrm>
            <a:off x="507363" y="2562552"/>
            <a:ext cx="1493215" cy="1372840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noProof="false" err="true"/>
              <a:t>单击插入图标</a:t>
            </a:r>
            <a:endParaRPr lang="en-US" noProof="false"/>
          </a:p>
        </p:txBody>
      </p:sp>
      <p:sp>
        <p:nvSpPr>
          <p:cNvPr id="913" name="Text Placeholder 10"/>
          <p:cNvSpPr>
            <a:spLocks noGrp="true"/>
          </p:cNvSpPr>
          <p:nvPr>
            <p:ph type="body" sz="quarter" idx="19" hasCustomPrompt="true"/>
          </p:nvPr>
        </p:nvSpPr>
        <p:spPr>
          <a:xfrm>
            <a:off x="498475" y="5128696"/>
            <a:ext cx="3549604" cy="856484"/>
          </a:xfrm>
        </p:spPr>
        <p:txBody>
          <a:bodyPr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lang="en-US" altLang="en-US" sz="30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  <a:lvl2pPr marL="457200" indent="0">
              <a:lnSpc>
                <a:spcPct val="80000"/>
              </a:lnSpc>
              <a:spcBef>
                <a:spcPts val="0"/>
              </a:spcBef>
              <a:buNone/>
              <a:defRPr sz="3200" b="false" i="false">
                <a:latin typeface="Noto Sans S Chinese Regular" panose="020B0500000000000000" pitchFamily="34" charset="-128"/>
              </a:defRPr>
            </a:lvl2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noProof="false" err="true"/>
              <a:t>请输入标题</a:t>
            </a:r>
            <a:endParaRPr lang="en-US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noProof="false" err="true"/>
              <a:t>请输入标题</a:t>
            </a:r>
            <a:endParaRPr lang="en-US" noProof="false"/>
          </a:p>
        </p:txBody>
      </p:sp>
      <p:sp>
        <p:nvSpPr>
          <p:cNvPr id="914" name="Text Placeholder 8"/>
          <p:cNvSpPr>
            <a:spLocks noGrp="true"/>
          </p:cNvSpPr>
          <p:nvPr>
            <p:ph type="body" sz="quarter" idx="21" hasCustomPrompt="true"/>
          </p:nvPr>
        </p:nvSpPr>
        <p:spPr>
          <a:xfrm>
            <a:off x="506640" y="4250254"/>
            <a:ext cx="3555774" cy="756000"/>
          </a:xfrm>
        </p:spPr>
        <p:txBody>
          <a:bodyPr>
            <a:noAutofit/>
          </a:bodyPr>
          <a:lstStyle>
            <a:lvl1pPr marL="0" indent="0">
              <a:buNone/>
              <a:defRPr lang="en-US" sz="6000" b="true" i="false" kern="1200" noProof="false" dirty="false">
                <a:solidFill>
                  <a:srgbClr val="F55600"/>
                </a:solidFill>
                <a:latin typeface="+mj-lt"/>
                <a:ea typeface="Noto Sans S Chinese Regular" panose="020B0500000000000000" pitchFamily="34" charset="-128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noProof="false"/>
              <a:t>#$%</a:t>
            </a:r>
            <a:endParaRPr lang="en-US" noProof="false"/>
          </a:p>
        </p:txBody>
      </p:sp>
      <p:sp>
        <p:nvSpPr>
          <p:cNvPr id="915" name="Picture Placeholder 7"/>
          <p:cNvSpPr>
            <a:spLocks noGrp="true"/>
          </p:cNvSpPr>
          <p:nvPr>
            <p:ph type="pic" sz="quarter" idx="23" hasCustomPrompt="true"/>
          </p:nvPr>
        </p:nvSpPr>
        <p:spPr>
          <a:xfrm>
            <a:off x="4322124" y="2562552"/>
            <a:ext cx="1493215" cy="1372840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单击插入图标</a:t>
            </a:r>
            <a:endParaRPr lang="en-US" altLang="zh-CN" noProof="false"/>
          </a:p>
        </p:txBody>
      </p:sp>
      <p:sp>
        <p:nvSpPr>
          <p:cNvPr id="916" name="Text Placeholder 10"/>
          <p:cNvSpPr>
            <a:spLocks noGrp="true"/>
          </p:cNvSpPr>
          <p:nvPr>
            <p:ph type="body" sz="quarter" idx="24" hasCustomPrompt="true"/>
          </p:nvPr>
        </p:nvSpPr>
        <p:spPr>
          <a:xfrm>
            <a:off x="4313236" y="5128696"/>
            <a:ext cx="3549604" cy="856484"/>
          </a:xfrm>
        </p:spPr>
        <p:txBody>
          <a:bodyPr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lang="en-US" altLang="zh-CN" sz="30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  <a:lvl2pPr marL="457200" indent="0">
              <a:lnSpc>
                <a:spcPct val="80000"/>
              </a:lnSpc>
              <a:spcBef>
                <a:spcPts val="0"/>
              </a:spcBef>
              <a:buNone/>
              <a:defRPr sz="3200" b="false" i="false">
                <a:latin typeface="Noto Sans S Chinese Regular" panose="020B0500000000000000" pitchFamily="34" charset="-128"/>
              </a:defRPr>
            </a:lvl2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请输入标题</a:t>
            </a:r>
            <a:endParaRPr lang="en-US" altLang="zh-CN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请输入标题</a:t>
            </a:r>
            <a:endParaRPr lang="en-US" altLang="zh-CN" noProof="false"/>
          </a:p>
        </p:txBody>
      </p:sp>
      <p:sp>
        <p:nvSpPr>
          <p:cNvPr id="917" name="Text Placeholder 8"/>
          <p:cNvSpPr>
            <a:spLocks noGrp="true"/>
          </p:cNvSpPr>
          <p:nvPr>
            <p:ph type="body" sz="quarter" idx="25" hasCustomPrompt="true"/>
          </p:nvPr>
        </p:nvSpPr>
        <p:spPr>
          <a:xfrm>
            <a:off x="4321401" y="4250254"/>
            <a:ext cx="3555774" cy="756000"/>
          </a:xfrm>
        </p:spPr>
        <p:txBody>
          <a:bodyPr>
            <a:noAutofit/>
          </a:bodyPr>
          <a:lstStyle>
            <a:lvl1pPr marL="0" indent="0">
              <a:buNone/>
              <a:defRPr lang="en-US" sz="6000" b="true" i="false" kern="1200" noProof="false" dirty="false">
                <a:solidFill>
                  <a:srgbClr val="F55600"/>
                </a:solidFill>
                <a:latin typeface="+mj-lt"/>
                <a:ea typeface="Noto Sans S Chinese Regular" panose="020B0500000000000000" pitchFamily="34" charset="-128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noProof="false"/>
              <a:t>#$%</a:t>
            </a:r>
            <a:endParaRPr lang="en-US" noProof="false"/>
          </a:p>
        </p:txBody>
      </p:sp>
      <p:sp>
        <p:nvSpPr>
          <p:cNvPr id="918" name="Picture Placeholder 7"/>
          <p:cNvSpPr>
            <a:spLocks noGrp="true"/>
          </p:cNvSpPr>
          <p:nvPr>
            <p:ph type="pic" sz="quarter" idx="27" hasCustomPrompt="true"/>
          </p:nvPr>
        </p:nvSpPr>
        <p:spPr>
          <a:xfrm>
            <a:off x="8130715" y="2562552"/>
            <a:ext cx="1493215" cy="1372840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单击插入图标</a:t>
            </a:r>
            <a:endParaRPr lang="en-US" altLang="zh-CN" noProof="false"/>
          </a:p>
        </p:txBody>
      </p:sp>
      <p:sp>
        <p:nvSpPr>
          <p:cNvPr id="919" name="Text Placeholder 10"/>
          <p:cNvSpPr>
            <a:spLocks noGrp="true"/>
          </p:cNvSpPr>
          <p:nvPr>
            <p:ph type="body" sz="quarter" idx="28" hasCustomPrompt="true"/>
          </p:nvPr>
        </p:nvSpPr>
        <p:spPr>
          <a:xfrm>
            <a:off x="8121827" y="5128696"/>
            <a:ext cx="3549604" cy="856484"/>
          </a:xfrm>
        </p:spPr>
        <p:txBody>
          <a:bodyPr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lang="en-US" altLang="zh-CN" sz="30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  <a:lvl2pPr marL="457200" indent="0">
              <a:lnSpc>
                <a:spcPct val="80000"/>
              </a:lnSpc>
              <a:spcBef>
                <a:spcPts val="0"/>
              </a:spcBef>
              <a:buNone/>
              <a:defRPr sz="3200" b="false" i="false">
                <a:latin typeface="Noto Sans S Chinese Regular" panose="020B0500000000000000" pitchFamily="34" charset="-128"/>
              </a:defRPr>
            </a:lvl2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请输入标题</a:t>
            </a:r>
            <a:endParaRPr lang="en-US" altLang="zh-CN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请输入标题</a:t>
            </a:r>
            <a:endParaRPr lang="en-US" altLang="zh-CN" noProof="false"/>
          </a:p>
        </p:txBody>
      </p:sp>
      <p:sp>
        <p:nvSpPr>
          <p:cNvPr id="920" name="Text Placeholder 8"/>
          <p:cNvSpPr>
            <a:spLocks noGrp="true"/>
          </p:cNvSpPr>
          <p:nvPr>
            <p:ph type="body" sz="quarter" idx="29" hasCustomPrompt="true"/>
          </p:nvPr>
        </p:nvSpPr>
        <p:spPr>
          <a:xfrm>
            <a:off x="8129992" y="4250254"/>
            <a:ext cx="3555774" cy="756000"/>
          </a:xfrm>
        </p:spPr>
        <p:txBody>
          <a:bodyPr>
            <a:noAutofit/>
          </a:bodyPr>
          <a:lstStyle>
            <a:lvl1pPr marL="0" indent="0">
              <a:buNone/>
              <a:defRPr lang="en-US" sz="6000" b="true" i="false" kern="1200" noProof="false" dirty="false">
                <a:solidFill>
                  <a:srgbClr val="F55600"/>
                </a:solidFill>
                <a:latin typeface="+mj-lt"/>
                <a:ea typeface="Noto Sans S Chinese Regular" panose="020B0500000000000000" pitchFamily="34" charset="-128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noProof="false"/>
              <a:t>#$%</a:t>
            </a:r>
            <a:endParaRPr lang="en-US" noProof="false"/>
          </a:p>
        </p:txBody>
      </p:sp>
      <p:sp>
        <p:nvSpPr>
          <p:cNvPr id="921" name="Title 1"/>
          <p:cNvSpPr>
            <a:spLocks noGrp="true"/>
          </p:cNvSpPr>
          <p:nvPr>
            <p:ph type="title" hasCustomPrompt="true"/>
          </p:nvPr>
        </p:nvSpPr>
        <p:spPr>
          <a:xfrm>
            <a:off x="507365" y="500062"/>
            <a:ext cx="11186160" cy="525463"/>
          </a:xfrm>
        </p:spPr>
        <p:txBody>
          <a:bodyPr anchor="ctr">
            <a:noAutofit/>
          </a:bodyPr>
          <a:lstStyle>
            <a:lvl1pPr algn="l" defTabSz="914400" rtl="false" eaLnBrk="true" latinLnBrk="false" hangingPunct="true">
              <a:lnSpc>
                <a:spcPct val="80000"/>
              </a:lnSpc>
              <a:spcBef>
                <a:spcPct val="1"/>
              </a:spcBef>
              <a:buNone/>
              <a:defRPr lang="en-US" sz="38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j-cs"/>
              </a:defRPr>
            </a:lvl1pPr>
          </a:lstStyle>
          <a:p>
            <a:pPr/>
            <a:r>
              <a:rPr lang="en-US" altLang="zh-CN" noProof="false" err="true"/>
              <a:t>请输入标题</a:t>
            </a:r>
            <a:endParaRPr lang="en-US" noProof="false"/>
          </a:p>
        </p:txBody>
      </p:sp>
      <p:sp>
        <p:nvSpPr>
          <p:cNvPr id="922" name="Text Placeholder 8"/>
          <p:cNvSpPr>
            <a:spLocks noGrp="true"/>
          </p:cNvSpPr>
          <p:nvPr>
            <p:ph type="body" sz="quarter" idx="30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altLang="zh-CN" noProof="false" err="true"/>
              <a:t>来源</a:t>
            </a:r>
            <a:r>
              <a:rPr lang="zh-CN" altLang="en-US" noProof="false"/>
              <a:t>：</a:t>
            </a:r>
            <a:endParaRPr lang="en-US" altLang="zh-CN" noProof="false"/>
          </a:p>
        </p:txBody>
      </p:sp>
    </p:spTree>
  </p:cSld>
  <p:clrMapOvr>
    <a:masterClrMapping/>
  </p:clrMapOvr>
</p:sldLayout>
</file>

<file path=ppt/slideLayouts/slideLayout174.xml><?xml version="1.0" encoding="utf-8"?>
<p:sldLayout xmlns:a="http://schemas.openxmlformats.org/drawingml/2006/main" xmlns:p="http://schemas.openxmlformats.org/presentationml/2006/main">
  <p:cSld name="2_Content blocks 3 column small 3">
    <p:spTree>
      <p:nvGrpSpPr>
        <p:cNvPr id="9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925" name="Picture Placeholder 7"/>
          <p:cNvSpPr>
            <a:spLocks noGrp="true"/>
          </p:cNvSpPr>
          <p:nvPr>
            <p:ph type="pic" sz="quarter" idx="17" hasCustomPrompt="true"/>
          </p:nvPr>
        </p:nvSpPr>
        <p:spPr>
          <a:xfrm>
            <a:off x="507363" y="2562552"/>
            <a:ext cx="1493215" cy="1372840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单击插入图标</a:t>
            </a:r>
            <a:endParaRPr lang="en-US" altLang="zh-CN" noProof="false"/>
          </a:p>
        </p:txBody>
      </p:sp>
      <p:sp>
        <p:nvSpPr>
          <p:cNvPr id="926" name="Picture Placeholder 7"/>
          <p:cNvSpPr>
            <a:spLocks noGrp="true"/>
          </p:cNvSpPr>
          <p:nvPr>
            <p:ph type="pic" sz="quarter" idx="19" hasCustomPrompt="true"/>
          </p:nvPr>
        </p:nvSpPr>
        <p:spPr>
          <a:xfrm>
            <a:off x="4327362" y="2562552"/>
            <a:ext cx="1493215" cy="1372840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单击插入图标</a:t>
            </a:r>
            <a:endParaRPr lang="en-US" altLang="zh-CN" noProof="false"/>
          </a:p>
        </p:txBody>
      </p:sp>
      <p:sp>
        <p:nvSpPr>
          <p:cNvPr id="927" name="Picture Placeholder 7"/>
          <p:cNvSpPr>
            <a:spLocks noGrp="true"/>
          </p:cNvSpPr>
          <p:nvPr>
            <p:ph type="pic" sz="quarter" idx="22" hasCustomPrompt="true"/>
          </p:nvPr>
        </p:nvSpPr>
        <p:spPr>
          <a:xfrm>
            <a:off x="8129585" y="2562552"/>
            <a:ext cx="1493215" cy="1372840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单击插入图标</a:t>
            </a:r>
            <a:endParaRPr lang="en-US" altLang="zh-CN" noProof="false"/>
          </a:p>
        </p:txBody>
      </p:sp>
      <p:sp>
        <p:nvSpPr>
          <p:cNvPr id="928" name="Title 1"/>
          <p:cNvSpPr>
            <a:spLocks noGrp="true"/>
          </p:cNvSpPr>
          <p:nvPr>
            <p:ph type="title" hasCustomPrompt="true"/>
          </p:nvPr>
        </p:nvSpPr>
        <p:spPr>
          <a:xfrm>
            <a:off x="507365" y="500062"/>
            <a:ext cx="11186160" cy="525463"/>
          </a:xfrm>
        </p:spPr>
        <p:txBody>
          <a:bodyPr anchor="ctr">
            <a:noAutofit/>
          </a:bodyPr>
          <a:lstStyle>
            <a:lvl1pPr algn="l" defTabSz="914400" rtl="false" eaLnBrk="true" latinLnBrk="false" hangingPunct="true">
              <a:lnSpc>
                <a:spcPct val="80000"/>
              </a:lnSpc>
              <a:spcBef>
                <a:spcPct val="1"/>
              </a:spcBef>
              <a:buNone/>
              <a:defRPr lang="en-US" sz="38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j-cs"/>
              </a:defRPr>
            </a:lvl1pPr>
          </a:lstStyle>
          <a:p>
            <a:pPr/>
            <a:r>
              <a:rPr lang="en-US" altLang="zh-CN" noProof="false" err="true"/>
              <a:t>请输入标题</a:t>
            </a:r>
            <a:endParaRPr lang="en-US" noProof="false"/>
          </a:p>
        </p:txBody>
      </p:sp>
      <p:sp>
        <p:nvSpPr>
          <p:cNvPr id="929" name="Text Placeholder 8"/>
          <p:cNvSpPr>
            <a:spLocks noGrp="true"/>
          </p:cNvSpPr>
          <p:nvPr>
            <p:ph type="body" sz="quarter" idx="24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altLang="zh-CN" noProof="false" err="true"/>
              <a:t>来源</a:t>
            </a:r>
            <a:r>
              <a:rPr lang="zh-CN" altLang="en-US" noProof="false"/>
              <a:t>：</a:t>
            </a:r>
            <a:endParaRPr lang="en-US" altLang="zh-CN" noProof="false"/>
          </a:p>
        </p:txBody>
      </p:sp>
      <p:sp>
        <p:nvSpPr>
          <p:cNvPr id="930" name="Text Placeholder 12"/>
          <p:cNvSpPr>
            <a:spLocks noGrp="true"/>
          </p:cNvSpPr>
          <p:nvPr>
            <p:ph type="body" sz="quarter" idx="31" hasCustomPrompt="true"/>
          </p:nvPr>
        </p:nvSpPr>
        <p:spPr>
          <a:xfrm>
            <a:off x="498473" y="4218148"/>
            <a:ext cx="3574840" cy="1369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lang="en-US" sz="1100" b="false" i="false" kern="1200" cap="all" spc="150" baseline="0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sz="1200"/>
            </a:lvl3pPr>
          </a:lstStyle>
          <a:p>
            <a:pPr lvl="0"/>
            <a:r>
              <a:rPr lang="en-US" noProof="false" err="true"/>
              <a:t>请输入副标题</a:t>
            </a:r>
            <a:endParaRPr lang="en-US" noProof="false"/>
          </a:p>
        </p:txBody>
      </p:sp>
      <p:sp>
        <p:nvSpPr>
          <p:cNvPr id="931" name="Text Placeholder 5"/>
          <p:cNvSpPr>
            <a:spLocks noGrp="true"/>
          </p:cNvSpPr>
          <p:nvPr>
            <p:ph type="body" sz="quarter" idx="32" hasCustomPrompt="true"/>
          </p:nvPr>
        </p:nvSpPr>
        <p:spPr>
          <a:xfrm>
            <a:off x="496462" y="4414214"/>
            <a:ext cx="3574840" cy="1224586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lang="en-US" altLang="en-US" sz="30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noProof="false" err="true"/>
              <a:t>请输入标题</a:t>
            </a:r>
            <a:endParaRPr lang="en-US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noProof="false" err="true"/>
              <a:t>请输入标题</a:t>
            </a:r>
            <a:endParaRPr lang="en-US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noProof="false" err="true"/>
              <a:t>请输入标题</a:t>
            </a:r>
            <a:endParaRPr lang="en-US" noProof="false"/>
          </a:p>
        </p:txBody>
      </p:sp>
      <p:sp>
        <p:nvSpPr>
          <p:cNvPr id="932" name="Text Placeholder 12"/>
          <p:cNvSpPr>
            <a:spLocks noGrp="true"/>
          </p:cNvSpPr>
          <p:nvPr>
            <p:ph type="body" sz="quarter" idx="34" hasCustomPrompt="true"/>
          </p:nvPr>
        </p:nvSpPr>
        <p:spPr>
          <a:xfrm>
            <a:off x="4304346" y="4218148"/>
            <a:ext cx="3574840" cy="1369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lang="en-US" sz="1100" b="false" i="false" kern="1200" cap="all" spc="150" baseline="0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sz="1200"/>
            </a:lvl3pPr>
          </a:lstStyle>
          <a:p>
            <a:pPr lvl="0"/>
            <a:r>
              <a:rPr lang="en-US" altLang="zh-CN" noProof="false" err="true"/>
              <a:t>请输入副标题</a:t>
            </a:r>
            <a:endParaRPr lang="en-US" altLang="zh-CN" noProof="false"/>
          </a:p>
        </p:txBody>
      </p:sp>
      <p:sp>
        <p:nvSpPr>
          <p:cNvPr id="933" name="Text Placeholder 5"/>
          <p:cNvSpPr>
            <a:spLocks noGrp="true"/>
          </p:cNvSpPr>
          <p:nvPr>
            <p:ph type="body" sz="quarter" idx="35" hasCustomPrompt="true"/>
          </p:nvPr>
        </p:nvSpPr>
        <p:spPr>
          <a:xfrm>
            <a:off x="4302335" y="4414214"/>
            <a:ext cx="3574840" cy="1224586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lang="en-US" altLang="zh-CN" sz="30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请输入标题</a:t>
            </a:r>
            <a:endParaRPr lang="en-US" altLang="zh-CN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请输入标题</a:t>
            </a:r>
            <a:endParaRPr lang="en-US" altLang="zh-CN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请输入标题</a:t>
            </a:r>
            <a:endParaRPr lang="en-US" altLang="zh-CN" noProof="false"/>
          </a:p>
        </p:txBody>
      </p:sp>
      <p:sp>
        <p:nvSpPr>
          <p:cNvPr id="934" name="Text Placeholder 12"/>
          <p:cNvSpPr>
            <a:spLocks noGrp="true"/>
          </p:cNvSpPr>
          <p:nvPr>
            <p:ph type="body" sz="quarter" idx="37" hasCustomPrompt="true"/>
          </p:nvPr>
        </p:nvSpPr>
        <p:spPr>
          <a:xfrm>
            <a:off x="8109795" y="4218148"/>
            <a:ext cx="3574840" cy="1369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lang="en-US" sz="1100" b="false" i="false" kern="1200" cap="all" spc="150" baseline="0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sz="1200"/>
            </a:lvl3pPr>
          </a:lstStyle>
          <a:p>
            <a:pPr lvl="0"/>
            <a:r>
              <a:rPr lang="en-US" altLang="zh-CN" noProof="false" err="true"/>
              <a:t>请输入副标题</a:t>
            </a:r>
            <a:endParaRPr lang="en-US" altLang="zh-CN" noProof="false"/>
          </a:p>
        </p:txBody>
      </p:sp>
      <p:sp>
        <p:nvSpPr>
          <p:cNvPr id="935" name="Text Placeholder 5"/>
          <p:cNvSpPr>
            <a:spLocks noGrp="true"/>
          </p:cNvSpPr>
          <p:nvPr>
            <p:ph type="body" sz="quarter" idx="38" hasCustomPrompt="true"/>
          </p:nvPr>
        </p:nvSpPr>
        <p:spPr>
          <a:xfrm>
            <a:off x="8107784" y="4414214"/>
            <a:ext cx="3574840" cy="1224586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lang="en-US" altLang="zh-CN" sz="30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请输入标题</a:t>
            </a:r>
            <a:endParaRPr lang="en-US" altLang="zh-CN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请输入标题</a:t>
            </a:r>
            <a:endParaRPr lang="en-US" altLang="zh-CN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请输入标题</a:t>
            </a:r>
            <a:endParaRPr lang="en-US" altLang="zh-CN" noProof="false"/>
          </a:p>
        </p:txBody>
      </p:sp>
    </p:spTree>
  </p:cSld>
  <p:clrMapOvr>
    <a:masterClrMapping/>
  </p:clrMapOvr>
</p:sldLayout>
</file>

<file path=ppt/slideLayouts/slideLayout175.xml><?xml version="1.0" encoding="utf-8"?>
<p:sldLayout xmlns:a="http://schemas.openxmlformats.org/drawingml/2006/main" xmlns:p="http://schemas.openxmlformats.org/presentationml/2006/main">
  <p:cSld name="Content blocks 3 column small 3">
    <p:spTree>
      <p:nvGrpSpPr>
        <p:cNvPr id="9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938" name="Picture Placeholder 7"/>
          <p:cNvSpPr>
            <a:spLocks noGrp="true"/>
          </p:cNvSpPr>
          <p:nvPr>
            <p:ph type="pic" sz="quarter" idx="17" hasCustomPrompt="true"/>
          </p:nvPr>
        </p:nvSpPr>
        <p:spPr>
          <a:xfrm>
            <a:off x="507363" y="2562552"/>
            <a:ext cx="1493215" cy="1372840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单击插入图标</a:t>
            </a:r>
            <a:endParaRPr lang="en-US" altLang="zh-CN" noProof="false"/>
          </a:p>
        </p:txBody>
      </p:sp>
      <p:sp>
        <p:nvSpPr>
          <p:cNvPr id="939" name="Picture Placeholder 7"/>
          <p:cNvSpPr>
            <a:spLocks noGrp="true"/>
          </p:cNvSpPr>
          <p:nvPr>
            <p:ph type="pic" sz="quarter" idx="19" hasCustomPrompt="true"/>
          </p:nvPr>
        </p:nvSpPr>
        <p:spPr>
          <a:xfrm>
            <a:off x="4327362" y="2562552"/>
            <a:ext cx="1493215" cy="1372840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单击插入图标</a:t>
            </a:r>
            <a:endParaRPr lang="en-US" altLang="zh-CN" noProof="false"/>
          </a:p>
        </p:txBody>
      </p:sp>
      <p:sp>
        <p:nvSpPr>
          <p:cNvPr id="940" name="Picture Placeholder 7"/>
          <p:cNvSpPr>
            <a:spLocks noGrp="true"/>
          </p:cNvSpPr>
          <p:nvPr>
            <p:ph type="pic" sz="quarter" idx="22" hasCustomPrompt="true"/>
          </p:nvPr>
        </p:nvSpPr>
        <p:spPr>
          <a:xfrm>
            <a:off x="8129585" y="2562552"/>
            <a:ext cx="1493215" cy="1372840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单击插入图标</a:t>
            </a:r>
            <a:endParaRPr lang="en-US" altLang="zh-CN" noProof="false"/>
          </a:p>
        </p:txBody>
      </p:sp>
      <p:sp>
        <p:nvSpPr>
          <p:cNvPr id="941" name="Title 1"/>
          <p:cNvSpPr>
            <a:spLocks noGrp="true"/>
          </p:cNvSpPr>
          <p:nvPr>
            <p:ph type="title" hasCustomPrompt="true"/>
          </p:nvPr>
        </p:nvSpPr>
        <p:spPr>
          <a:xfrm>
            <a:off x="507365" y="500062"/>
            <a:ext cx="11186160" cy="525463"/>
          </a:xfrm>
        </p:spPr>
        <p:txBody>
          <a:bodyPr anchor="ctr">
            <a:noAutofit/>
          </a:bodyPr>
          <a:lstStyle>
            <a:lvl1pPr algn="l" defTabSz="914400" rtl="false" eaLnBrk="true" latinLnBrk="false" hangingPunct="true">
              <a:lnSpc>
                <a:spcPct val="80000"/>
              </a:lnSpc>
              <a:spcBef>
                <a:spcPct val="1"/>
              </a:spcBef>
              <a:buNone/>
              <a:defRPr lang="en-US" sz="38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j-cs"/>
              </a:defRPr>
            </a:lvl1pPr>
          </a:lstStyle>
          <a:p>
            <a:pPr/>
            <a:r>
              <a:rPr lang="en-US" altLang="zh-CN" noProof="false" err="true"/>
              <a:t>请输入标题</a:t>
            </a:r>
            <a:endParaRPr lang="en-US" noProof="false"/>
          </a:p>
        </p:txBody>
      </p:sp>
      <p:sp>
        <p:nvSpPr>
          <p:cNvPr id="942" name="Text Placeholder 8"/>
          <p:cNvSpPr>
            <a:spLocks noGrp="true"/>
          </p:cNvSpPr>
          <p:nvPr>
            <p:ph type="body" sz="quarter" idx="24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altLang="zh-CN" noProof="false" err="true"/>
              <a:t>来源</a:t>
            </a:r>
            <a:r>
              <a:rPr lang="zh-CN" altLang="en-US" noProof="false"/>
              <a:t>：</a:t>
            </a:r>
            <a:endParaRPr lang="en-US" altLang="zh-CN" noProof="false"/>
          </a:p>
        </p:txBody>
      </p:sp>
      <p:sp>
        <p:nvSpPr>
          <p:cNvPr id="943" name="Text Placeholder 12"/>
          <p:cNvSpPr>
            <a:spLocks noGrp="true"/>
          </p:cNvSpPr>
          <p:nvPr>
            <p:ph type="body" sz="quarter" idx="31" hasCustomPrompt="true"/>
          </p:nvPr>
        </p:nvSpPr>
        <p:spPr>
          <a:xfrm>
            <a:off x="498473" y="4218148"/>
            <a:ext cx="3574840" cy="1369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lang="en-US" sz="1100" b="false" i="false" kern="1200" cap="all" spc="150" baseline="0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sz="1200"/>
            </a:lvl3pPr>
          </a:lstStyle>
          <a:p>
            <a:pPr lvl="0"/>
            <a:r>
              <a:rPr lang="en-US" altLang="zh-CN" noProof="false" err="true"/>
              <a:t>请输入副标题</a:t>
            </a:r>
            <a:endParaRPr lang="en-US" altLang="zh-CN" noProof="false"/>
          </a:p>
        </p:txBody>
      </p:sp>
      <p:sp>
        <p:nvSpPr>
          <p:cNvPr id="944" name="Text Placeholder 5"/>
          <p:cNvSpPr>
            <a:spLocks noGrp="true"/>
          </p:cNvSpPr>
          <p:nvPr>
            <p:ph type="body" sz="quarter" idx="32" hasCustomPrompt="true"/>
          </p:nvPr>
        </p:nvSpPr>
        <p:spPr>
          <a:xfrm>
            <a:off x="496462" y="4414214"/>
            <a:ext cx="3574840" cy="759218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lang="en-US" sz="32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lvl="0" indent="0" algn="l" defTabSz="914400" rtl="false" eaLnBrk="true" latinLnBrk="false" hangingPunct="true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noProof="false" err="true"/>
              <a:t>请输入标题</a:t>
            </a:r>
            <a:endParaRPr lang="en-US" noProof="false"/>
          </a:p>
          <a:p>
            <a:pPr marL="0" lvl="0" indent="0" algn="l" defTabSz="914400" rtl="false" eaLnBrk="true" latinLnBrk="false" hangingPunct="true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noProof="false" err="true"/>
              <a:t>请输入标题</a:t>
            </a:r>
            <a:endParaRPr lang="en-US" noProof="false"/>
          </a:p>
        </p:txBody>
      </p:sp>
      <p:sp>
        <p:nvSpPr>
          <p:cNvPr id="945" name="Text Placeholder 12"/>
          <p:cNvSpPr>
            <a:spLocks noGrp="true"/>
          </p:cNvSpPr>
          <p:nvPr>
            <p:ph type="body" sz="quarter" idx="33" hasCustomPrompt="true"/>
          </p:nvPr>
        </p:nvSpPr>
        <p:spPr>
          <a:xfrm>
            <a:off x="496462" y="5323351"/>
            <a:ext cx="3574840" cy="75921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00" b="false" i="false" kern="1200" cap="none" spc="0" baseline="0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lang="en-GB" sz="1200" kern="1200" dirty="fals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noProof="false" err="true"/>
              <a:t>请输入正文内容</a:t>
            </a:r>
            <a:endParaRPr lang="en-US" noProof="false"/>
          </a:p>
        </p:txBody>
      </p:sp>
      <p:sp>
        <p:nvSpPr>
          <p:cNvPr id="946" name="Text Placeholder 12"/>
          <p:cNvSpPr>
            <a:spLocks noGrp="true"/>
          </p:cNvSpPr>
          <p:nvPr>
            <p:ph type="body" sz="quarter" idx="34" hasCustomPrompt="true"/>
          </p:nvPr>
        </p:nvSpPr>
        <p:spPr>
          <a:xfrm>
            <a:off x="4304346" y="4218148"/>
            <a:ext cx="3574840" cy="1369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lang="en-US" sz="1100" b="false" i="false" kern="1200" cap="all" spc="150" baseline="0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sz="1200"/>
            </a:lvl3pPr>
          </a:lstStyle>
          <a:p>
            <a:pPr lvl="0"/>
            <a:r>
              <a:rPr lang="en-US" altLang="zh-CN" noProof="false" err="true"/>
              <a:t>请输入副标题</a:t>
            </a:r>
            <a:endParaRPr lang="en-US" altLang="zh-CN" noProof="false"/>
          </a:p>
        </p:txBody>
      </p:sp>
      <p:sp>
        <p:nvSpPr>
          <p:cNvPr id="947" name="Text Placeholder 5"/>
          <p:cNvSpPr>
            <a:spLocks noGrp="true"/>
          </p:cNvSpPr>
          <p:nvPr>
            <p:ph type="body" sz="quarter" idx="35" hasCustomPrompt="true"/>
          </p:nvPr>
        </p:nvSpPr>
        <p:spPr>
          <a:xfrm>
            <a:off x="4302335" y="4414214"/>
            <a:ext cx="3574840" cy="759218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lang="en-US" sz="32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lvl="0" indent="0" algn="l" defTabSz="914400" rtl="false" eaLnBrk="true" latinLnBrk="false" hangingPunct="true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请输入标题</a:t>
            </a:r>
            <a:endParaRPr lang="en-US" altLang="zh-CN" noProof="false"/>
          </a:p>
          <a:p>
            <a:pPr marL="0" lvl="0" indent="0" algn="l" defTabSz="914400" rtl="false" eaLnBrk="true" latinLnBrk="false" hangingPunct="true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请输入标题</a:t>
            </a:r>
            <a:endParaRPr lang="en-US" altLang="zh-CN" noProof="false"/>
          </a:p>
        </p:txBody>
      </p:sp>
      <p:sp>
        <p:nvSpPr>
          <p:cNvPr id="948" name="Text Placeholder 12"/>
          <p:cNvSpPr>
            <a:spLocks noGrp="true"/>
          </p:cNvSpPr>
          <p:nvPr>
            <p:ph type="body" sz="quarter" idx="36" hasCustomPrompt="true"/>
          </p:nvPr>
        </p:nvSpPr>
        <p:spPr>
          <a:xfrm>
            <a:off x="4302335" y="5323351"/>
            <a:ext cx="3574840" cy="75921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00" b="false" i="false" kern="1200" cap="none" spc="0" baseline="0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lang="en-GB" sz="1200" kern="1200" dirty="fals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请输入正文内容</a:t>
            </a:r>
            <a:endParaRPr lang="en-US" altLang="zh-CN" noProof="false"/>
          </a:p>
        </p:txBody>
      </p:sp>
      <p:sp>
        <p:nvSpPr>
          <p:cNvPr id="949" name="Text Placeholder 12"/>
          <p:cNvSpPr>
            <a:spLocks noGrp="true"/>
          </p:cNvSpPr>
          <p:nvPr>
            <p:ph type="body" sz="quarter" idx="37" hasCustomPrompt="true"/>
          </p:nvPr>
        </p:nvSpPr>
        <p:spPr>
          <a:xfrm>
            <a:off x="8109795" y="4218148"/>
            <a:ext cx="3574840" cy="1369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lang="en-US" sz="1100" b="false" i="false" kern="1200" cap="all" spc="150" baseline="0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sz="1200"/>
            </a:lvl3pPr>
          </a:lstStyle>
          <a:p>
            <a:pPr lvl="0"/>
            <a:r>
              <a:rPr lang="en-US" altLang="zh-CN" noProof="false" err="true"/>
              <a:t>请输入副标题</a:t>
            </a:r>
            <a:endParaRPr lang="en-US" altLang="zh-CN" noProof="false"/>
          </a:p>
        </p:txBody>
      </p:sp>
      <p:sp>
        <p:nvSpPr>
          <p:cNvPr id="950" name="Text Placeholder 5"/>
          <p:cNvSpPr>
            <a:spLocks noGrp="true"/>
          </p:cNvSpPr>
          <p:nvPr>
            <p:ph type="body" sz="quarter" idx="38" hasCustomPrompt="true"/>
          </p:nvPr>
        </p:nvSpPr>
        <p:spPr>
          <a:xfrm>
            <a:off x="8107784" y="4414214"/>
            <a:ext cx="3574840" cy="759218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lang="en-US" sz="32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lvl="0" indent="0" algn="l" defTabSz="914400" rtl="false" eaLnBrk="true" latinLnBrk="false" hangingPunct="true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请输入标题</a:t>
            </a:r>
            <a:endParaRPr lang="en-US" altLang="zh-CN" noProof="false"/>
          </a:p>
          <a:p>
            <a:pPr marL="0" lvl="0" indent="0" algn="l" defTabSz="914400" rtl="false" eaLnBrk="true" latinLnBrk="false" hangingPunct="true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请输入标题</a:t>
            </a:r>
            <a:endParaRPr lang="en-US" altLang="zh-CN" noProof="false"/>
          </a:p>
        </p:txBody>
      </p:sp>
      <p:sp>
        <p:nvSpPr>
          <p:cNvPr id="951" name="Text Placeholder 12"/>
          <p:cNvSpPr>
            <a:spLocks noGrp="true"/>
          </p:cNvSpPr>
          <p:nvPr>
            <p:ph type="body" sz="quarter" idx="39" hasCustomPrompt="true"/>
          </p:nvPr>
        </p:nvSpPr>
        <p:spPr>
          <a:xfrm>
            <a:off x="8107784" y="5323351"/>
            <a:ext cx="3574840" cy="75921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00" b="false" i="false" kern="1200" cap="none" spc="0" baseline="0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lang="en-GB" sz="1200" kern="1200" dirty="fals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请输入正文内容</a:t>
            </a:r>
            <a:endParaRPr lang="en-US" altLang="zh-CN" noProof="false"/>
          </a:p>
        </p:txBody>
      </p:sp>
    </p:spTree>
  </p:cSld>
  <p:clrMapOvr>
    <a:masterClrMapping/>
  </p:clrMapOvr>
</p:sldLayout>
</file>

<file path=ppt/slideLayouts/slideLayout176.xml><?xml version="1.0" encoding="utf-8"?>
<p:sldLayout xmlns:a="http://schemas.openxmlformats.org/drawingml/2006/main" xmlns:p="http://schemas.openxmlformats.org/presentationml/2006/main">
  <p:cSld name="1_Content blocks 3 column small 2">
    <p:bg>
      <p:bgPr>
        <a:solidFill>
          <a:schemeClr val="tx1"/>
        </a:solidFill>
        <a:effectLst/>
      </p:bgPr>
    </p:bg>
    <p:spTree>
      <p:nvGrpSpPr>
        <p:cNvPr id="9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954" name="Picture Placeholder 7"/>
          <p:cNvSpPr>
            <a:spLocks noGrp="true"/>
          </p:cNvSpPr>
          <p:nvPr>
            <p:ph type="pic" sz="quarter" idx="17" hasCustomPrompt="true"/>
          </p:nvPr>
        </p:nvSpPr>
        <p:spPr>
          <a:xfrm>
            <a:off x="507363" y="2562552"/>
            <a:ext cx="1493215" cy="1372840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单击插入图标</a:t>
            </a:r>
            <a:endParaRPr lang="zh-TW" altLang="en-US" noProof="false"/>
          </a:p>
        </p:txBody>
      </p:sp>
      <p:sp>
        <p:nvSpPr>
          <p:cNvPr id="955" name="Text Placeholder 10"/>
          <p:cNvSpPr>
            <a:spLocks noGrp="true"/>
          </p:cNvSpPr>
          <p:nvPr>
            <p:ph type="body" sz="quarter" idx="19" hasCustomPrompt="true"/>
          </p:nvPr>
        </p:nvSpPr>
        <p:spPr>
          <a:xfrm>
            <a:off x="498475" y="5128696"/>
            <a:ext cx="3549604" cy="856484"/>
          </a:xfrm>
        </p:spPr>
        <p:txBody>
          <a:bodyPr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lang="en-US" altLang="zh-TW" sz="3000" b="true" i="false" kern="1200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  <a:lvl2pPr marL="457200" indent="0">
              <a:lnSpc>
                <a:spcPct val="80000"/>
              </a:lnSpc>
              <a:spcBef>
                <a:spcPts val="0"/>
              </a:spcBef>
              <a:buNone/>
              <a:defRPr sz="3200" b="false" i="false">
                <a:solidFill>
                  <a:schemeClr val="bg1"/>
                </a:solidFill>
                <a:latin typeface="Noto Sans S Chinese Regular" panose="020B0500000000000000" pitchFamily="34" charset="-128"/>
              </a:defRPr>
            </a:lvl2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en-US" altLang="zh-TW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en-US" altLang="zh-TW" noProof="false"/>
          </a:p>
        </p:txBody>
      </p:sp>
      <p:sp>
        <p:nvSpPr>
          <p:cNvPr id="956" name="Text Placeholder 8"/>
          <p:cNvSpPr>
            <a:spLocks noGrp="true"/>
          </p:cNvSpPr>
          <p:nvPr>
            <p:ph type="body" sz="quarter" idx="21" hasCustomPrompt="true"/>
          </p:nvPr>
        </p:nvSpPr>
        <p:spPr>
          <a:xfrm>
            <a:off x="506640" y="4250254"/>
            <a:ext cx="3555774" cy="756000"/>
          </a:xfrm>
        </p:spPr>
        <p:txBody>
          <a:bodyPr>
            <a:noAutofit/>
          </a:bodyPr>
          <a:lstStyle>
            <a:lvl1pPr marL="0" indent="0">
              <a:buNone/>
              <a:defRPr sz="6000" b="true" i="false">
                <a:solidFill>
                  <a:srgbClr val="FF6200"/>
                </a:solidFill>
                <a:latin typeface="+mj-lt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false"/>
              <a:t>#$%</a:t>
            </a:r>
            <a:endParaRPr lang="en-US" noProof="false"/>
          </a:p>
        </p:txBody>
      </p:sp>
      <p:sp>
        <p:nvSpPr>
          <p:cNvPr id="957" name="Picture Placeholder 7"/>
          <p:cNvSpPr>
            <a:spLocks noGrp="true"/>
          </p:cNvSpPr>
          <p:nvPr>
            <p:ph type="pic" sz="quarter" idx="23" hasCustomPrompt="true"/>
          </p:nvPr>
        </p:nvSpPr>
        <p:spPr>
          <a:xfrm>
            <a:off x="4322124" y="2562552"/>
            <a:ext cx="1493215" cy="1372840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单击插入图标</a:t>
            </a:r>
            <a:endParaRPr lang="zh-TW" altLang="en-US" noProof="false"/>
          </a:p>
        </p:txBody>
      </p:sp>
      <p:sp>
        <p:nvSpPr>
          <p:cNvPr id="958" name="Text Placeholder 10"/>
          <p:cNvSpPr>
            <a:spLocks noGrp="true"/>
          </p:cNvSpPr>
          <p:nvPr>
            <p:ph type="body" sz="quarter" idx="24" hasCustomPrompt="true"/>
          </p:nvPr>
        </p:nvSpPr>
        <p:spPr>
          <a:xfrm>
            <a:off x="4313236" y="5128696"/>
            <a:ext cx="3549604" cy="856484"/>
          </a:xfrm>
        </p:spPr>
        <p:txBody>
          <a:bodyPr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lang="zh-TW" altLang="en-US" sz="3000" b="true" i="false" kern="1200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  <a:lvl2pPr marL="457200" indent="0">
              <a:lnSpc>
                <a:spcPct val="80000"/>
              </a:lnSpc>
              <a:spcBef>
                <a:spcPts val="0"/>
              </a:spcBef>
              <a:buNone/>
              <a:defRPr sz="3200" b="false" i="false">
                <a:solidFill>
                  <a:schemeClr val="bg1"/>
                </a:solidFill>
                <a:latin typeface="Noto Sans S Chinese Regular" panose="020B0500000000000000" pitchFamily="34" charset="-128"/>
              </a:defRPr>
            </a:lvl2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en-US" altLang="zh-TW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zh-TW" altLang="en-US" noProof="false"/>
          </a:p>
          <a:p>
            <a:pPr marL="0" lvl="0" indent="0" algn="l" defTabSz="914400" rtl="false" eaLnBrk="true" latinLnBrk="false" hangingPunct="true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noProof="false"/>
          </a:p>
        </p:txBody>
      </p:sp>
      <p:sp>
        <p:nvSpPr>
          <p:cNvPr id="959" name="Text Placeholder 8"/>
          <p:cNvSpPr>
            <a:spLocks noGrp="true"/>
          </p:cNvSpPr>
          <p:nvPr>
            <p:ph type="body" sz="quarter" idx="25" hasCustomPrompt="true"/>
          </p:nvPr>
        </p:nvSpPr>
        <p:spPr>
          <a:xfrm>
            <a:off x="4321401" y="4250254"/>
            <a:ext cx="3555774" cy="756000"/>
          </a:xfrm>
        </p:spPr>
        <p:txBody>
          <a:bodyPr>
            <a:noAutofit/>
          </a:bodyPr>
          <a:lstStyle>
            <a:lvl1pPr marL="0" indent="0">
              <a:buNone/>
              <a:defRPr lang="en-US" sz="6000" b="true" i="false" kern="1200" noProof="false" dirty="false">
                <a:solidFill>
                  <a:srgbClr val="FF6200"/>
                </a:solidFill>
                <a:latin typeface="+mj-lt"/>
                <a:ea typeface="Noto Sans S Chinese Regular" panose="020B0500000000000000" pitchFamily="34" charset="-128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noProof="false"/>
              <a:t>#$%</a:t>
            </a:r>
            <a:endParaRPr lang="en-US" noProof="false"/>
          </a:p>
        </p:txBody>
      </p:sp>
      <p:sp>
        <p:nvSpPr>
          <p:cNvPr id="960" name="Picture Placeholder 7"/>
          <p:cNvSpPr>
            <a:spLocks noGrp="true"/>
          </p:cNvSpPr>
          <p:nvPr>
            <p:ph type="pic" sz="quarter" idx="27" hasCustomPrompt="true"/>
          </p:nvPr>
        </p:nvSpPr>
        <p:spPr>
          <a:xfrm>
            <a:off x="8130715" y="2562552"/>
            <a:ext cx="1493215" cy="1372840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单击插入图标</a:t>
            </a:r>
            <a:endParaRPr lang="zh-TW" altLang="en-US" noProof="false"/>
          </a:p>
        </p:txBody>
      </p:sp>
      <p:sp>
        <p:nvSpPr>
          <p:cNvPr id="961" name="Text Placeholder 10"/>
          <p:cNvSpPr>
            <a:spLocks noGrp="true"/>
          </p:cNvSpPr>
          <p:nvPr>
            <p:ph type="body" sz="quarter" idx="28" hasCustomPrompt="true"/>
          </p:nvPr>
        </p:nvSpPr>
        <p:spPr>
          <a:xfrm>
            <a:off x="8121827" y="5128696"/>
            <a:ext cx="3549604" cy="856484"/>
          </a:xfrm>
        </p:spPr>
        <p:txBody>
          <a:bodyPr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lang="zh-TW" altLang="en-US" sz="3000" b="true" i="false" kern="1200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  <a:lvl2pPr marL="457200" indent="0">
              <a:lnSpc>
                <a:spcPct val="80000"/>
              </a:lnSpc>
              <a:spcBef>
                <a:spcPts val="0"/>
              </a:spcBef>
              <a:buNone/>
              <a:defRPr sz="3200" b="false" i="false">
                <a:solidFill>
                  <a:schemeClr val="bg1"/>
                </a:solidFill>
                <a:latin typeface="Noto Sans S Chinese Regular" panose="020B0500000000000000" pitchFamily="34" charset="-128"/>
              </a:defRPr>
            </a:lvl2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en-US" altLang="zh-TW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zh-TW" altLang="en-US" noProof="false"/>
          </a:p>
        </p:txBody>
      </p:sp>
      <p:sp>
        <p:nvSpPr>
          <p:cNvPr id="962" name="Text Placeholder 8"/>
          <p:cNvSpPr>
            <a:spLocks noGrp="true"/>
          </p:cNvSpPr>
          <p:nvPr>
            <p:ph type="body" sz="quarter" idx="29" hasCustomPrompt="true"/>
          </p:nvPr>
        </p:nvSpPr>
        <p:spPr>
          <a:xfrm>
            <a:off x="8129992" y="4250254"/>
            <a:ext cx="3555774" cy="756000"/>
          </a:xfrm>
        </p:spPr>
        <p:txBody>
          <a:bodyPr>
            <a:noAutofit/>
          </a:bodyPr>
          <a:lstStyle>
            <a:lvl1pPr marL="0" indent="0">
              <a:buNone/>
              <a:defRPr lang="en-US" sz="6000" b="true" i="false" kern="1200" noProof="false" dirty="false">
                <a:solidFill>
                  <a:srgbClr val="FF6200"/>
                </a:solidFill>
                <a:latin typeface="+mj-lt"/>
                <a:ea typeface="Noto Sans S Chinese Regular" panose="020B0500000000000000" pitchFamily="34" charset="-128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noProof="false"/>
              <a:t>#$%</a:t>
            </a:r>
            <a:endParaRPr lang="en-US" noProof="false"/>
          </a:p>
        </p:txBody>
      </p:sp>
      <p:sp>
        <p:nvSpPr>
          <p:cNvPr id="963" name="Title 1"/>
          <p:cNvSpPr>
            <a:spLocks noGrp="true"/>
          </p:cNvSpPr>
          <p:nvPr>
            <p:ph type="title" hasCustomPrompt="true"/>
          </p:nvPr>
        </p:nvSpPr>
        <p:spPr>
          <a:xfrm>
            <a:off x="507365" y="500062"/>
            <a:ext cx="11186160" cy="525463"/>
          </a:xfrm>
        </p:spPr>
        <p:txBody>
          <a:bodyPr anchor="ctr">
            <a:noAutofit/>
          </a:bodyPr>
          <a:lstStyle>
            <a:lvl1pPr>
              <a:defRPr sz="3800">
                <a:solidFill>
                  <a:schemeClr val="bg1"/>
                </a:solidFill>
              </a:defRPr>
            </a:lvl1pPr>
          </a:lstStyle>
          <a:p>
            <a:pPr/>
            <a:r>
              <a:rPr lang="en-US" altLang="zh-CN" noProof="false" err="true"/>
              <a:t>请输入标题</a:t>
            </a:r>
            <a:endParaRPr lang="en-US" noProof="false"/>
          </a:p>
        </p:txBody>
      </p:sp>
      <p:sp>
        <p:nvSpPr>
          <p:cNvPr id="964" name="Text Placeholder 8"/>
          <p:cNvSpPr>
            <a:spLocks noGrp="true"/>
          </p:cNvSpPr>
          <p:nvPr>
            <p:ph type="body" sz="quarter" idx="30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noProof="false" err="true"/>
              <a:t>来源</a:t>
            </a:r>
            <a:r>
              <a:rPr lang="zh-CN" altLang="en-US" noProof="false"/>
              <a:t>：</a:t>
            </a:r>
            <a:endParaRPr lang="en-US" noProof="false"/>
          </a:p>
        </p:txBody>
      </p:sp>
    </p:spTree>
  </p:cSld>
  <p:clrMapOvr>
    <a:masterClrMapping/>
  </p:clrMapOvr>
</p:sldLayout>
</file>

<file path=ppt/slideLayouts/slideLayout177.xml><?xml version="1.0" encoding="utf-8"?>
<p:sldLayout xmlns:a="http://schemas.openxmlformats.org/drawingml/2006/main" xmlns:p="http://schemas.openxmlformats.org/presentationml/2006/main">
  <p:cSld name="3_Content blocks 3 column small 3">
    <p:bg>
      <p:bgPr>
        <a:solidFill>
          <a:schemeClr val="tx1"/>
        </a:solidFill>
        <a:effectLst/>
      </p:bgPr>
    </p:bg>
    <p:spTree>
      <p:nvGrpSpPr>
        <p:cNvPr id="9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967" name="Picture Placeholder 7"/>
          <p:cNvSpPr>
            <a:spLocks noGrp="true"/>
          </p:cNvSpPr>
          <p:nvPr>
            <p:ph type="pic" sz="quarter" idx="17" hasCustomPrompt="true"/>
          </p:nvPr>
        </p:nvSpPr>
        <p:spPr>
          <a:xfrm>
            <a:off x="507363" y="2562552"/>
            <a:ext cx="1493215" cy="1372840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单击插入图标</a:t>
            </a:r>
            <a:endParaRPr lang="zh-TW" altLang="en-US" noProof="false"/>
          </a:p>
        </p:txBody>
      </p:sp>
      <p:sp>
        <p:nvSpPr>
          <p:cNvPr id="968" name="Picture Placeholder 7"/>
          <p:cNvSpPr>
            <a:spLocks noGrp="true"/>
          </p:cNvSpPr>
          <p:nvPr>
            <p:ph type="pic" sz="quarter" idx="19" hasCustomPrompt="true"/>
          </p:nvPr>
        </p:nvSpPr>
        <p:spPr>
          <a:xfrm>
            <a:off x="4327362" y="2562552"/>
            <a:ext cx="1493215" cy="1372840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单击插入图标</a:t>
            </a:r>
            <a:endParaRPr lang="zh-TW" altLang="en-US" noProof="false"/>
          </a:p>
        </p:txBody>
      </p:sp>
      <p:sp>
        <p:nvSpPr>
          <p:cNvPr id="969" name="Picture Placeholder 7"/>
          <p:cNvSpPr>
            <a:spLocks noGrp="true"/>
          </p:cNvSpPr>
          <p:nvPr>
            <p:ph type="pic" sz="quarter" idx="22" hasCustomPrompt="true"/>
          </p:nvPr>
        </p:nvSpPr>
        <p:spPr>
          <a:xfrm>
            <a:off x="8129585" y="2562552"/>
            <a:ext cx="1493215" cy="1372840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单击插入图标</a:t>
            </a:r>
            <a:endParaRPr lang="zh-TW" altLang="en-US" noProof="false"/>
          </a:p>
        </p:txBody>
      </p:sp>
      <p:sp>
        <p:nvSpPr>
          <p:cNvPr id="970" name="Title 1"/>
          <p:cNvSpPr>
            <a:spLocks noGrp="true"/>
          </p:cNvSpPr>
          <p:nvPr>
            <p:ph type="title" hasCustomPrompt="true"/>
          </p:nvPr>
        </p:nvSpPr>
        <p:spPr>
          <a:xfrm>
            <a:off x="507365" y="500062"/>
            <a:ext cx="11186160" cy="525463"/>
          </a:xfrm>
        </p:spPr>
        <p:txBody>
          <a:bodyPr anchor="ctr">
            <a:noAutofit/>
          </a:bodyPr>
          <a:lstStyle>
            <a:lvl1pPr algn="l" defTabSz="914400" rtl="false" eaLnBrk="true" latinLnBrk="false" hangingPunct="true">
              <a:lnSpc>
                <a:spcPct val="80000"/>
              </a:lnSpc>
              <a:spcBef>
                <a:spcPct val="1"/>
              </a:spcBef>
              <a:buNone/>
              <a:defRPr lang="en-US" sz="3800" b="true" i="false" kern="1200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j-cs"/>
              </a:defRPr>
            </a:lvl1pPr>
          </a:lstStyle>
          <a:p>
            <a:pPr/>
            <a:r>
              <a:rPr lang="en-US" altLang="zh-CN" noProof="false" err="true"/>
              <a:t>请输入标题</a:t>
            </a:r>
            <a:endParaRPr lang="en-US" noProof="false"/>
          </a:p>
        </p:txBody>
      </p:sp>
      <p:sp>
        <p:nvSpPr>
          <p:cNvPr id="971" name="Text Placeholder 8"/>
          <p:cNvSpPr>
            <a:spLocks noGrp="true"/>
          </p:cNvSpPr>
          <p:nvPr>
            <p:ph type="body" sz="quarter" idx="24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noProof="false" err="true"/>
              <a:t>来源</a:t>
            </a:r>
            <a:r>
              <a:rPr lang="zh-CN" altLang="en-US" noProof="false"/>
              <a:t>：</a:t>
            </a:r>
            <a:endParaRPr lang="en-US" noProof="false"/>
          </a:p>
        </p:txBody>
      </p:sp>
      <p:sp>
        <p:nvSpPr>
          <p:cNvPr id="972" name="Text Placeholder 12"/>
          <p:cNvSpPr>
            <a:spLocks noGrp="true"/>
          </p:cNvSpPr>
          <p:nvPr>
            <p:ph type="body" sz="quarter" idx="31" hasCustomPrompt="true"/>
          </p:nvPr>
        </p:nvSpPr>
        <p:spPr>
          <a:xfrm>
            <a:off x="498473" y="4218148"/>
            <a:ext cx="3574840" cy="1369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lang="en-US" sz="1100" b="false" i="false" kern="1200" cap="all" spc="150" baseline="0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sz="1200"/>
            </a:lvl3pPr>
          </a:lstStyle>
          <a:p>
            <a:pPr lvl="0"/>
            <a:r>
              <a:rPr lang="en-US" noProof="false" err="true"/>
              <a:t>请输入副标题</a:t>
            </a:r>
            <a:endParaRPr lang="en-US" noProof="false"/>
          </a:p>
        </p:txBody>
      </p:sp>
      <p:sp>
        <p:nvSpPr>
          <p:cNvPr id="973" name="Text Placeholder 5"/>
          <p:cNvSpPr>
            <a:spLocks noGrp="true"/>
          </p:cNvSpPr>
          <p:nvPr>
            <p:ph type="body" sz="quarter" idx="32" hasCustomPrompt="true"/>
          </p:nvPr>
        </p:nvSpPr>
        <p:spPr>
          <a:xfrm>
            <a:off x="496462" y="4414214"/>
            <a:ext cx="3574840" cy="1224586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lang="en-US" altLang="zh-TW" sz="3000" b="true" i="false" kern="1200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en-US" altLang="zh-TW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zh-TW" altLang="en-US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en-US" altLang="zh-TW" noProof="false"/>
          </a:p>
        </p:txBody>
      </p:sp>
      <p:sp>
        <p:nvSpPr>
          <p:cNvPr id="974" name="Text Placeholder 12"/>
          <p:cNvSpPr>
            <a:spLocks noGrp="true"/>
          </p:cNvSpPr>
          <p:nvPr>
            <p:ph type="body" sz="quarter" idx="34" hasCustomPrompt="true"/>
          </p:nvPr>
        </p:nvSpPr>
        <p:spPr>
          <a:xfrm>
            <a:off x="4304346" y="4218148"/>
            <a:ext cx="3574840" cy="1369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lang="en-US" sz="1100" b="false" i="false" kern="1200" cap="all" spc="150" baseline="0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sz="1200"/>
            </a:lvl3pPr>
          </a:lstStyle>
          <a:p>
            <a:pPr lvl="0"/>
            <a:r>
              <a:rPr lang="en-US" noProof="false" err="true"/>
              <a:t>请输入副标题</a:t>
            </a:r>
            <a:endParaRPr lang="en-US" noProof="false"/>
          </a:p>
        </p:txBody>
      </p:sp>
      <p:sp>
        <p:nvSpPr>
          <p:cNvPr id="975" name="Text Placeholder 5"/>
          <p:cNvSpPr>
            <a:spLocks noGrp="true"/>
          </p:cNvSpPr>
          <p:nvPr>
            <p:ph type="body" sz="quarter" idx="35" hasCustomPrompt="true"/>
          </p:nvPr>
        </p:nvSpPr>
        <p:spPr>
          <a:xfrm>
            <a:off x="4302335" y="4414214"/>
            <a:ext cx="3574840" cy="1224586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lang="en-US" altLang="zh-TW" sz="3000" b="true" i="false" kern="1200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en-US" altLang="zh-TW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zh-TW" altLang="en-US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en-US" altLang="zh-TW" noProof="false"/>
          </a:p>
        </p:txBody>
      </p:sp>
      <p:sp>
        <p:nvSpPr>
          <p:cNvPr id="976" name="Text Placeholder 12"/>
          <p:cNvSpPr>
            <a:spLocks noGrp="true"/>
          </p:cNvSpPr>
          <p:nvPr>
            <p:ph type="body" sz="quarter" idx="37" hasCustomPrompt="true"/>
          </p:nvPr>
        </p:nvSpPr>
        <p:spPr>
          <a:xfrm>
            <a:off x="8109795" y="4218148"/>
            <a:ext cx="3574840" cy="1369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lang="en-US" sz="1100" b="false" i="false" kern="1200" cap="all" spc="150" baseline="0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sz="1200"/>
            </a:lvl3pPr>
          </a:lstStyle>
          <a:p>
            <a:pPr lvl="0"/>
            <a:r>
              <a:rPr lang="en-US" noProof="false" err="true"/>
              <a:t>请输入副标题</a:t>
            </a:r>
            <a:endParaRPr lang="en-US" noProof="false"/>
          </a:p>
        </p:txBody>
      </p:sp>
      <p:sp>
        <p:nvSpPr>
          <p:cNvPr id="977" name="Text Placeholder 5"/>
          <p:cNvSpPr>
            <a:spLocks noGrp="true"/>
          </p:cNvSpPr>
          <p:nvPr>
            <p:ph type="body" sz="quarter" idx="38" hasCustomPrompt="true"/>
          </p:nvPr>
        </p:nvSpPr>
        <p:spPr>
          <a:xfrm>
            <a:off x="8107784" y="4414214"/>
            <a:ext cx="3574840" cy="1224586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lang="zh-TW" altLang="en-US" sz="3000" b="true" i="false" kern="1200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en-US" altLang="zh-TW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en-US" altLang="zh-TW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zh-TW" altLang="en-US" noProof="false"/>
          </a:p>
          <a:p>
            <a:pPr marL="0" marR="0" lvl="0" indent="0" algn="l" defTabSz="914400" rtl="false" eaLnBrk="true" fontAlgn="auto" latinLnBrk="false" hangingPunct="true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lang="zh-TW" altLang="en-US" noProof="false"/>
          </a:p>
        </p:txBody>
      </p:sp>
    </p:spTree>
  </p:cSld>
  <p:clrMapOvr>
    <a:masterClrMapping/>
  </p:clrMapOvr>
</p:sldLayout>
</file>

<file path=ppt/slideLayouts/slideLayout178.xml><?xml version="1.0" encoding="utf-8"?>
<p:sldLayout xmlns:a="http://schemas.openxmlformats.org/drawingml/2006/main" xmlns:p="http://schemas.openxmlformats.org/presentationml/2006/main">
  <p:cSld name="1_Content blocks 3 column small 3">
    <p:bg>
      <p:bgPr>
        <a:solidFill>
          <a:schemeClr val="tx1"/>
        </a:solidFill>
        <a:effectLst/>
      </p:bgPr>
    </p:bg>
    <p:spTree>
      <p:nvGrpSpPr>
        <p:cNvPr id="97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980" name="Picture Placeholder 7"/>
          <p:cNvSpPr>
            <a:spLocks noGrp="true"/>
          </p:cNvSpPr>
          <p:nvPr>
            <p:ph type="pic" sz="quarter" idx="17" hasCustomPrompt="true"/>
          </p:nvPr>
        </p:nvSpPr>
        <p:spPr>
          <a:xfrm>
            <a:off x="507363" y="2562552"/>
            <a:ext cx="1493215" cy="1372840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单击插入图标</a:t>
            </a:r>
            <a:endParaRPr lang="zh-TW" altLang="en-US" noProof="false"/>
          </a:p>
        </p:txBody>
      </p:sp>
      <p:sp>
        <p:nvSpPr>
          <p:cNvPr id="981" name="Picture Placeholder 7"/>
          <p:cNvSpPr>
            <a:spLocks noGrp="true"/>
          </p:cNvSpPr>
          <p:nvPr>
            <p:ph type="pic" sz="quarter" idx="19" hasCustomPrompt="true"/>
          </p:nvPr>
        </p:nvSpPr>
        <p:spPr>
          <a:xfrm>
            <a:off x="4327362" y="2562552"/>
            <a:ext cx="1493215" cy="1372840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单击插入图标</a:t>
            </a:r>
            <a:endParaRPr lang="zh-TW" altLang="en-US" noProof="false"/>
          </a:p>
        </p:txBody>
      </p:sp>
      <p:sp>
        <p:nvSpPr>
          <p:cNvPr id="982" name="Picture Placeholder 7"/>
          <p:cNvSpPr>
            <a:spLocks noGrp="true"/>
          </p:cNvSpPr>
          <p:nvPr>
            <p:ph type="pic" sz="quarter" idx="22" hasCustomPrompt="true"/>
          </p:nvPr>
        </p:nvSpPr>
        <p:spPr>
          <a:xfrm>
            <a:off x="8129585" y="2562552"/>
            <a:ext cx="1493215" cy="1372840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单击插入图标</a:t>
            </a:r>
            <a:endParaRPr lang="zh-TW" altLang="en-US" noProof="false"/>
          </a:p>
        </p:txBody>
      </p:sp>
      <p:sp>
        <p:nvSpPr>
          <p:cNvPr id="983" name="Title 1"/>
          <p:cNvSpPr>
            <a:spLocks noGrp="true"/>
          </p:cNvSpPr>
          <p:nvPr>
            <p:ph type="title" hasCustomPrompt="true"/>
          </p:nvPr>
        </p:nvSpPr>
        <p:spPr>
          <a:xfrm>
            <a:off x="507365" y="500062"/>
            <a:ext cx="11186160" cy="525463"/>
          </a:xfrm>
        </p:spPr>
        <p:txBody>
          <a:bodyPr anchor="ctr">
            <a:noAutofit/>
          </a:bodyPr>
          <a:lstStyle>
            <a:lvl1pPr algn="l" defTabSz="914400" rtl="false" eaLnBrk="true" latinLnBrk="false" hangingPunct="true">
              <a:lnSpc>
                <a:spcPct val="80000"/>
              </a:lnSpc>
              <a:spcBef>
                <a:spcPct val="1"/>
              </a:spcBef>
              <a:buNone/>
              <a:defRPr lang="en-US" sz="3800" b="true" i="false" kern="1200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j-cs"/>
              </a:defRPr>
            </a:lvl1pPr>
          </a:lstStyle>
          <a:p>
            <a:pPr/>
            <a:r>
              <a:rPr lang="en-US" altLang="zh-CN" noProof="false" err="true"/>
              <a:t>请输入标题</a:t>
            </a:r>
            <a:endParaRPr lang="en-US" noProof="false"/>
          </a:p>
        </p:txBody>
      </p:sp>
      <p:sp>
        <p:nvSpPr>
          <p:cNvPr id="984" name="Text Placeholder 8"/>
          <p:cNvSpPr>
            <a:spLocks noGrp="true"/>
          </p:cNvSpPr>
          <p:nvPr>
            <p:ph type="body" sz="quarter" idx="24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noProof="false" err="true"/>
              <a:t>来源</a:t>
            </a:r>
            <a:r>
              <a:rPr lang="zh-CN" altLang="en-US" noProof="false"/>
              <a:t>：</a:t>
            </a:r>
            <a:endParaRPr lang="en-US" noProof="false"/>
          </a:p>
        </p:txBody>
      </p:sp>
      <p:sp>
        <p:nvSpPr>
          <p:cNvPr id="985" name="Text Placeholder 12"/>
          <p:cNvSpPr>
            <a:spLocks noGrp="true"/>
          </p:cNvSpPr>
          <p:nvPr>
            <p:ph type="body" sz="quarter" idx="31" hasCustomPrompt="true"/>
          </p:nvPr>
        </p:nvSpPr>
        <p:spPr>
          <a:xfrm>
            <a:off x="498473" y="4218148"/>
            <a:ext cx="3574840" cy="1369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lang="en-US" sz="1100" b="false" i="false" kern="1200" cap="all" spc="150" baseline="0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sz="1200"/>
            </a:lvl3pPr>
          </a:lstStyle>
          <a:p>
            <a:pPr lvl="0"/>
            <a:r>
              <a:rPr lang="en-US" noProof="false" err="true"/>
              <a:t>请输入副标题</a:t>
            </a:r>
            <a:endParaRPr lang="en-US" noProof="false"/>
          </a:p>
        </p:txBody>
      </p:sp>
      <p:sp>
        <p:nvSpPr>
          <p:cNvPr id="986" name="Text Placeholder 5"/>
          <p:cNvSpPr>
            <a:spLocks noGrp="true"/>
          </p:cNvSpPr>
          <p:nvPr>
            <p:ph type="body" sz="quarter" idx="32" hasCustomPrompt="true"/>
          </p:nvPr>
        </p:nvSpPr>
        <p:spPr>
          <a:xfrm>
            <a:off x="496462" y="4414214"/>
            <a:ext cx="3574840" cy="759218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lang="zh-TW" altLang="en-US" sz="2800" b="true" i="false" kern="1200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en-US" altLang="zh-TW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zh-TW" altLang="en-US" noProof="false"/>
          </a:p>
          <a:p>
            <a:pPr marL="0" lvl="0" indent="0" algn="l" defTabSz="914400" rtl="false" eaLnBrk="true" latinLnBrk="false" hangingPunct="true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noProof="false"/>
          </a:p>
        </p:txBody>
      </p:sp>
      <p:sp>
        <p:nvSpPr>
          <p:cNvPr id="987" name="Text Placeholder 12"/>
          <p:cNvSpPr>
            <a:spLocks noGrp="true"/>
          </p:cNvSpPr>
          <p:nvPr>
            <p:ph type="body" sz="quarter" idx="33" hasCustomPrompt="true"/>
          </p:nvPr>
        </p:nvSpPr>
        <p:spPr>
          <a:xfrm>
            <a:off x="496462" y="5323351"/>
            <a:ext cx="3574840" cy="75921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00" b="false" i="false" kern="1200" cap="none" spc="0" baseline="0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lang="en-GB" sz="1200" kern="1200" dirty="fals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noProof="false" err="true"/>
              <a:t>请输入正文内容</a:t>
            </a:r>
            <a:endParaRPr lang="en-US" noProof="false"/>
          </a:p>
        </p:txBody>
      </p:sp>
      <p:sp>
        <p:nvSpPr>
          <p:cNvPr id="988" name="Text Placeholder 12"/>
          <p:cNvSpPr>
            <a:spLocks noGrp="true"/>
          </p:cNvSpPr>
          <p:nvPr>
            <p:ph type="body" sz="quarter" idx="34" hasCustomPrompt="true"/>
          </p:nvPr>
        </p:nvSpPr>
        <p:spPr>
          <a:xfrm>
            <a:off x="4304346" y="4218148"/>
            <a:ext cx="3574840" cy="1369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lang="en-US" sz="1100" b="false" i="false" kern="1200" cap="all" spc="150" baseline="0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sz="1200"/>
            </a:lvl3pPr>
          </a:lstStyle>
          <a:p>
            <a:pPr lvl="0"/>
            <a:r>
              <a:rPr lang="en-US" noProof="false" err="true"/>
              <a:t>请输入副标题</a:t>
            </a:r>
            <a:endParaRPr lang="en-US" noProof="false"/>
          </a:p>
        </p:txBody>
      </p:sp>
      <p:sp>
        <p:nvSpPr>
          <p:cNvPr id="989" name="Text Placeholder 5"/>
          <p:cNvSpPr>
            <a:spLocks noGrp="true"/>
          </p:cNvSpPr>
          <p:nvPr>
            <p:ph type="body" sz="quarter" idx="35" hasCustomPrompt="true"/>
          </p:nvPr>
        </p:nvSpPr>
        <p:spPr>
          <a:xfrm>
            <a:off x="4302335" y="4414214"/>
            <a:ext cx="3574840" cy="759218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lang="zh-TW" altLang="en-US" sz="2800" b="true" i="false" kern="1200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en-US" altLang="zh-TW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zh-TW" altLang="en-US" noProof="false"/>
          </a:p>
        </p:txBody>
      </p:sp>
      <p:sp>
        <p:nvSpPr>
          <p:cNvPr id="990" name="Text Placeholder 12"/>
          <p:cNvSpPr>
            <a:spLocks noGrp="true"/>
          </p:cNvSpPr>
          <p:nvPr>
            <p:ph type="body" sz="quarter" idx="36" hasCustomPrompt="true"/>
          </p:nvPr>
        </p:nvSpPr>
        <p:spPr>
          <a:xfrm>
            <a:off x="4302335" y="5323351"/>
            <a:ext cx="3574840" cy="75921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00" b="false" i="false" kern="1200" cap="none" spc="0" baseline="0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lang="en-GB" sz="1200" kern="1200" dirty="fals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请输入正文内容</a:t>
            </a:r>
            <a:endParaRPr lang="en-US" altLang="zh-CN" noProof="false"/>
          </a:p>
        </p:txBody>
      </p:sp>
      <p:sp>
        <p:nvSpPr>
          <p:cNvPr id="991" name="Text Placeholder 12"/>
          <p:cNvSpPr>
            <a:spLocks noGrp="true"/>
          </p:cNvSpPr>
          <p:nvPr>
            <p:ph type="body" sz="quarter" idx="37" hasCustomPrompt="true"/>
          </p:nvPr>
        </p:nvSpPr>
        <p:spPr>
          <a:xfrm>
            <a:off x="8109795" y="4218148"/>
            <a:ext cx="3574840" cy="1369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lang="en-US" sz="1100" b="false" i="false" kern="1200" cap="all" spc="150" baseline="0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sz="1200"/>
            </a:lvl3pPr>
          </a:lstStyle>
          <a:p>
            <a:pPr lvl="0"/>
            <a:r>
              <a:rPr lang="en-US" noProof="false" err="true"/>
              <a:t>请输入副标题</a:t>
            </a:r>
            <a:endParaRPr lang="en-US" noProof="false"/>
          </a:p>
        </p:txBody>
      </p:sp>
      <p:sp>
        <p:nvSpPr>
          <p:cNvPr id="992" name="Text Placeholder 5"/>
          <p:cNvSpPr>
            <a:spLocks noGrp="true"/>
          </p:cNvSpPr>
          <p:nvPr>
            <p:ph type="body" sz="quarter" idx="38" hasCustomPrompt="true"/>
          </p:nvPr>
        </p:nvSpPr>
        <p:spPr>
          <a:xfrm>
            <a:off x="8107784" y="4414214"/>
            <a:ext cx="3574840" cy="759218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lang="zh-TW" altLang="en-US" sz="2800" b="true" i="false" kern="1200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en-US" altLang="zh-TW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zh-TW" altLang="en-US" noProof="false"/>
          </a:p>
        </p:txBody>
      </p:sp>
      <p:sp>
        <p:nvSpPr>
          <p:cNvPr id="993" name="Text Placeholder 12"/>
          <p:cNvSpPr>
            <a:spLocks noGrp="true"/>
          </p:cNvSpPr>
          <p:nvPr>
            <p:ph type="body" sz="quarter" idx="39" hasCustomPrompt="true"/>
          </p:nvPr>
        </p:nvSpPr>
        <p:spPr>
          <a:xfrm>
            <a:off x="8107784" y="5323351"/>
            <a:ext cx="3574840" cy="75921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00" b="false" i="false" kern="1200" cap="none" spc="0" baseline="0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lang="en-GB" sz="1200" kern="1200" dirty="fals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请输入正文内容</a:t>
            </a:r>
            <a:endParaRPr lang="en-US" altLang="zh-CN" noProof="false"/>
          </a:p>
        </p:txBody>
      </p:sp>
    </p:spTree>
  </p:cSld>
  <p:clrMapOvr>
    <a:masterClrMapping/>
  </p:clrMapOvr>
</p:sldLayout>
</file>

<file path=ppt/slideLayouts/slideLayout179.xml><?xml version="1.0" encoding="utf-8"?>
<p:sldLayout xmlns:a="http://schemas.openxmlformats.org/drawingml/2006/main" xmlns:p="http://schemas.openxmlformats.org/presentationml/2006/main">
  <p:cSld name="Content blocks 4 column small 2">
    <p:spTree>
      <p:nvGrpSpPr>
        <p:cNvPr id="99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996" name="Text Placeholder 10"/>
          <p:cNvSpPr>
            <a:spLocks noGrp="true"/>
          </p:cNvSpPr>
          <p:nvPr>
            <p:ph type="body" sz="quarter" idx="19" hasCustomPrompt="true"/>
          </p:nvPr>
        </p:nvSpPr>
        <p:spPr>
          <a:xfrm>
            <a:off x="498475" y="5128696"/>
            <a:ext cx="2590148" cy="856484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lang="en-US" altLang="zh-TW" sz="20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  <a:lvl2pPr marL="457200" indent="0">
              <a:lnSpc>
                <a:spcPct val="80000"/>
              </a:lnSpc>
              <a:spcBef>
                <a:spcPts val="0"/>
              </a:spcBef>
              <a:buNone/>
              <a:defRPr sz="2400" b="false" i="false" spc="-50" baseline="0">
                <a:latin typeface="Noto Sans S Chinese Regular" panose="020B0500000000000000" pitchFamily="34" charset="-128"/>
              </a:defRPr>
            </a:lvl2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en-US" altLang="zh-TW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zh-TW" altLang="en-US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en-US" altLang="zh-TW" noProof="false"/>
          </a:p>
          <a:p>
            <a:pPr lvl="1"/>
            <a:endParaRPr lang="en-US" noProof="false"/>
          </a:p>
        </p:txBody>
      </p:sp>
      <p:sp>
        <p:nvSpPr>
          <p:cNvPr id="997" name="Text Placeholder 8"/>
          <p:cNvSpPr>
            <a:spLocks noGrp="true"/>
          </p:cNvSpPr>
          <p:nvPr>
            <p:ph type="body" sz="quarter" idx="21" hasCustomPrompt="true"/>
          </p:nvPr>
        </p:nvSpPr>
        <p:spPr>
          <a:xfrm>
            <a:off x="506640" y="4250254"/>
            <a:ext cx="2594650" cy="756000"/>
          </a:xfrm>
        </p:spPr>
        <p:txBody>
          <a:bodyPr>
            <a:noAutofit/>
          </a:bodyPr>
          <a:lstStyle>
            <a:lvl1pPr marL="0" indent="0">
              <a:buNone/>
              <a:defRPr sz="4400" b="true" i="false">
                <a:solidFill>
                  <a:srgbClr val="F55600"/>
                </a:solidFill>
                <a:latin typeface="+mj-lt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false"/>
              <a:t>#$%</a:t>
            </a:r>
            <a:endParaRPr lang="en-US" noProof="false"/>
          </a:p>
        </p:txBody>
      </p:sp>
      <p:sp>
        <p:nvSpPr>
          <p:cNvPr id="998" name="Picture Placeholder 7"/>
          <p:cNvSpPr>
            <a:spLocks noGrp="true"/>
          </p:cNvSpPr>
          <p:nvPr>
            <p:ph type="pic" sz="quarter" idx="17" hasCustomPrompt="true"/>
          </p:nvPr>
        </p:nvSpPr>
        <p:spPr>
          <a:xfrm>
            <a:off x="507365" y="2596808"/>
            <a:ext cx="1047915" cy="1147948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单击插入图标</a:t>
            </a:r>
            <a:endParaRPr lang="en-US" altLang="zh-CN" noProof="false"/>
          </a:p>
        </p:txBody>
      </p:sp>
      <p:sp>
        <p:nvSpPr>
          <p:cNvPr id="999" name="Picture Placeholder 7"/>
          <p:cNvSpPr>
            <a:spLocks noGrp="true"/>
          </p:cNvSpPr>
          <p:nvPr>
            <p:ph type="pic" sz="quarter" idx="30" hasCustomPrompt="true"/>
          </p:nvPr>
        </p:nvSpPr>
        <p:spPr>
          <a:xfrm>
            <a:off x="3393400" y="2596808"/>
            <a:ext cx="1047915" cy="1147948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单击插入图标</a:t>
            </a:r>
            <a:endParaRPr lang="en-US" altLang="zh-CN" noProof="false"/>
          </a:p>
        </p:txBody>
      </p:sp>
      <p:sp>
        <p:nvSpPr>
          <p:cNvPr id="1000" name="Picture Placeholder 7"/>
          <p:cNvSpPr>
            <a:spLocks noGrp="true"/>
          </p:cNvSpPr>
          <p:nvPr>
            <p:ph type="pic" sz="quarter" idx="23" hasCustomPrompt="true"/>
          </p:nvPr>
        </p:nvSpPr>
        <p:spPr>
          <a:xfrm>
            <a:off x="6203950" y="2596808"/>
            <a:ext cx="1047915" cy="1147948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单击插入图标</a:t>
            </a:r>
            <a:endParaRPr lang="en-US" altLang="zh-CN" noProof="false"/>
          </a:p>
        </p:txBody>
      </p:sp>
      <p:sp>
        <p:nvSpPr>
          <p:cNvPr id="1001" name="Picture Placeholder 7"/>
          <p:cNvSpPr>
            <a:spLocks noGrp="true"/>
          </p:cNvSpPr>
          <p:nvPr>
            <p:ph type="pic" sz="quarter" idx="32" hasCustomPrompt="true"/>
          </p:nvPr>
        </p:nvSpPr>
        <p:spPr>
          <a:xfrm>
            <a:off x="9089985" y="2596808"/>
            <a:ext cx="1047915" cy="1147948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单击插入图标</a:t>
            </a:r>
            <a:endParaRPr lang="en-US" altLang="zh-CN" noProof="false"/>
          </a:p>
        </p:txBody>
      </p:sp>
      <p:sp>
        <p:nvSpPr>
          <p:cNvPr id="1002" name="Text Placeholder 10"/>
          <p:cNvSpPr>
            <a:spLocks noGrp="true"/>
          </p:cNvSpPr>
          <p:nvPr>
            <p:ph type="body" sz="quarter" idx="33" hasCustomPrompt="true"/>
          </p:nvPr>
        </p:nvSpPr>
        <p:spPr>
          <a:xfrm>
            <a:off x="3393400" y="5128696"/>
            <a:ext cx="2590148" cy="856484"/>
          </a:xfrm>
        </p:spPr>
        <p:txBody>
          <a:bodyPr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lang="en-US" altLang="zh-TW" sz="20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  <a:lvl2pPr marL="457200" indent="0">
              <a:lnSpc>
                <a:spcPct val="80000"/>
              </a:lnSpc>
              <a:spcBef>
                <a:spcPts val="0"/>
              </a:spcBef>
              <a:buNone/>
              <a:defRPr sz="2400" b="false" i="false" spc="-50" baseline="0">
                <a:latin typeface="Noto Sans S Chinese Regular" panose="020B0500000000000000" pitchFamily="34" charset="-128"/>
              </a:defRPr>
            </a:lvl2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en-US" altLang="zh-TW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zh-TW" altLang="en-US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en-US" altLang="zh-TW" noProof="false"/>
          </a:p>
        </p:txBody>
      </p:sp>
      <p:sp>
        <p:nvSpPr>
          <p:cNvPr id="1003" name="Text Placeholder 8"/>
          <p:cNvSpPr>
            <a:spLocks noGrp="true"/>
          </p:cNvSpPr>
          <p:nvPr>
            <p:ph type="body" sz="quarter" idx="34" hasCustomPrompt="true"/>
          </p:nvPr>
        </p:nvSpPr>
        <p:spPr>
          <a:xfrm>
            <a:off x="3401565" y="4250254"/>
            <a:ext cx="2594650" cy="756000"/>
          </a:xfrm>
        </p:spPr>
        <p:txBody>
          <a:bodyPr>
            <a:noAutofit/>
          </a:bodyPr>
          <a:lstStyle>
            <a:lvl1pPr marL="0" indent="0">
              <a:buNone/>
              <a:defRPr lang="en-US" sz="4400" b="true" i="false" kern="1200" noProof="false" dirty="false">
                <a:solidFill>
                  <a:srgbClr val="F55600"/>
                </a:solidFill>
                <a:latin typeface="+mj-lt"/>
                <a:ea typeface="Noto Sans S Chinese Regular" panose="020B0500000000000000" pitchFamily="34" charset="-128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noProof="false"/>
              <a:t>#$%</a:t>
            </a:r>
            <a:endParaRPr lang="en-US" noProof="false"/>
          </a:p>
        </p:txBody>
      </p:sp>
      <p:sp>
        <p:nvSpPr>
          <p:cNvPr id="1004" name="Text Placeholder 10"/>
          <p:cNvSpPr>
            <a:spLocks noGrp="true"/>
          </p:cNvSpPr>
          <p:nvPr>
            <p:ph type="body" sz="quarter" idx="35" hasCustomPrompt="true"/>
          </p:nvPr>
        </p:nvSpPr>
        <p:spPr>
          <a:xfrm>
            <a:off x="6203950" y="5128696"/>
            <a:ext cx="2590148" cy="856484"/>
          </a:xfrm>
        </p:spPr>
        <p:txBody>
          <a:bodyPr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lang="en-US" altLang="zh-TW" sz="20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  <a:lvl2pPr marL="457200" indent="0">
              <a:lnSpc>
                <a:spcPct val="80000"/>
              </a:lnSpc>
              <a:spcBef>
                <a:spcPts val="0"/>
              </a:spcBef>
              <a:buNone/>
              <a:defRPr sz="2400" b="false" i="false" spc="-50" baseline="0">
                <a:latin typeface="Noto Sans S Chinese Regular" panose="020B0500000000000000" pitchFamily="34" charset="-128"/>
              </a:defRPr>
            </a:lvl2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en-US" altLang="zh-TW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zh-TW" altLang="en-US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en-US" altLang="zh-TW" noProof="false"/>
          </a:p>
        </p:txBody>
      </p:sp>
      <p:sp>
        <p:nvSpPr>
          <p:cNvPr id="1005" name="Text Placeholder 8"/>
          <p:cNvSpPr>
            <a:spLocks noGrp="true"/>
          </p:cNvSpPr>
          <p:nvPr>
            <p:ph type="body" sz="quarter" idx="36" hasCustomPrompt="true"/>
          </p:nvPr>
        </p:nvSpPr>
        <p:spPr>
          <a:xfrm>
            <a:off x="6212115" y="4250254"/>
            <a:ext cx="2594650" cy="756000"/>
          </a:xfrm>
        </p:spPr>
        <p:txBody>
          <a:bodyPr>
            <a:noAutofit/>
          </a:bodyPr>
          <a:lstStyle>
            <a:lvl1pPr marL="0" indent="0">
              <a:buNone/>
              <a:defRPr lang="en-US" sz="4400" b="true" i="false" kern="1200" noProof="false" dirty="false">
                <a:solidFill>
                  <a:srgbClr val="F55600"/>
                </a:solidFill>
                <a:latin typeface="+mj-lt"/>
                <a:ea typeface="Noto Sans S Chinese Regular" panose="020B0500000000000000" pitchFamily="34" charset="-128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noProof="false"/>
              <a:t>#$%</a:t>
            </a:r>
            <a:endParaRPr lang="en-US" noProof="false"/>
          </a:p>
        </p:txBody>
      </p:sp>
      <p:sp>
        <p:nvSpPr>
          <p:cNvPr id="1006" name="Text Placeholder 10"/>
          <p:cNvSpPr>
            <a:spLocks noGrp="true"/>
          </p:cNvSpPr>
          <p:nvPr>
            <p:ph type="body" sz="quarter" idx="37" hasCustomPrompt="true"/>
          </p:nvPr>
        </p:nvSpPr>
        <p:spPr>
          <a:xfrm>
            <a:off x="9089985" y="5128696"/>
            <a:ext cx="2590148" cy="856484"/>
          </a:xfrm>
        </p:spPr>
        <p:txBody>
          <a:bodyPr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lang="en-US" altLang="zh-TW" sz="20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  <a:lvl2pPr marL="457200" indent="0">
              <a:lnSpc>
                <a:spcPct val="80000"/>
              </a:lnSpc>
              <a:spcBef>
                <a:spcPts val="0"/>
              </a:spcBef>
              <a:buNone/>
              <a:defRPr sz="2400" b="false" i="false" spc="-50" baseline="0">
                <a:latin typeface="Noto Sans S Chinese Regular" panose="020B0500000000000000" pitchFamily="34" charset="-128"/>
              </a:defRPr>
            </a:lvl2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en-US" altLang="zh-TW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zh-TW" altLang="en-US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en-US" altLang="zh-TW" noProof="false"/>
          </a:p>
        </p:txBody>
      </p:sp>
      <p:sp>
        <p:nvSpPr>
          <p:cNvPr id="1007" name="Text Placeholder 8"/>
          <p:cNvSpPr>
            <a:spLocks noGrp="true"/>
          </p:cNvSpPr>
          <p:nvPr>
            <p:ph type="body" sz="quarter" idx="38" hasCustomPrompt="true"/>
          </p:nvPr>
        </p:nvSpPr>
        <p:spPr>
          <a:xfrm>
            <a:off x="9098150" y="4250254"/>
            <a:ext cx="2594650" cy="756000"/>
          </a:xfrm>
        </p:spPr>
        <p:txBody>
          <a:bodyPr>
            <a:noAutofit/>
          </a:bodyPr>
          <a:lstStyle>
            <a:lvl1pPr marL="0" indent="0">
              <a:buNone/>
              <a:defRPr lang="en-US" sz="4400" b="true" i="false" kern="1200" noProof="false" dirty="false">
                <a:solidFill>
                  <a:srgbClr val="F55600"/>
                </a:solidFill>
                <a:latin typeface="+mj-lt"/>
                <a:ea typeface="Noto Sans S Chinese Regular" panose="020B0500000000000000" pitchFamily="34" charset="-128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noProof="false"/>
              <a:t>#$%</a:t>
            </a:r>
            <a:endParaRPr lang="en-US" noProof="false"/>
          </a:p>
        </p:txBody>
      </p:sp>
      <p:sp>
        <p:nvSpPr>
          <p:cNvPr id="1008" name="Title 1"/>
          <p:cNvSpPr>
            <a:spLocks noGrp="true"/>
          </p:cNvSpPr>
          <p:nvPr>
            <p:ph type="title" hasCustomPrompt="true"/>
          </p:nvPr>
        </p:nvSpPr>
        <p:spPr>
          <a:xfrm>
            <a:off x="507365" y="500062"/>
            <a:ext cx="11186160" cy="525463"/>
          </a:xfrm>
        </p:spPr>
        <p:txBody>
          <a:bodyPr anchor="ctr">
            <a:noAutofit/>
          </a:bodyPr>
          <a:lstStyle>
            <a:lvl1pPr algn="l" defTabSz="914400" rtl="false" eaLnBrk="true" latinLnBrk="false" hangingPunct="true">
              <a:lnSpc>
                <a:spcPct val="80000"/>
              </a:lnSpc>
              <a:spcBef>
                <a:spcPct val="1"/>
              </a:spcBef>
              <a:buNone/>
              <a:defRPr lang="en-US" sz="38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j-cs"/>
              </a:defRPr>
            </a:lvl1pPr>
          </a:lstStyle>
          <a:p>
            <a:pPr/>
            <a:r>
              <a:rPr lang="en-US" altLang="zh-CN" noProof="false" err="true"/>
              <a:t>请输入标题</a:t>
            </a:r>
            <a:endParaRPr lang="en-US" noProof="false"/>
          </a:p>
        </p:txBody>
      </p:sp>
      <p:sp>
        <p:nvSpPr>
          <p:cNvPr id="1009" name="Text Placeholder 8"/>
          <p:cNvSpPr>
            <a:spLocks noGrp="true"/>
          </p:cNvSpPr>
          <p:nvPr>
            <p:ph type="body" sz="quarter" idx="39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noProof="false" err="true"/>
              <a:t>来源</a:t>
            </a:r>
            <a:r>
              <a:rPr lang="zh-CN" altLang="en-US" noProof="false"/>
              <a:t>：</a:t>
            </a:r>
            <a:endParaRPr lang="en-US" noProof="false"/>
          </a:p>
        </p:txBody>
      </p:sp>
    </p:spTree>
  </p:cSld>
  <p:clrMapOvr>
    <a:masterClrMapping/>
  </p:clrMapOvr>
</p:sldLayout>
</file>

<file path=ppt/slideLayouts/slideLayout180.xml><?xml version="1.0" encoding="utf-8"?>
<p:sldLayout xmlns:a="http://schemas.openxmlformats.org/drawingml/2006/main" xmlns:p="http://schemas.openxmlformats.org/presentationml/2006/main">
  <p:cSld name="2_Content blocks 4 column small 3">
    <p:spTree>
      <p:nvGrpSpPr>
        <p:cNvPr id="101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1012" name="Picture Placeholder 7"/>
          <p:cNvSpPr>
            <a:spLocks noGrp="true"/>
          </p:cNvSpPr>
          <p:nvPr>
            <p:ph type="pic" sz="quarter" idx="17" hasCustomPrompt="true"/>
          </p:nvPr>
        </p:nvSpPr>
        <p:spPr>
          <a:xfrm>
            <a:off x="507365" y="2596808"/>
            <a:ext cx="1047915" cy="1147948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单击插入图标</a:t>
            </a:r>
            <a:endParaRPr lang="en-US" altLang="zh-CN" noProof="false"/>
          </a:p>
        </p:txBody>
      </p:sp>
      <p:sp>
        <p:nvSpPr>
          <p:cNvPr id="1013" name="Picture Placeholder 7"/>
          <p:cNvSpPr>
            <a:spLocks noGrp="true"/>
          </p:cNvSpPr>
          <p:nvPr>
            <p:ph type="pic" sz="quarter" idx="21" hasCustomPrompt="true"/>
          </p:nvPr>
        </p:nvSpPr>
        <p:spPr>
          <a:xfrm>
            <a:off x="3393400" y="2596808"/>
            <a:ext cx="1047915" cy="1147948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单击插入图标</a:t>
            </a:r>
            <a:endParaRPr lang="en-US" altLang="zh-CN" noProof="false"/>
          </a:p>
        </p:txBody>
      </p:sp>
      <p:sp>
        <p:nvSpPr>
          <p:cNvPr id="1014" name="Picture Placeholder 7"/>
          <p:cNvSpPr>
            <a:spLocks noGrp="true"/>
          </p:cNvSpPr>
          <p:nvPr>
            <p:ph type="pic" sz="quarter" idx="25" hasCustomPrompt="true"/>
          </p:nvPr>
        </p:nvSpPr>
        <p:spPr>
          <a:xfrm>
            <a:off x="6203950" y="2596808"/>
            <a:ext cx="1047915" cy="1147948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单击插入图标</a:t>
            </a:r>
            <a:endParaRPr lang="en-US" altLang="zh-CN" noProof="false"/>
          </a:p>
        </p:txBody>
      </p:sp>
      <p:sp>
        <p:nvSpPr>
          <p:cNvPr id="1015" name="Picture Placeholder 7"/>
          <p:cNvSpPr>
            <a:spLocks noGrp="true"/>
          </p:cNvSpPr>
          <p:nvPr>
            <p:ph type="pic" sz="quarter" idx="27" hasCustomPrompt="true"/>
          </p:nvPr>
        </p:nvSpPr>
        <p:spPr>
          <a:xfrm>
            <a:off x="9089985" y="2596808"/>
            <a:ext cx="1047915" cy="1147948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单击插入图标</a:t>
            </a:r>
            <a:endParaRPr lang="en-US" altLang="zh-CN" noProof="false"/>
          </a:p>
        </p:txBody>
      </p:sp>
      <p:sp>
        <p:nvSpPr>
          <p:cNvPr id="1016" name="Title 1"/>
          <p:cNvSpPr>
            <a:spLocks noGrp="true"/>
          </p:cNvSpPr>
          <p:nvPr>
            <p:ph type="title" hasCustomPrompt="true"/>
          </p:nvPr>
        </p:nvSpPr>
        <p:spPr>
          <a:xfrm>
            <a:off x="507365" y="500062"/>
            <a:ext cx="11186160" cy="525463"/>
          </a:xfrm>
        </p:spPr>
        <p:txBody>
          <a:bodyPr anchor="ctr">
            <a:noAutofit/>
          </a:bodyPr>
          <a:lstStyle>
            <a:lvl1pPr algn="l" defTabSz="914400" rtl="false" eaLnBrk="true" latinLnBrk="false" hangingPunct="true">
              <a:lnSpc>
                <a:spcPct val="80000"/>
              </a:lnSpc>
              <a:spcBef>
                <a:spcPct val="1"/>
              </a:spcBef>
              <a:buNone/>
              <a:defRPr lang="en-US" sz="38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j-cs"/>
              </a:defRPr>
            </a:lvl1pPr>
          </a:lstStyle>
          <a:p>
            <a:pPr/>
            <a:r>
              <a:rPr lang="en-US" altLang="zh-CN" noProof="false" err="true"/>
              <a:t>请输入标题</a:t>
            </a:r>
            <a:endParaRPr lang="en-US" noProof="false"/>
          </a:p>
        </p:txBody>
      </p:sp>
      <p:sp>
        <p:nvSpPr>
          <p:cNvPr id="1017" name="Text Placeholder 8"/>
          <p:cNvSpPr>
            <a:spLocks noGrp="true"/>
          </p:cNvSpPr>
          <p:nvPr>
            <p:ph type="body" sz="quarter" idx="23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noProof="false" err="true"/>
              <a:t>来源</a:t>
            </a:r>
            <a:r>
              <a:rPr lang="zh-CN" altLang="en-US" noProof="false"/>
              <a:t>：</a:t>
            </a:r>
            <a:endParaRPr lang="en-US" noProof="false"/>
          </a:p>
        </p:txBody>
      </p:sp>
      <p:sp>
        <p:nvSpPr>
          <p:cNvPr id="1018" name="Text Placeholder 12"/>
          <p:cNvSpPr>
            <a:spLocks noGrp="true"/>
          </p:cNvSpPr>
          <p:nvPr>
            <p:ph type="body" sz="quarter" idx="31" hasCustomPrompt="true"/>
          </p:nvPr>
        </p:nvSpPr>
        <p:spPr>
          <a:xfrm>
            <a:off x="498473" y="4218148"/>
            <a:ext cx="2603539" cy="1369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lang="en-US" sz="1100" b="false" i="false" kern="1200" cap="all" spc="150" baseline="0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sz="1200"/>
            </a:lvl3pPr>
          </a:lstStyle>
          <a:p>
            <a:pPr lvl="0"/>
            <a:r>
              <a:rPr lang="en-US" noProof="false" err="true"/>
              <a:t>请输入副标题</a:t>
            </a:r>
            <a:endParaRPr lang="en-US" noProof="false"/>
          </a:p>
        </p:txBody>
      </p:sp>
      <p:sp>
        <p:nvSpPr>
          <p:cNvPr id="1019" name="Text Placeholder 5"/>
          <p:cNvSpPr>
            <a:spLocks noGrp="true"/>
          </p:cNvSpPr>
          <p:nvPr>
            <p:ph type="body" sz="quarter" idx="24" hasCustomPrompt="true"/>
          </p:nvPr>
        </p:nvSpPr>
        <p:spPr>
          <a:xfrm>
            <a:off x="496462" y="4414214"/>
            <a:ext cx="2603539" cy="12497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lang="en-US" altLang="zh-TW" sz="28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en-US" altLang="zh-TW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zh-TW" altLang="en-US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en-US" altLang="zh-TW" noProof="false"/>
          </a:p>
        </p:txBody>
      </p:sp>
      <p:sp>
        <p:nvSpPr>
          <p:cNvPr id="1020" name="Text Placeholder 12"/>
          <p:cNvSpPr>
            <a:spLocks noGrp="true"/>
          </p:cNvSpPr>
          <p:nvPr>
            <p:ph type="body" sz="quarter" idx="34" hasCustomPrompt="true"/>
          </p:nvPr>
        </p:nvSpPr>
        <p:spPr>
          <a:xfrm>
            <a:off x="3384511" y="4218148"/>
            <a:ext cx="2603539" cy="1369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lang="en-US" sz="1100" b="false" i="false" kern="1200" cap="all" spc="150" baseline="0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sz="1200"/>
            </a:lvl3pPr>
          </a:lstStyle>
          <a:p>
            <a:pPr lvl="0"/>
            <a:r>
              <a:rPr lang="en-US" altLang="zh-CN" noProof="false" err="true"/>
              <a:t>请输入副标题</a:t>
            </a:r>
            <a:endParaRPr lang="en-US" altLang="zh-CN" noProof="false"/>
          </a:p>
        </p:txBody>
      </p:sp>
      <p:sp>
        <p:nvSpPr>
          <p:cNvPr id="1021" name="Text Placeholder 5"/>
          <p:cNvSpPr>
            <a:spLocks noGrp="true"/>
          </p:cNvSpPr>
          <p:nvPr>
            <p:ph type="body" sz="quarter" idx="35" hasCustomPrompt="true"/>
          </p:nvPr>
        </p:nvSpPr>
        <p:spPr>
          <a:xfrm>
            <a:off x="3382500" y="4414214"/>
            <a:ext cx="2603539" cy="12497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lang="en-US" altLang="zh-TW" sz="28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en-US" altLang="zh-TW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zh-TW" altLang="en-US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en-US" altLang="zh-TW" noProof="false"/>
          </a:p>
        </p:txBody>
      </p:sp>
      <p:sp>
        <p:nvSpPr>
          <p:cNvPr id="1022" name="Text Placeholder 12"/>
          <p:cNvSpPr>
            <a:spLocks noGrp="true"/>
          </p:cNvSpPr>
          <p:nvPr>
            <p:ph type="body" sz="quarter" idx="37" hasCustomPrompt="true"/>
          </p:nvPr>
        </p:nvSpPr>
        <p:spPr>
          <a:xfrm>
            <a:off x="6205961" y="4218148"/>
            <a:ext cx="2603539" cy="1369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lang="en-US" sz="1100" b="false" i="false" kern="1200" cap="all" spc="150" baseline="0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sz="1200"/>
            </a:lvl3pPr>
          </a:lstStyle>
          <a:p>
            <a:pPr lvl="0"/>
            <a:r>
              <a:rPr lang="en-US" altLang="zh-CN" noProof="false" err="true"/>
              <a:t>请输入副标题</a:t>
            </a:r>
            <a:endParaRPr lang="en-US" altLang="zh-CN" noProof="false"/>
          </a:p>
        </p:txBody>
      </p:sp>
      <p:sp>
        <p:nvSpPr>
          <p:cNvPr id="1023" name="Text Placeholder 5"/>
          <p:cNvSpPr>
            <a:spLocks noGrp="true"/>
          </p:cNvSpPr>
          <p:nvPr>
            <p:ph type="body" sz="quarter" idx="38" hasCustomPrompt="true"/>
          </p:nvPr>
        </p:nvSpPr>
        <p:spPr>
          <a:xfrm>
            <a:off x="6203950" y="4414214"/>
            <a:ext cx="2603539" cy="12497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lang="en-US" altLang="zh-TW" sz="28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en-US" altLang="zh-TW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zh-TW" altLang="en-US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en-US" altLang="zh-TW" noProof="false"/>
          </a:p>
        </p:txBody>
      </p:sp>
      <p:sp>
        <p:nvSpPr>
          <p:cNvPr id="1024" name="Text Placeholder 12"/>
          <p:cNvSpPr>
            <a:spLocks noGrp="true"/>
          </p:cNvSpPr>
          <p:nvPr>
            <p:ph type="body" sz="quarter" idx="40" hasCustomPrompt="true"/>
          </p:nvPr>
        </p:nvSpPr>
        <p:spPr>
          <a:xfrm>
            <a:off x="9081096" y="4218148"/>
            <a:ext cx="2603539" cy="1369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lang="en-US" sz="1100" b="false" i="false" kern="1200" cap="all" spc="150" baseline="0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sz="1200"/>
            </a:lvl3pPr>
          </a:lstStyle>
          <a:p>
            <a:pPr lvl="0"/>
            <a:r>
              <a:rPr lang="en-US" altLang="zh-CN" noProof="false" err="true"/>
              <a:t>请输入副标题</a:t>
            </a:r>
            <a:endParaRPr lang="en-US" altLang="zh-CN" noProof="false"/>
          </a:p>
        </p:txBody>
      </p:sp>
      <p:sp>
        <p:nvSpPr>
          <p:cNvPr id="1025" name="Text Placeholder 5"/>
          <p:cNvSpPr>
            <a:spLocks noGrp="true"/>
          </p:cNvSpPr>
          <p:nvPr>
            <p:ph type="body" sz="quarter" idx="41" hasCustomPrompt="true"/>
          </p:nvPr>
        </p:nvSpPr>
        <p:spPr>
          <a:xfrm>
            <a:off x="9079085" y="4414214"/>
            <a:ext cx="2603539" cy="12497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lang="en-US" altLang="zh-TW" sz="28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en-US" altLang="zh-TW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zh-TW" altLang="en-US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en-US" altLang="zh-TW" noProof="false"/>
          </a:p>
        </p:txBody>
      </p:sp>
    </p:spTree>
  </p:cSld>
  <p:clrMapOvr>
    <a:masterClrMapping/>
  </p:clrMapOvr>
</p:sldLayout>
</file>

<file path=ppt/slideLayouts/slideLayout181.xml><?xml version="1.0" encoding="utf-8"?>
<p:sldLayout xmlns:a="http://schemas.openxmlformats.org/drawingml/2006/main" xmlns:p="http://schemas.openxmlformats.org/presentationml/2006/main">
  <p:cSld name="Content blocks 4 column small 3">
    <p:spTree>
      <p:nvGrpSpPr>
        <p:cNvPr id="10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0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1041" name="Picture Placeholder 7"/>
          <p:cNvSpPr>
            <a:spLocks noGrp="true"/>
          </p:cNvSpPr>
          <p:nvPr>
            <p:ph type="pic" sz="quarter" idx="17" hasCustomPrompt="true"/>
          </p:nvPr>
        </p:nvSpPr>
        <p:spPr>
          <a:xfrm>
            <a:off x="507365" y="2596808"/>
            <a:ext cx="1047915" cy="1147948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单击插入图标</a:t>
            </a:r>
            <a:endParaRPr lang="en-US" altLang="zh-CN" noProof="false"/>
          </a:p>
        </p:txBody>
      </p:sp>
      <p:sp>
        <p:nvSpPr>
          <p:cNvPr id="1042" name="Picture Placeholder 7"/>
          <p:cNvSpPr>
            <a:spLocks noGrp="true"/>
          </p:cNvSpPr>
          <p:nvPr>
            <p:ph type="pic" sz="quarter" idx="21" hasCustomPrompt="true"/>
          </p:nvPr>
        </p:nvSpPr>
        <p:spPr>
          <a:xfrm>
            <a:off x="3393400" y="2596808"/>
            <a:ext cx="1047915" cy="1147948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单击插入图标</a:t>
            </a:r>
            <a:endParaRPr lang="en-US" altLang="zh-CN" noProof="false"/>
          </a:p>
        </p:txBody>
      </p:sp>
      <p:sp>
        <p:nvSpPr>
          <p:cNvPr id="1043" name="Picture Placeholder 7"/>
          <p:cNvSpPr>
            <a:spLocks noGrp="true"/>
          </p:cNvSpPr>
          <p:nvPr>
            <p:ph type="pic" sz="quarter" idx="25" hasCustomPrompt="true"/>
          </p:nvPr>
        </p:nvSpPr>
        <p:spPr>
          <a:xfrm>
            <a:off x="6203950" y="2596808"/>
            <a:ext cx="1047915" cy="1147948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单击插入图标</a:t>
            </a:r>
            <a:endParaRPr lang="en-US" altLang="zh-CN" noProof="false"/>
          </a:p>
        </p:txBody>
      </p:sp>
      <p:sp>
        <p:nvSpPr>
          <p:cNvPr id="1044" name="Picture Placeholder 7"/>
          <p:cNvSpPr>
            <a:spLocks noGrp="true"/>
          </p:cNvSpPr>
          <p:nvPr>
            <p:ph type="pic" sz="quarter" idx="27" hasCustomPrompt="true"/>
          </p:nvPr>
        </p:nvSpPr>
        <p:spPr>
          <a:xfrm>
            <a:off x="9089985" y="2596808"/>
            <a:ext cx="1047915" cy="1147948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单击插入图标</a:t>
            </a:r>
            <a:endParaRPr lang="en-US" altLang="zh-CN" noProof="false"/>
          </a:p>
        </p:txBody>
      </p:sp>
      <p:sp>
        <p:nvSpPr>
          <p:cNvPr id="1045" name="Title 1"/>
          <p:cNvSpPr>
            <a:spLocks noGrp="true"/>
          </p:cNvSpPr>
          <p:nvPr>
            <p:ph type="title" hasCustomPrompt="true"/>
          </p:nvPr>
        </p:nvSpPr>
        <p:spPr>
          <a:xfrm>
            <a:off x="507365" y="500062"/>
            <a:ext cx="11186160" cy="525463"/>
          </a:xfrm>
        </p:spPr>
        <p:txBody>
          <a:bodyPr anchor="ctr">
            <a:noAutofit/>
          </a:bodyPr>
          <a:lstStyle>
            <a:lvl1pPr algn="l" defTabSz="914400" rtl="false" eaLnBrk="true" latinLnBrk="false" hangingPunct="true">
              <a:lnSpc>
                <a:spcPct val="80000"/>
              </a:lnSpc>
              <a:spcBef>
                <a:spcPct val="1"/>
              </a:spcBef>
              <a:buNone/>
              <a:defRPr lang="en-US" sz="38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j-cs"/>
              </a:defRPr>
            </a:lvl1pPr>
          </a:lstStyle>
          <a:p>
            <a:pPr/>
            <a:r>
              <a:rPr lang="en-US" altLang="zh-CN" noProof="false" err="true"/>
              <a:t>请输入标题</a:t>
            </a:r>
            <a:endParaRPr lang="en-US" noProof="false"/>
          </a:p>
        </p:txBody>
      </p:sp>
      <p:sp>
        <p:nvSpPr>
          <p:cNvPr id="1046" name="Text Placeholder 8"/>
          <p:cNvSpPr>
            <a:spLocks noGrp="true"/>
          </p:cNvSpPr>
          <p:nvPr>
            <p:ph type="body" sz="quarter" idx="23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noProof="false" err="true"/>
              <a:t>来源</a:t>
            </a:r>
            <a:r>
              <a:rPr lang="zh-CN" altLang="en-US" noProof="false"/>
              <a:t>：</a:t>
            </a:r>
            <a:endParaRPr lang="en-US" noProof="false"/>
          </a:p>
        </p:txBody>
      </p:sp>
      <p:sp>
        <p:nvSpPr>
          <p:cNvPr id="1047" name="Text Placeholder 12"/>
          <p:cNvSpPr>
            <a:spLocks noGrp="true"/>
          </p:cNvSpPr>
          <p:nvPr>
            <p:ph type="body" sz="quarter" idx="31" hasCustomPrompt="true"/>
          </p:nvPr>
        </p:nvSpPr>
        <p:spPr>
          <a:xfrm>
            <a:off x="498473" y="4218148"/>
            <a:ext cx="2603539" cy="1369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lang="en-US" sz="1100" b="false" i="false" kern="1200" cap="all" spc="150" baseline="0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sz="1200"/>
            </a:lvl3pPr>
          </a:lstStyle>
          <a:p>
            <a:pPr lvl="0"/>
            <a:r>
              <a:rPr lang="en-US" noProof="false" err="true"/>
              <a:t>请输入副标题</a:t>
            </a:r>
            <a:endParaRPr lang="en-US" noProof="false"/>
          </a:p>
        </p:txBody>
      </p:sp>
      <p:sp>
        <p:nvSpPr>
          <p:cNvPr id="1048" name="Text Placeholder 5"/>
          <p:cNvSpPr>
            <a:spLocks noGrp="true"/>
          </p:cNvSpPr>
          <p:nvPr>
            <p:ph type="body" sz="quarter" idx="24" hasCustomPrompt="true"/>
          </p:nvPr>
        </p:nvSpPr>
        <p:spPr>
          <a:xfrm>
            <a:off x="496462" y="4414214"/>
            <a:ext cx="2603539" cy="759218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lang="en-US" altLang="en-US" sz="28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noProof="false" err="true"/>
              <a:t>请输入标题</a:t>
            </a:r>
            <a:endParaRPr lang="en-US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noProof="false" err="true"/>
              <a:t>请输入标题</a:t>
            </a:r>
            <a:endParaRPr lang="en-US" noProof="false"/>
          </a:p>
        </p:txBody>
      </p:sp>
      <p:sp>
        <p:nvSpPr>
          <p:cNvPr id="1049" name="Text Placeholder 12"/>
          <p:cNvSpPr>
            <a:spLocks noGrp="true"/>
          </p:cNvSpPr>
          <p:nvPr>
            <p:ph type="body" sz="quarter" idx="33" hasCustomPrompt="true"/>
          </p:nvPr>
        </p:nvSpPr>
        <p:spPr>
          <a:xfrm>
            <a:off x="496462" y="5323351"/>
            <a:ext cx="2603539" cy="75921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00" b="false" i="false" kern="1200" cap="none" spc="0" baseline="0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lang="en-GB" sz="1200" kern="1200" dirty="fals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noProof="false" err="true"/>
              <a:t>请输入正文内容</a:t>
            </a:r>
            <a:endParaRPr lang="en-US" noProof="false"/>
          </a:p>
        </p:txBody>
      </p:sp>
      <p:sp>
        <p:nvSpPr>
          <p:cNvPr id="1050" name="Text Placeholder 12"/>
          <p:cNvSpPr>
            <a:spLocks noGrp="true"/>
          </p:cNvSpPr>
          <p:nvPr>
            <p:ph type="body" sz="quarter" idx="34" hasCustomPrompt="true"/>
          </p:nvPr>
        </p:nvSpPr>
        <p:spPr>
          <a:xfrm>
            <a:off x="3384511" y="4218148"/>
            <a:ext cx="2603539" cy="1369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lang="en-US" altLang="zh-CN" sz="1100" b="false" i="false" kern="1200" cap="all" spc="150" baseline="0" noProof="false" dirty="false" smtClean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sz="1200"/>
            </a:lvl3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请输入副标题</a:t>
            </a:r>
            <a:endParaRPr lang="en-US" altLang="zh-CN" noProof="false"/>
          </a:p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lang="en-US" altLang="zh-CN" noProof="false"/>
          </a:p>
        </p:txBody>
      </p:sp>
      <p:sp>
        <p:nvSpPr>
          <p:cNvPr id="1051" name="Text Placeholder 5"/>
          <p:cNvSpPr>
            <a:spLocks noGrp="true"/>
          </p:cNvSpPr>
          <p:nvPr>
            <p:ph type="body" sz="quarter" idx="35" hasCustomPrompt="true"/>
          </p:nvPr>
        </p:nvSpPr>
        <p:spPr>
          <a:xfrm>
            <a:off x="3382500" y="4414214"/>
            <a:ext cx="2603539" cy="759218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lang="en-US" altLang="en-US" sz="28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请输入标题</a:t>
            </a:r>
            <a:endParaRPr lang="en-US" altLang="zh-CN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请输入标题</a:t>
            </a:r>
            <a:endParaRPr lang="en-US" noProof="false"/>
          </a:p>
        </p:txBody>
      </p:sp>
      <p:sp>
        <p:nvSpPr>
          <p:cNvPr id="1052" name="Text Placeholder 12"/>
          <p:cNvSpPr>
            <a:spLocks noGrp="true"/>
          </p:cNvSpPr>
          <p:nvPr>
            <p:ph type="body" sz="quarter" idx="36" hasCustomPrompt="true"/>
          </p:nvPr>
        </p:nvSpPr>
        <p:spPr>
          <a:xfrm>
            <a:off x="3382500" y="5323351"/>
            <a:ext cx="2603539" cy="75921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00" b="false" i="false" kern="1200" cap="none" spc="0" baseline="0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lang="en-GB" sz="1200" kern="1200" dirty="fals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noProof="false" err="true"/>
              <a:t>请输入正文内容</a:t>
            </a:r>
            <a:endParaRPr lang="en-US" noProof="false"/>
          </a:p>
        </p:txBody>
      </p:sp>
      <p:sp>
        <p:nvSpPr>
          <p:cNvPr id="1053" name="Text Placeholder 12"/>
          <p:cNvSpPr>
            <a:spLocks noGrp="true"/>
          </p:cNvSpPr>
          <p:nvPr>
            <p:ph type="body" sz="quarter" idx="37" hasCustomPrompt="true"/>
          </p:nvPr>
        </p:nvSpPr>
        <p:spPr>
          <a:xfrm>
            <a:off x="6205961" y="4218148"/>
            <a:ext cx="2603539" cy="1369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lang="en-US" sz="1100" b="false" i="false" kern="1200" cap="all" spc="150" baseline="0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sz="1200"/>
            </a:lvl3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请输入副标题</a:t>
            </a:r>
            <a:endParaRPr lang="en-US" altLang="zh-CN" noProof="false"/>
          </a:p>
        </p:txBody>
      </p:sp>
      <p:sp>
        <p:nvSpPr>
          <p:cNvPr id="1054" name="Text Placeholder 5"/>
          <p:cNvSpPr>
            <a:spLocks noGrp="true"/>
          </p:cNvSpPr>
          <p:nvPr>
            <p:ph type="body" sz="quarter" idx="38" hasCustomPrompt="true"/>
          </p:nvPr>
        </p:nvSpPr>
        <p:spPr>
          <a:xfrm>
            <a:off x="6203950" y="4414214"/>
            <a:ext cx="2603539" cy="759218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lang="en-US" altLang="en-US" sz="28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请输入标题</a:t>
            </a:r>
            <a:endParaRPr lang="en-US" altLang="zh-CN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请输入标题</a:t>
            </a:r>
            <a:endParaRPr lang="en-US" noProof="false"/>
          </a:p>
        </p:txBody>
      </p:sp>
      <p:sp>
        <p:nvSpPr>
          <p:cNvPr id="1055" name="Text Placeholder 12"/>
          <p:cNvSpPr>
            <a:spLocks noGrp="true"/>
          </p:cNvSpPr>
          <p:nvPr>
            <p:ph type="body" sz="quarter" idx="39" hasCustomPrompt="true"/>
          </p:nvPr>
        </p:nvSpPr>
        <p:spPr>
          <a:xfrm>
            <a:off x="6203950" y="5323351"/>
            <a:ext cx="2603539" cy="75921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00" b="false" i="false" kern="1200" cap="none" spc="0" baseline="0" noProof="false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lang="en-GB" sz="1200" kern="1200" dirty="fals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请输入正文内容</a:t>
            </a:r>
            <a:endParaRPr lang="en-US" altLang="zh-CN" noProof="false"/>
          </a:p>
        </p:txBody>
      </p:sp>
      <p:sp>
        <p:nvSpPr>
          <p:cNvPr id="1056" name="Text Placeholder 12"/>
          <p:cNvSpPr>
            <a:spLocks noGrp="true"/>
          </p:cNvSpPr>
          <p:nvPr>
            <p:ph type="body" sz="quarter" idx="40" hasCustomPrompt="true"/>
          </p:nvPr>
        </p:nvSpPr>
        <p:spPr>
          <a:xfrm>
            <a:off x="9081096" y="4218148"/>
            <a:ext cx="2603539" cy="1369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lang="en-US" sz="1100" b="false" i="false" kern="1200" cap="all" spc="150" baseline="0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sz="1200"/>
            </a:lvl3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请输入副标题</a:t>
            </a:r>
            <a:endParaRPr lang="en-US" altLang="zh-CN" noProof="false"/>
          </a:p>
        </p:txBody>
      </p:sp>
      <p:sp>
        <p:nvSpPr>
          <p:cNvPr id="1057" name="Text Placeholder 5"/>
          <p:cNvSpPr>
            <a:spLocks noGrp="true"/>
          </p:cNvSpPr>
          <p:nvPr>
            <p:ph type="body" sz="quarter" idx="41" hasCustomPrompt="true"/>
          </p:nvPr>
        </p:nvSpPr>
        <p:spPr>
          <a:xfrm>
            <a:off x="9079085" y="4414214"/>
            <a:ext cx="2603539" cy="759218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lang="en-US" altLang="en-US" sz="28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请输入标题</a:t>
            </a:r>
            <a:endParaRPr lang="en-US" altLang="zh-CN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请输入标题</a:t>
            </a:r>
            <a:endParaRPr lang="en-US" noProof="false"/>
          </a:p>
        </p:txBody>
      </p:sp>
      <p:sp>
        <p:nvSpPr>
          <p:cNvPr id="1058" name="Text Placeholder 12"/>
          <p:cNvSpPr>
            <a:spLocks noGrp="true"/>
          </p:cNvSpPr>
          <p:nvPr>
            <p:ph type="body" sz="quarter" idx="42" hasCustomPrompt="true"/>
          </p:nvPr>
        </p:nvSpPr>
        <p:spPr>
          <a:xfrm>
            <a:off x="9079085" y="5323351"/>
            <a:ext cx="2603539" cy="75921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00" b="false" i="false" kern="1200" cap="none" spc="0" baseline="0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lang="en-GB" sz="1200" kern="1200" dirty="fals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请输入正文内容</a:t>
            </a:r>
            <a:endParaRPr lang="en-US" altLang="zh-CN" noProof="false"/>
          </a:p>
        </p:txBody>
      </p:sp>
    </p:spTree>
  </p:cSld>
  <p:clrMapOvr>
    <a:masterClrMapping/>
  </p:clrMapOvr>
</p:sldLayout>
</file>

<file path=ppt/slideLayouts/slideLayout182.xml><?xml version="1.0" encoding="utf-8"?>
<p:sldLayout xmlns:a="http://schemas.openxmlformats.org/drawingml/2006/main" xmlns:p="http://schemas.openxmlformats.org/presentationml/2006/main">
  <p:cSld name="1_Content blocks 4 column small 2">
    <p:bg>
      <p:bgPr>
        <a:solidFill>
          <a:schemeClr val="tx1"/>
        </a:solidFill>
        <a:effectLst/>
      </p:bgPr>
    </p:bg>
    <p:spTree>
      <p:nvGrpSpPr>
        <p:cNvPr id="105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1061" name="Text Placeholder 10"/>
          <p:cNvSpPr>
            <a:spLocks noGrp="true"/>
          </p:cNvSpPr>
          <p:nvPr>
            <p:ph type="body" sz="quarter" idx="19" hasCustomPrompt="true"/>
          </p:nvPr>
        </p:nvSpPr>
        <p:spPr>
          <a:xfrm>
            <a:off x="498475" y="5128696"/>
            <a:ext cx="2590148" cy="856484"/>
          </a:xfrm>
        </p:spPr>
        <p:txBody>
          <a:bodyPr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lang="en-US" altLang="zh-TW" sz="2000" b="true" i="false" kern="1200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  <a:lvl2pPr marL="457200" indent="0">
              <a:lnSpc>
                <a:spcPct val="80000"/>
              </a:lnSpc>
              <a:spcBef>
                <a:spcPts val="0"/>
              </a:spcBef>
              <a:buNone/>
              <a:defRPr sz="2400" b="false" i="false" spc="-50" baseline="0">
                <a:solidFill>
                  <a:schemeClr val="bg1"/>
                </a:solidFill>
                <a:latin typeface="Noto Sans S Chinese Regular" panose="020B0500000000000000" pitchFamily="34" charset="-128"/>
              </a:defRPr>
            </a:lvl2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en-US" altLang="zh-TW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zh-TW" altLang="en-US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en-US" altLang="zh-TW" noProof="false"/>
          </a:p>
        </p:txBody>
      </p:sp>
      <p:sp>
        <p:nvSpPr>
          <p:cNvPr id="1062" name="Text Placeholder 8"/>
          <p:cNvSpPr>
            <a:spLocks noGrp="true"/>
          </p:cNvSpPr>
          <p:nvPr>
            <p:ph type="body" sz="quarter" idx="21" hasCustomPrompt="true"/>
          </p:nvPr>
        </p:nvSpPr>
        <p:spPr>
          <a:xfrm>
            <a:off x="506640" y="4250254"/>
            <a:ext cx="2594650" cy="756000"/>
          </a:xfrm>
        </p:spPr>
        <p:txBody>
          <a:bodyPr>
            <a:noAutofit/>
          </a:bodyPr>
          <a:lstStyle>
            <a:lvl1pPr marL="0" indent="0">
              <a:buNone/>
              <a:defRPr lang="en-US" sz="4400" b="true" i="false" kern="1200" noProof="false" dirty="false">
                <a:solidFill>
                  <a:srgbClr val="F55600"/>
                </a:solidFill>
                <a:latin typeface="+mj-lt"/>
                <a:ea typeface="Noto Sans S Chinese Regular" panose="020B0500000000000000" pitchFamily="34" charset="-128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noProof="false"/>
              <a:t>#$%</a:t>
            </a:r>
            <a:endParaRPr lang="en-US" noProof="false"/>
          </a:p>
        </p:txBody>
      </p:sp>
      <p:sp>
        <p:nvSpPr>
          <p:cNvPr id="1063" name="Picture Placeholder 7"/>
          <p:cNvSpPr>
            <a:spLocks noGrp="true"/>
          </p:cNvSpPr>
          <p:nvPr>
            <p:ph type="pic" sz="quarter" idx="17" hasCustomPrompt="true"/>
          </p:nvPr>
        </p:nvSpPr>
        <p:spPr>
          <a:xfrm>
            <a:off x="507365" y="2596808"/>
            <a:ext cx="1047915" cy="1147948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单击插入图标</a:t>
            </a:r>
            <a:endParaRPr lang="zh-TW" altLang="en-US" noProof="false"/>
          </a:p>
        </p:txBody>
      </p:sp>
      <p:sp>
        <p:nvSpPr>
          <p:cNvPr id="1064" name="Picture Placeholder 7"/>
          <p:cNvSpPr>
            <a:spLocks noGrp="true"/>
          </p:cNvSpPr>
          <p:nvPr>
            <p:ph type="pic" sz="quarter" idx="30" hasCustomPrompt="true"/>
          </p:nvPr>
        </p:nvSpPr>
        <p:spPr>
          <a:xfrm>
            <a:off x="3393400" y="2596808"/>
            <a:ext cx="1047915" cy="1147948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单击插入图标</a:t>
            </a:r>
            <a:endParaRPr lang="zh-TW" altLang="en-US" noProof="false"/>
          </a:p>
        </p:txBody>
      </p:sp>
      <p:sp>
        <p:nvSpPr>
          <p:cNvPr id="1065" name="Picture Placeholder 7"/>
          <p:cNvSpPr>
            <a:spLocks noGrp="true"/>
          </p:cNvSpPr>
          <p:nvPr>
            <p:ph type="pic" sz="quarter" idx="23" hasCustomPrompt="true"/>
          </p:nvPr>
        </p:nvSpPr>
        <p:spPr>
          <a:xfrm>
            <a:off x="6203950" y="2596808"/>
            <a:ext cx="1047915" cy="1147948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单击插入图标</a:t>
            </a:r>
            <a:endParaRPr lang="zh-TW" altLang="en-US" noProof="false"/>
          </a:p>
        </p:txBody>
      </p:sp>
      <p:sp>
        <p:nvSpPr>
          <p:cNvPr id="1066" name="Picture Placeholder 7"/>
          <p:cNvSpPr>
            <a:spLocks noGrp="true"/>
          </p:cNvSpPr>
          <p:nvPr>
            <p:ph type="pic" sz="quarter" idx="32" hasCustomPrompt="true"/>
          </p:nvPr>
        </p:nvSpPr>
        <p:spPr>
          <a:xfrm>
            <a:off x="9089985" y="2596808"/>
            <a:ext cx="1047915" cy="1147948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单击插入图标</a:t>
            </a:r>
            <a:endParaRPr lang="zh-TW" altLang="en-US" noProof="false"/>
          </a:p>
        </p:txBody>
      </p:sp>
      <p:sp>
        <p:nvSpPr>
          <p:cNvPr id="1067" name="Text Placeholder 10"/>
          <p:cNvSpPr>
            <a:spLocks noGrp="true"/>
          </p:cNvSpPr>
          <p:nvPr>
            <p:ph type="body" sz="quarter" idx="33" hasCustomPrompt="true"/>
          </p:nvPr>
        </p:nvSpPr>
        <p:spPr>
          <a:xfrm>
            <a:off x="3393400" y="5128696"/>
            <a:ext cx="2590148" cy="856484"/>
          </a:xfrm>
        </p:spPr>
        <p:txBody>
          <a:bodyPr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lang="zh-TW" altLang="en-US" sz="2000" b="true" i="false" kern="1200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  <a:lvl2pPr marL="457200" indent="0">
              <a:lnSpc>
                <a:spcPct val="80000"/>
              </a:lnSpc>
              <a:spcBef>
                <a:spcPts val="0"/>
              </a:spcBef>
              <a:buNone/>
              <a:defRPr sz="2400" b="false" i="false" spc="-50" baseline="0">
                <a:solidFill>
                  <a:schemeClr val="bg1"/>
                </a:solidFill>
                <a:latin typeface="Noto Sans S Chinese Regular" panose="020B0500000000000000" pitchFamily="34" charset="-128"/>
              </a:defRPr>
            </a:lvl2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en-US" altLang="zh-TW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zh-TW" altLang="en-US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zh-TW" altLang="en-US" noProof="false"/>
          </a:p>
          <a:p>
            <a:pPr marL="0" lvl="0" indent="0" algn="l" defTabSz="914400" rtl="false" eaLnBrk="true" latinLnBrk="false" hangingPunct="true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noProof="false"/>
          </a:p>
        </p:txBody>
      </p:sp>
      <p:sp>
        <p:nvSpPr>
          <p:cNvPr id="1068" name="Text Placeholder 8"/>
          <p:cNvSpPr>
            <a:spLocks noGrp="true"/>
          </p:cNvSpPr>
          <p:nvPr>
            <p:ph type="body" sz="quarter" idx="34" hasCustomPrompt="true"/>
          </p:nvPr>
        </p:nvSpPr>
        <p:spPr>
          <a:xfrm>
            <a:off x="3401565" y="4250254"/>
            <a:ext cx="2594650" cy="756000"/>
          </a:xfrm>
        </p:spPr>
        <p:txBody>
          <a:bodyPr>
            <a:noAutofit/>
          </a:bodyPr>
          <a:lstStyle>
            <a:lvl1pPr marL="0" indent="0">
              <a:buNone/>
              <a:defRPr lang="en-US" sz="4400" b="true" i="false" kern="1200" noProof="false" dirty="false">
                <a:solidFill>
                  <a:srgbClr val="F55600"/>
                </a:solidFill>
                <a:latin typeface="+mj-lt"/>
                <a:ea typeface="Noto Sans S Chinese Regular" panose="020B0500000000000000" pitchFamily="34" charset="-128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noProof="false"/>
              <a:t>#$%</a:t>
            </a:r>
            <a:endParaRPr lang="en-US" noProof="false"/>
          </a:p>
        </p:txBody>
      </p:sp>
      <p:sp>
        <p:nvSpPr>
          <p:cNvPr id="1069" name="Text Placeholder 10"/>
          <p:cNvSpPr>
            <a:spLocks noGrp="true"/>
          </p:cNvSpPr>
          <p:nvPr>
            <p:ph type="body" sz="quarter" idx="35" hasCustomPrompt="true"/>
          </p:nvPr>
        </p:nvSpPr>
        <p:spPr>
          <a:xfrm>
            <a:off x="6203950" y="5128696"/>
            <a:ext cx="2590148" cy="856484"/>
          </a:xfrm>
        </p:spPr>
        <p:txBody>
          <a:bodyPr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lang="zh-TW" altLang="en-US" sz="2000" b="true" i="false" kern="1200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  <a:lvl2pPr marL="457200" indent="0">
              <a:lnSpc>
                <a:spcPct val="80000"/>
              </a:lnSpc>
              <a:spcBef>
                <a:spcPts val="0"/>
              </a:spcBef>
              <a:buNone/>
              <a:defRPr sz="2400" b="false" i="false" spc="-50" baseline="0">
                <a:solidFill>
                  <a:schemeClr val="bg1"/>
                </a:solidFill>
                <a:latin typeface="Noto Sans S Chinese Regular" panose="020B0500000000000000" pitchFamily="34" charset="-128"/>
              </a:defRPr>
            </a:lvl2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en-US" altLang="zh-TW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en-US" altLang="zh-TW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zh-TW" altLang="en-US" noProof="false"/>
          </a:p>
          <a:p>
            <a:pPr marL="0" marR="0" lvl="0" indent="0" algn="l" defTabSz="914400" rtl="false" eaLnBrk="true" fontAlgn="auto" latinLnBrk="false" hangingPunct="true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lang="zh-TW" altLang="en-US" noProof="false"/>
          </a:p>
          <a:p>
            <a:pPr marL="0" lvl="0" indent="0" algn="l" defTabSz="914400" rtl="false" eaLnBrk="true" latinLnBrk="false" hangingPunct="true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noProof="false"/>
          </a:p>
        </p:txBody>
      </p:sp>
      <p:sp>
        <p:nvSpPr>
          <p:cNvPr id="1070" name="Text Placeholder 8"/>
          <p:cNvSpPr>
            <a:spLocks noGrp="true"/>
          </p:cNvSpPr>
          <p:nvPr>
            <p:ph type="body" sz="quarter" idx="36" hasCustomPrompt="true"/>
          </p:nvPr>
        </p:nvSpPr>
        <p:spPr>
          <a:xfrm>
            <a:off x="6212115" y="4250254"/>
            <a:ext cx="2594650" cy="756000"/>
          </a:xfrm>
        </p:spPr>
        <p:txBody>
          <a:bodyPr>
            <a:noAutofit/>
          </a:bodyPr>
          <a:lstStyle>
            <a:lvl1pPr marL="0" indent="0">
              <a:buNone/>
              <a:defRPr lang="en-US" sz="4400" b="true" i="false" kern="1200" noProof="false" dirty="false">
                <a:solidFill>
                  <a:srgbClr val="F55600"/>
                </a:solidFill>
                <a:latin typeface="+mj-lt"/>
                <a:ea typeface="Noto Sans S Chinese Regular" panose="020B0500000000000000" pitchFamily="34" charset="-128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noProof="false"/>
              <a:t>#$%</a:t>
            </a:r>
            <a:endParaRPr lang="en-US" noProof="false"/>
          </a:p>
        </p:txBody>
      </p:sp>
      <p:sp>
        <p:nvSpPr>
          <p:cNvPr id="1071" name="Text Placeholder 10"/>
          <p:cNvSpPr>
            <a:spLocks noGrp="true"/>
          </p:cNvSpPr>
          <p:nvPr>
            <p:ph type="body" sz="quarter" idx="37" hasCustomPrompt="true"/>
          </p:nvPr>
        </p:nvSpPr>
        <p:spPr>
          <a:xfrm>
            <a:off x="9089985" y="5128696"/>
            <a:ext cx="2590148" cy="856484"/>
          </a:xfrm>
        </p:spPr>
        <p:txBody>
          <a:bodyPr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lang="zh-TW" altLang="en-US" sz="2000" b="true" i="false" kern="1200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  <a:lvl2pPr marL="457200" indent="0">
              <a:lnSpc>
                <a:spcPct val="80000"/>
              </a:lnSpc>
              <a:spcBef>
                <a:spcPts val="0"/>
              </a:spcBef>
              <a:buNone/>
              <a:defRPr sz="2400" b="false" i="false" spc="-50" baseline="0">
                <a:solidFill>
                  <a:schemeClr val="bg1"/>
                </a:solidFill>
                <a:latin typeface="Noto Sans S Chinese Regular" panose="020B0500000000000000" pitchFamily="34" charset="-128"/>
              </a:defRPr>
            </a:lvl2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zh-TW" altLang="en-US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zh-TW" altLang="en-US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zh-TW" altLang="en-US" noProof="false"/>
          </a:p>
        </p:txBody>
      </p:sp>
      <p:sp>
        <p:nvSpPr>
          <p:cNvPr id="1072" name="Text Placeholder 8"/>
          <p:cNvSpPr>
            <a:spLocks noGrp="true"/>
          </p:cNvSpPr>
          <p:nvPr>
            <p:ph type="body" sz="quarter" idx="38" hasCustomPrompt="true"/>
          </p:nvPr>
        </p:nvSpPr>
        <p:spPr>
          <a:xfrm>
            <a:off x="9098150" y="4250254"/>
            <a:ext cx="2594650" cy="756000"/>
          </a:xfrm>
        </p:spPr>
        <p:txBody>
          <a:bodyPr>
            <a:noAutofit/>
          </a:bodyPr>
          <a:lstStyle>
            <a:lvl1pPr marL="0" indent="0">
              <a:buNone/>
              <a:defRPr lang="en-US" sz="4400" b="true" i="false" kern="1200" noProof="false" dirty="false">
                <a:solidFill>
                  <a:srgbClr val="F55600"/>
                </a:solidFill>
                <a:latin typeface="+mj-lt"/>
                <a:ea typeface="Noto Sans S Chinese Regular" panose="020B0500000000000000" pitchFamily="34" charset="-128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noProof="false"/>
              <a:t>#$%</a:t>
            </a:r>
            <a:endParaRPr lang="en-US" noProof="false"/>
          </a:p>
        </p:txBody>
      </p:sp>
      <p:sp>
        <p:nvSpPr>
          <p:cNvPr id="1073" name="Title 1"/>
          <p:cNvSpPr>
            <a:spLocks noGrp="true"/>
          </p:cNvSpPr>
          <p:nvPr>
            <p:ph type="title" hasCustomPrompt="true"/>
          </p:nvPr>
        </p:nvSpPr>
        <p:spPr>
          <a:xfrm>
            <a:off x="507365" y="500062"/>
            <a:ext cx="11186160" cy="525463"/>
          </a:xfrm>
        </p:spPr>
        <p:txBody>
          <a:bodyPr anchor="ctr">
            <a:noAutofit/>
          </a:bodyPr>
          <a:lstStyle>
            <a:lvl1pPr algn="l" defTabSz="914400" rtl="false" eaLnBrk="true" latinLnBrk="false" hangingPunct="true">
              <a:lnSpc>
                <a:spcPct val="80000"/>
              </a:lnSpc>
              <a:spcBef>
                <a:spcPct val="1"/>
              </a:spcBef>
              <a:buNone/>
              <a:defRPr lang="en-US" sz="3800" b="true" i="false" kern="1200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j-cs"/>
              </a:defRPr>
            </a:lvl1pPr>
          </a:lstStyle>
          <a:p>
            <a:pPr/>
            <a:r>
              <a:rPr lang="en-US" altLang="zh-CN" noProof="false" err="true"/>
              <a:t>请输入标题</a:t>
            </a:r>
            <a:endParaRPr lang="en-US" noProof="false"/>
          </a:p>
        </p:txBody>
      </p:sp>
      <p:sp>
        <p:nvSpPr>
          <p:cNvPr id="1074" name="Text Placeholder 8"/>
          <p:cNvSpPr>
            <a:spLocks noGrp="true"/>
          </p:cNvSpPr>
          <p:nvPr>
            <p:ph type="body" sz="quarter" idx="39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noProof="false" err="true"/>
              <a:t>来源</a:t>
            </a:r>
            <a:r>
              <a:rPr lang="zh-CN" altLang="en-US" noProof="false"/>
              <a:t>：</a:t>
            </a:r>
            <a:endParaRPr lang="en-US" noProof="false"/>
          </a:p>
        </p:txBody>
      </p:sp>
    </p:spTree>
  </p:cSld>
  <p:clrMapOvr>
    <a:masterClrMapping/>
  </p:clrMapOvr>
</p:sldLayout>
</file>

<file path=ppt/slideLayouts/slideLayout183.xml><?xml version="1.0" encoding="utf-8"?>
<p:sldLayout xmlns:a="http://schemas.openxmlformats.org/drawingml/2006/main" xmlns:p="http://schemas.openxmlformats.org/presentationml/2006/main">
  <p:cSld name="3_Content blocks 4 column small 3">
    <p:bg>
      <p:bgPr>
        <a:solidFill>
          <a:schemeClr val="tx1"/>
        </a:solidFill>
        <a:effectLst/>
      </p:bgPr>
    </p:bg>
    <p:spTree>
      <p:nvGrpSpPr>
        <p:cNvPr id="107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1077" name="Picture Placeholder 7"/>
          <p:cNvSpPr>
            <a:spLocks noGrp="true"/>
          </p:cNvSpPr>
          <p:nvPr>
            <p:ph type="pic" sz="quarter" idx="17" hasCustomPrompt="true"/>
          </p:nvPr>
        </p:nvSpPr>
        <p:spPr>
          <a:xfrm>
            <a:off x="507365" y="2596808"/>
            <a:ext cx="1047915" cy="1147948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单击插入图标</a:t>
            </a:r>
            <a:endParaRPr lang="zh-TW" altLang="en-US" noProof="false"/>
          </a:p>
        </p:txBody>
      </p:sp>
      <p:sp>
        <p:nvSpPr>
          <p:cNvPr id="1078" name="Picture Placeholder 7"/>
          <p:cNvSpPr>
            <a:spLocks noGrp="true"/>
          </p:cNvSpPr>
          <p:nvPr>
            <p:ph type="pic" sz="quarter" idx="21" hasCustomPrompt="true"/>
          </p:nvPr>
        </p:nvSpPr>
        <p:spPr>
          <a:xfrm>
            <a:off x="3393400" y="2596808"/>
            <a:ext cx="1047915" cy="1147948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单击插入图标</a:t>
            </a:r>
            <a:endParaRPr lang="zh-TW" altLang="en-US" noProof="false"/>
          </a:p>
        </p:txBody>
      </p:sp>
      <p:sp>
        <p:nvSpPr>
          <p:cNvPr id="1079" name="Picture Placeholder 7"/>
          <p:cNvSpPr>
            <a:spLocks noGrp="true"/>
          </p:cNvSpPr>
          <p:nvPr>
            <p:ph type="pic" sz="quarter" idx="25" hasCustomPrompt="true"/>
          </p:nvPr>
        </p:nvSpPr>
        <p:spPr>
          <a:xfrm>
            <a:off x="6203950" y="2596808"/>
            <a:ext cx="1047915" cy="1147948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单击插入图标</a:t>
            </a:r>
            <a:endParaRPr lang="zh-TW" altLang="en-US" noProof="false"/>
          </a:p>
        </p:txBody>
      </p:sp>
      <p:sp>
        <p:nvSpPr>
          <p:cNvPr id="1080" name="Picture Placeholder 7"/>
          <p:cNvSpPr>
            <a:spLocks noGrp="true"/>
          </p:cNvSpPr>
          <p:nvPr>
            <p:ph type="pic" sz="quarter" idx="27" hasCustomPrompt="true"/>
          </p:nvPr>
        </p:nvSpPr>
        <p:spPr>
          <a:xfrm>
            <a:off x="9089985" y="2596808"/>
            <a:ext cx="1047915" cy="1147948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单击插入图标</a:t>
            </a:r>
            <a:endParaRPr lang="zh-TW" altLang="en-US" noProof="false"/>
          </a:p>
        </p:txBody>
      </p:sp>
      <p:sp>
        <p:nvSpPr>
          <p:cNvPr id="1081" name="Title 1"/>
          <p:cNvSpPr>
            <a:spLocks noGrp="true"/>
          </p:cNvSpPr>
          <p:nvPr>
            <p:ph type="title" hasCustomPrompt="true"/>
          </p:nvPr>
        </p:nvSpPr>
        <p:spPr>
          <a:xfrm>
            <a:off x="507365" y="500062"/>
            <a:ext cx="11186160" cy="525463"/>
          </a:xfrm>
        </p:spPr>
        <p:txBody>
          <a:bodyPr anchor="ctr">
            <a:noAutofit/>
          </a:bodyPr>
          <a:lstStyle>
            <a:lvl1pPr algn="l" defTabSz="914400" rtl="false" eaLnBrk="true" latinLnBrk="false" hangingPunct="true">
              <a:lnSpc>
                <a:spcPct val="80000"/>
              </a:lnSpc>
              <a:spcBef>
                <a:spcPct val="1"/>
              </a:spcBef>
              <a:buNone/>
              <a:defRPr lang="en-US" sz="3800" b="true" i="false" kern="1200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j-cs"/>
              </a:defRPr>
            </a:lvl1pPr>
          </a:lstStyle>
          <a:p>
            <a:pPr/>
            <a:r>
              <a:rPr lang="en-US" altLang="zh-CN" noProof="false" err="true"/>
              <a:t>请输入标题</a:t>
            </a:r>
            <a:endParaRPr lang="en-US" noProof="false"/>
          </a:p>
        </p:txBody>
      </p:sp>
      <p:sp>
        <p:nvSpPr>
          <p:cNvPr id="1082" name="Text Placeholder 8"/>
          <p:cNvSpPr>
            <a:spLocks noGrp="true"/>
          </p:cNvSpPr>
          <p:nvPr>
            <p:ph type="body" sz="quarter" idx="23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noProof="false" err="true"/>
              <a:t>来源</a:t>
            </a:r>
            <a:r>
              <a:rPr lang="zh-CN" altLang="en-US" noProof="false"/>
              <a:t>：</a:t>
            </a:r>
            <a:endParaRPr lang="en-US" noProof="false"/>
          </a:p>
        </p:txBody>
      </p:sp>
      <p:sp>
        <p:nvSpPr>
          <p:cNvPr id="1083" name="Text Placeholder 12"/>
          <p:cNvSpPr>
            <a:spLocks noGrp="true"/>
          </p:cNvSpPr>
          <p:nvPr>
            <p:ph type="body" sz="quarter" idx="31" hasCustomPrompt="true"/>
          </p:nvPr>
        </p:nvSpPr>
        <p:spPr>
          <a:xfrm>
            <a:off x="498473" y="4218148"/>
            <a:ext cx="2603539" cy="1369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lang="en-US" sz="1100" b="false" i="false" kern="1200" cap="all" spc="150" baseline="0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sz="1200"/>
            </a:lvl3pPr>
          </a:lstStyle>
          <a:p>
            <a:pPr lvl="0"/>
            <a:r>
              <a:rPr lang="en-US" noProof="false" err="true"/>
              <a:t>请输入副标题</a:t>
            </a:r>
            <a:endParaRPr lang="en-US" noProof="false"/>
          </a:p>
        </p:txBody>
      </p:sp>
      <p:sp>
        <p:nvSpPr>
          <p:cNvPr id="1084" name="Text Placeholder 5"/>
          <p:cNvSpPr>
            <a:spLocks noGrp="true"/>
          </p:cNvSpPr>
          <p:nvPr>
            <p:ph type="body" sz="quarter" idx="24" hasCustomPrompt="true"/>
          </p:nvPr>
        </p:nvSpPr>
        <p:spPr>
          <a:xfrm>
            <a:off x="496462" y="4414214"/>
            <a:ext cx="2603539" cy="12497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lang="en-US" altLang="zh-TW" sz="2800" b="true" i="false" kern="1200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en-US" altLang="zh-TW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en-US" altLang="zh-TW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en-US" altLang="zh-TW" noProof="false"/>
          </a:p>
        </p:txBody>
      </p:sp>
      <p:sp>
        <p:nvSpPr>
          <p:cNvPr id="1085" name="Text Placeholder 12"/>
          <p:cNvSpPr>
            <a:spLocks noGrp="true"/>
          </p:cNvSpPr>
          <p:nvPr>
            <p:ph type="body" sz="quarter" idx="34" hasCustomPrompt="true"/>
          </p:nvPr>
        </p:nvSpPr>
        <p:spPr>
          <a:xfrm>
            <a:off x="3384511" y="4218148"/>
            <a:ext cx="2603539" cy="1369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lang="en-US" sz="1100" b="false" i="false" kern="1200" cap="all" spc="150" baseline="0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sz="1200"/>
            </a:lvl3pPr>
          </a:lstStyle>
          <a:p>
            <a:pPr lvl="0"/>
            <a:r>
              <a:rPr lang="en-US" noProof="false" err="true"/>
              <a:t>请输入副标题</a:t>
            </a:r>
            <a:endParaRPr lang="en-US" noProof="false"/>
          </a:p>
        </p:txBody>
      </p:sp>
      <p:sp>
        <p:nvSpPr>
          <p:cNvPr id="1086" name="Text Placeholder 5"/>
          <p:cNvSpPr>
            <a:spLocks noGrp="true"/>
          </p:cNvSpPr>
          <p:nvPr>
            <p:ph type="body" sz="quarter" idx="35" hasCustomPrompt="true"/>
          </p:nvPr>
        </p:nvSpPr>
        <p:spPr>
          <a:xfrm>
            <a:off x="3382500" y="4414214"/>
            <a:ext cx="2603539" cy="12497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lang="en-US" altLang="zh-TW" sz="2800" b="true" i="false" kern="1200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en-US" altLang="zh-TW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en-US" altLang="zh-TW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en-US" altLang="zh-TW" noProof="false"/>
          </a:p>
        </p:txBody>
      </p:sp>
      <p:sp>
        <p:nvSpPr>
          <p:cNvPr id="1087" name="Text Placeholder 12"/>
          <p:cNvSpPr>
            <a:spLocks noGrp="true"/>
          </p:cNvSpPr>
          <p:nvPr>
            <p:ph type="body" sz="quarter" idx="37" hasCustomPrompt="true"/>
          </p:nvPr>
        </p:nvSpPr>
        <p:spPr>
          <a:xfrm>
            <a:off x="6205961" y="4218148"/>
            <a:ext cx="2603539" cy="1369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lang="en-US" sz="1100" b="false" i="false" kern="1200" cap="all" spc="150" baseline="0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sz="1200"/>
            </a:lvl3pPr>
          </a:lstStyle>
          <a:p>
            <a:pPr lvl="0"/>
            <a:r>
              <a:rPr lang="en-US" noProof="false" err="true"/>
              <a:t>请输入副标题</a:t>
            </a:r>
            <a:endParaRPr lang="en-US" noProof="false"/>
          </a:p>
        </p:txBody>
      </p:sp>
      <p:sp>
        <p:nvSpPr>
          <p:cNvPr id="1088" name="Text Placeholder 5"/>
          <p:cNvSpPr>
            <a:spLocks noGrp="true"/>
          </p:cNvSpPr>
          <p:nvPr>
            <p:ph type="body" sz="quarter" idx="38" hasCustomPrompt="true"/>
          </p:nvPr>
        </p:nvSpPr>
        <p:spPr>
          <a:xfrm>
            <a:off x="6203950" y="4414214"/>
            <a:ext cx="2603539" cy="12497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lang="en-US" altLang="zh-TW" sz="2800" b="true" i="false" kern="1200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en-US" altLang="zh-TW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en-US" altLang="zh-TW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en-US" altLang="zh-TW" noProof="false"/>
          </a:p>
        </p:txBody>
      </p:sp>
      <p:sp>
        <p:nvSpPr>
          <p:cNvPr id="1089" name="Text Placeholder 12"/>
          <p:cNvSpPr>
            <a:spLocks noGrp="true"/>
          </p:cNvSpPr>
          <p:nvPr>
            <p:ph type="body" sz="quarter" idx="40" hasCustomPrompt="true"/>
          </p:nvPr>
        </p:nvSpPr>
        <p:spPr>
          <a:xfrm>
            <a:off x="9081096" y="4218148"/>
            <a:ext cx="2603539" cy="1369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lang="en-US" sz="1100" b="false" i="false" kern="1200" cap="all" spc="150" baseline="0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sz="1200"/>
            </a:lvl3pPr>
          </a:lstStyle>
          <a:p>
            <a:pPr lvl="0"/>
            <a:r>
              <a:rPr lang="en-US" noProof="false" err="true"/>
              <a:t>请输入副标题</a:t>
            </a:r>
            <a:endParaRPr lang="en-US" noProof="false"/>
          </a:p>
        </p:txBody>
      </p:sp>
      <p:sp>
        <p:nvSpPr>
          <p:cNvPr id="1090" name="Text Placeholder 5"/>
          <p:cNvSpPr>
            <a:spLocks noGrp="true"/>
          </p:cNvSpPr>
          <p:nvPr>
            <p:ph type="body" sz="quarter" idx="41" hasCustomPrompt="true"/>
          </p:nvPr>
        </p:nvSpPr>
        <p:spPr>
          <a:xfrm>
            <a:off x="9079085" y="4414214"/>
            <a:ext cx="2603539" cy="12497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lang="en-US" altLang="zh-TW" sz="2800" b="true" i="false" kern="1200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en-US" altLang="zh-TW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en-US" altLang="zh-TW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en-US" altLang="zh-TW" noProof="false"/>
          </a:p>
          <a:p>
            <a:pPr marL="0" lvl="0" indent="0" algn="l" defTabSz="914400" rtl="false" eaLnBrk="true" latinLnBrk="false" hangingPunct="true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noProof="false"/>
          </a:p>
        </p:txBody>
      </p:sp>
    </p:spTree>
  </p:cSld>
  <p:clrMapOvr>
    <a:masterClrMapping/>
  </p:clrMapOvr>
</p:sldLayout>
</file>

<file path=ppt/slideLayouts/slideLayout184.xml><?xml version="1.0" encoding="utf-8"?>
<p:sldLayout xmlns:a="http://schemas.openxmlformats.org/drawingml/2006/main" xmlns:p="http://schemas.openxmlformats.org/presentationml/2006/main">
  <p:cSld name="1_Content blocks 4 column small 3">
    <p:bg>
      <p:bgPr>
        <a:solidFill>
          <a:schemeClr val="tx1"/>
        </a:solidFill>
        <a:effectLst/>
      </p:bgPr>
    </p:bg>
    <p:spTree>
      <p:nvGrpSpPr>
        <p:cNvPr id="109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2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1093" name="Picture Placeholder 7"/>
          <p:cNvSpPr>
            <a:spLocks noGrp="true"/>
          </p:cNvSpPr>
          <p:nvPr>
            <p:ph type="pic" sz="quarter" idx="17" hasCustomPrompt="true"/>
          </p:nvPr>
        </p:nvSpPr>
        <p:spPr>
          <a:xfrm>
            <a:off x="507365" y="2596808"/>
            <a:ext cx="1047915" cy="1147948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单击插入图标</a:t>
            </a:r>
            <a:endParaRPr lang="zh-TW" altLang="en-US" noProof="false"/>
          </a:p>
        </p:txBody>
      </p:sp>
      <p:sp>
        <p:nvSpPr>
          <p:cNvPr id="1094" name="Picture Placeholder 7"/>
          <p:cNvSpPr>
            <a:spLocks noGrp="true"/>
          </p:cNvSpPr>
          <p:nvPr>
            <p:ph type="pic" sz="quarter" idx="21" hasCustomPrompt="true"/>
          </p:nvPr>
        </p:nvSpPr>
        <p:spPr>
          <a:xfrm>
            <a:off x="3393400" y="2596808"/>
            <a:ext cx="1047915" cy="1147948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单击插入图标</a:t>
            </a:r>
            <a:endParaRPr lang="zh-TW" altLang="en-US" noProof="false"/>
          </a:p>
        </p:txBody>
      </p:sp>
      <p:sp>
        <p:nvSpPr>
          <p:cNvPr id="1095" name="Picture Placeholder 7"/>
          <p:cNvSpPr>
            <a:spLocks noGrp="true"/>
          </p:cNvSpPr>
          <p:nvPr>
            <p:ph type="pic" sz="quarter" idx="25" hasCustomPrompt="true"/>
          </p:nvPr>
        </p:nvSpPr>
        <p:spPr>
          <a:xfrm>
            <a:off x="6203950" y="2596808"/>
            <a:ext cx="1047915" cy="1147948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单击插入图标</a:t>
            </a:r>
            <a:endParaRPr lang="zh-TW" altLang="en-US" noProof="false"/>
          </a:p>
        </p:txBody>
      </p:sp>
      <p:sp>
        <p:nvSpPr>
          <p:cNvPr id="1096" name="Picture Placeholder 7"/>
          <p:cNvSpPr>
            <a:spLocks noGrp="true"/>
          </p:cNvSpPr>
          <p:nvPr>
            <p:ph type="pic" sz="quarter" idx="27" hasCustomPrompt="true"/>
          </p:nvPr>
        </p:nvSpPr>
        <p:spPr>
          <a:xfrm>
            <a:off x="9089985" y="2596808"/>
            <a:ext cx="1047915" cy="1147948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单击插入图标</a:t>
            </a:r>
            <a:endParaRPr lang="zh-TW" altLang="en-US" noProof="false"/>
          </a:p>
        </p:txBody>
      </p:sp>
      <p:sp>
        <p:nvSpPr>
          <p:cNvPr id="1097" name="Title 1"/>
          <p:cNvSpPr>
            <a:spLocks noGrp="true"/>
          </p:cNvSpPr>
          <p:nvPr>
            <p:ph type="title" hasCustomPrompt="true"/>
          </p:nvPr>
        </p:nvSpPr>
        <p:spPr>
          <a:xfrm>
            <a:off x="507365" y="500062"/>
            <a:ext cx="11186160" cy="525463"/>
          </a:xfrm>
        </p:spPr>
        <p:txBody>
          <a:bodyPr anchor="ctr">
            <a:noAutofit/>
          </a:bodyPr>
          <a:lstStyle>
            <a:lvl1pPr algn="l" defTabSz="914400" rtl="false" eaLnBrk="true" latinLnBrk="false" hangingPunct="true">
              <a:lnSpc>
                <a:spcPct val="80000"/>
              </a:lnSpc>
              <a:spcBef>
                <a:spcPct val="1"/>
              </a:spcBef>
              <a:buNone/>
              <a:defRPr lang="en-US" sz="3800" b="true" i="false" kern="1200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j-cs"/>
              </a:defRPr>
            </a:lvl1pPr>
          </a:lstStyle>
          <a:p>
            <a:pPr/>
            <a:r>
              <a:rPr lang="en-US" altLang="zh-CN" noProof="false" err="true"/>
              <a:t>请输入标题</a:t>
            </a:r>
            <a:endParaRPr lang="en-US" noProof="false"/>
          </a:p>
        </p:txBody>
      </p:sp>
      <p:sp>
        <p:nvSpPr>
          <p:cNvPr id="1098" name="Text Placeholder 8"/>
          <p:cNvSpPr>
            <a:spLocks noGrp="true"/>
          </p:cNvSpPr>
          <p:nvPr>
            <p:ph type="body" sz="quarter" idx="23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noProof="false" err="true"/>
              <a:t>来源</a:t>
            </a:r>
            <a:r>
              <a:rPr lang="zh-CN" altLang="en-US" noProof="false"/>
              <a:t>：</a:t>
            </a:r>
            <a:endParaRPr lang="en-US" noProof="false"/>
          </a:p>
        </p:txBody>
      </p:sp>
      <p:sp>
        <p:nvSpPr>
          <p:cNvPr id="1099" name="Text Placeholder 12"/>
          <p:cNvSpPr>
            <a:spLocks noGrp="true"/>
          </p:cNvSpPr>
          <p:nvPr>
            <p:ph type="body" sz="quarter" idx="31" hasCustomPrompt="true"/>
          </p:nvPr>
        </p:nvSpPr>
        <p:spPr>
          <a:xfrm>
            <a:off x="498473" y="4218148"/>
            <a:ext cx="2603539" cy="1369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lang="en-US" sz="1100" b="false" i="false" kern="1200" cap="all" spc="150" baseline="0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sz="1200"/>
            </a:lvl3pPr>
          </a:lstStyle>
          <a:p>
            <a:pPr lvl="0"/>
            <a:r>
              <a:rPr lang="en-US" noProof="false" err="true"/>
              <a:t>请输入副标题</a:t>
            </a:r>
            <a:endParaRPr lang="en-US" noProof="false"/>
          </a:p>
        </p:txBody>
      </p:sp>
      <p:sp>
        <p:nvSpPr>
          <p:cNvPr id="1100" name="Text Placeholder 5"/>
          <p:cNvSpPr>
            <a:spLocks noGrp="true"/>
          </p:cNvSpPr>
          <p:nvPr>
            <p:ph type="body" sz="quarter" idx="24" hasCustomPrompt="true"/>
          </p:nvPr>
        </p:nvSpPr>
        <p:spPr>
          <a:xfrm>
            <a:off x="496462" y="4414214"/>
            <a:ext cx="2603539" cy="759218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lang="en-US" altLang="en-US" sz="2800" b="true" i="false" kern="1200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en-US" altLang="zh-TW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r>
              <a:rPr lang="en-US" noProof="false"/>
              <a:t> </a:t>
            </a:r>
            <a:endParaRPr lang="en-US" noProof="false"/>
          </a:p>
        </p:txBody>
      </p:sp>
      <p:sp>
        <p:nvSpPr>
          <p:cNvPr id="1101" name="Text Placeholder 12"/>
          <p:cNvSpPr>
            <a:spLocks noGrp="true"/>
          </p:cNvSpPr>
          <p:nvPr>
            <p:ph type="body" sz="quarter" idx="33" hasCustomPrompt="true"/>
          </p:nvPr>
        </p:nvSpPr>
        <p:spPr>
          <a:xfrm>
            <a:off x="496462" y="5323351"/>
            <a:ext cx="2603539" cy="75921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00" b="false" i="false" kern="1200" cap="none" spc="0" baseline="0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lang="en-GB" sz="1200" kern="1200" dirty="fals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noProof="false" err="true"/>
              <a:t>请输入正文内容</a:t>
            </a:r>
            <a:endParaRPr lang="en-US" noProof="false"/>
          </a:p>
        </p:txBody>
      </p:sp>
      <p:sp>
        <p:nvSpPr>
          <p:cNvPr id="1102" name="Text Placeholder 12"/>
          <p:cNvSpPr>
            <a:spLocks noGrp="true"/>
          </p:cNvSpPr>
          <p:nvPr>
            <p:ph type="body" sz="quarter" idx="34" hasCustomPrompt="true"/>
          </p:nvPr>
        </p:nvSpPr>
        <p:spPr>
          <a:xfrm>
            <a:off x="3384511" y="4218148"/>
            <a:ext cx="2603539" cy="1369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lang="en-US" sz="1100" b="false" i="false" kern="1200" cap="all" spc="150" baseline="0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sz="1200"/>
            </a:lvl3pPr>
          </a:lstStyle>
          <a:p>
            <a:pPr lvl="0"/>
            <a:r>
              <a:rPr lang="en-US" noProof="false" err="true"/>
              <a:t>请输入副标题</a:t>
            </a:r>
            <a:endParaRPr lang="en-US" noProof="false"/>
          </a:p>
        </p:txBody>
      </p:sp>
      <p:sp>
        <p:nvSpPr>
          <p:cNvPr id="1103" name="Text Placeholder 5"/>
          <p:cNvSpPr>
            <a:spLocks noGrp="true"/>
          </p:cNvSpPr>
          <p:nvPr>
            <p:ph type="body" sz="quarter" idx="35" hasCustomPrompt="true"/>
          </p:nvPr>
        </p:nvSpPr>
        <p:spPr>
          <a:xfrm>
            <a:off x="3382500" y="4414214"/>
            <a:ext cx="2603539" cy="759218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lang="en-US" altLang="zh-TW" sz="2800" b="true" i="false" kern="1200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en-US" altLang="zh-TW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en-US" altLang="zh-TW" noProof="false"/>
          </a:p>
        </p:txBody>
      </p:sp>
      <p:sp>
        <p:nvSpPr>
          <p:cNvPr id="1104" name="Text Placeholder 12"/>
          <p:cNvSpPr>
            <a:spLocks noGrp="true"/>
          </p:cNvSpPr>
          <p:nvPr>
            <p:ph type="body" sz="quarter" idx="36" hasCustomPrompt="true"/>
          </p:nvPr>
        </p:nvSpPr>
        <p:spPr>
          <a:xfrm>
            <a:off x="3382500" y="5323351"/>
            <a:ext cx="2603539" cy="75921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00" b="false" i="false" kern="1200" cap="none" spc="0" baseline="0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lang="en-GB" sz="1200" kern="1200" dirty="fals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请输入正文内容</a:t>
            </a:r>
            <a:endParaRPr lang="en-US" altLang="zh-CN" noProof="false"/>
          </a:p>
        </p:txBody>
      </p:sp>
      <p:sp>
        <p:nvSpPr>
          <p:cNvPr id="1105" name="Text Placeholder 12"/>
          <p:cNvSpPr>
            <a:spLocks noGrp="true"/>
          </p:cNvSpPr>
          <p:nvPr>
            <p:ph type="body" sz="quarter" idx="37" hasCustomPrompt="true"/>
          </p:nvPr>
        </p:nvSpPr>
        <p:spPr>
          <a:xfrm>
            <a:off x="6205961" y="4218148"/>
            <a:ext cx="2603539" cy="1369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lang="en-US" sz="1100" b="false" i="false" kern="1200" cap="all" spc="150" baseline="0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sz="1200"/>
            </a:lvl3pPr>
          </a:lstStyle>
          <a:p>
            <a:pPr lvl="0"/>
            <a:r>
              <a:rPr lang="en-US" noProof="false" err="true"/>
              <a:t>请输入副标题</a:t>
            </a:r>
            <a:endParaRPr lang="en-US" noProof="false"/>
          </a:p>
        </p:txBody>
      </p:sp>
      <p:sp>
        <p:nvSpPr>
          <p:cNvPr id="1106" name="Text Placeholder 5"/>
          <p:cNvSpPr>
            <a:spLocks noGrp="true"/>
          </p:cNvSpPr>
          <p:nvPr>
            <p:ph type="body" sz="quarter" idx="38" hasCustomPrompt="true"/>
          </p:nvPr>
        </p:nvSpPr>
        <p:spPr>
          <a:xfrm>
            <a:off x="6203950" y="4414214"/>
            <a:ext cx="2603539" cy="759218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lang="en-US" altLang="zh-TW" sz="2800" b="true" i="false" kern="1200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en-US" altLang="zh-TW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en-US" altLang="zh-TW" noProof="false"/>
          </a:p>
        </p:txBody>
      </p:sp>
      <p:sp>
        <p:nvSpPr>
          <p:cNvPr id="1107" name="Text Placeholder 12"/>
          <p:cNvSpPr>
            <a:spLocks noGrp="true"/>
          </p:cNvSpPr>
          <p:nvPr>
            <p:ph type="body" sz="quarter" idx="39" hasCustomPrompt="true"/>
          </p:nvPr>
        </p:nvSpPr>
        <p:spPr>
          <a:xfrm>
            <a:off x="6203950" y="5323351"/>
            <a:ext cx="2603539" cy="75921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00" b="false" i="false" kern="1200" cap="none" spc="0" baseline="0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lang="en-GB" sz="1200" kern="1200" dirty="fals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请输入正文内容</a:t>
            </a:r>
            <a:endParaRPr lang="en-US" altLang="zh-CN" noProof="false"/>
          </a:p>
        </p:txBody>
      </p:sp>
      <p:sp>
        <p:nvSpPr>
          <p:cNvPr id="1108" name="Text Placeholder 12"/>
          <p:cNvSpPr>
            <a:spLocks noGrp="true"/>
          </p:cNvSpPr>
          <p:nvPr>
            <p:ph type="body" sz="quarter" idx="40" hasCustomPrompt="true"/>
          </p:nvPr>
        </p:nvSpPr>
        <p:spPr>
          <a:xfrm>
            <a:off x="9081096" y="4218148"/>
            <a:ext cx="2603539" cy="1369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lang="en-US" sz="1100" b="false" i="false" kern="1200" cap="all" spc="150" baseline="0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sz="1200"/>
            </a:lvl3pPr>
          </a:lstStyle>
          <a:p>
            <a:pPr lvl="0"/>
            <a:r>
              <a:rPr lang="en-US" noProof="false" err="true"/>
              <a:t>请输入副标题</a:t>
            </a:r>
            <a:endParaRPr lang="en-US" noProof="false"/>
          </a:p>
        </p:txBody>
      </p:sp>
      <p:sp>
        <p:nvSpPr>
          <p:cNvPr id="1109" name="Text Placeholder 5"/>
          <p:cNvSpPr>
            <a:spLocks noGrp="true"/>
          </p:cNvSpPr>
          <p:nvPr>
            <p:ph type="body" sz="quarter" idx="41" hasCustomPrompt="true"/>
          </p:nvPr>
        </p:nvSpPr>
        <p:spPr>
          <a:xfrm>
            <a:off x="9079085" y="4414214"/>
            <a:ext cx="2603539" cy="759218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lang="en-US" altLang="zh-TW" sz="2800" b="true" i="false" kern="1200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en-US" altLang="zh-TW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en-US" altLang="zh-TW" noProof="false"/>
          </a:p>
        </p:txBody>
      </p:sp>
      <p:sp>
        <p:nvSpPr>
          <p:cNvPr id="1110" name="Text Placeholder 12"/>
          <p:cNvSpPr>
            <a:spLocks noGrp="true"/>
          </p:cNvSpPr>
          <p:nvPr>
            <p:ph type="body" sz="quarter" idx="42" hasCustomPrompt="true"/>
          </p:nvPr>
        </p:nvSpPr>
        <p:spPr>
          <a:xfrm>
            <a:off x="9079085" y="5323351"/>
            <a:ext cx="2603539" cy="75921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00" b="false" i="false" kern="1200" cap="none" spc="0" baseline="0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lang="en-GB" sz="1200" kern="1200" dirty="fals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请输入正文内容</a:t>
            </a:r>
            <a:endParaRPr lang="en-US" altLang="zh-CN" noProof="false"/>
          </a:p>
        </p:txBody>
      </p:sp>
    </p:spTree>
  </p:cSld>
  <p:clrMapOvr>
    <a:masterClrMapping/>
  </p:clrMapOvr>
</p:sldLayout>
</file>

<file path=ppt/slideLayouts/slideLayout185.xml><?xml version="1.0" encoding="utf-8"?>
<p:sldLayout xmlns:a="http://schemas.openxmlformats.org/drawingml/2006/main" xmlns:p="http://schemas.openxmlformats.org/presentationml/2006/main">
  <p:cSld name="Content blocks 5 column small 2">
    <p:spTree>
      <p:nvGrpSpPr>
        <p:cNvPr id="111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1113" name="Text Placeholder 10"/>
          <p:cNvSpPr>
            <a:spLocks noGrp="true"/>
          </p:cNvSpPr>
          <p:nvPr>
            <p:ph type="body" sz="quarter" idx="19" hasCustomPrompt="true"/>
          </p:nvPr>
        </p:nvSpPr>
        <p:spPr>
          <a:xfrm>
            <a:off x="498475" y="4542817"/>
            <a:ext cx="2058805" cy="1515083"/>
          </a:xfrm>
        </p:spPr>
        <p:txBody>
          <a:bodyPr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lang="en-US" altLang="zh-TW" sz="28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  <a:lvl2pPr marL="457200" indent="0">
              <a:lnSpc>
                <a:spcPct val="80000"/>
              </a:lnSpc>
              <a:spcBef>
                <a:spcPts val="0"/>
              </a:spcBef>
              <a:buNone/>
              <a:defRPr sz="2400" b="false" i="false" spc="-50" baseline="0">
                <a:latin typeface="Noto Sans S Chinese Regular" panose="020B0500000000000000" pitchFamily="34" charset="-128"/>
              </a:defRPr>
            </a:lvl2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noProof="false" err="true"/>
              <a:t>请输入标题</a:t>
            </a:r>
            <a:endParaRPr lang="en-US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noProof="false" err="true"/>
              <a:t>请输入标题</a:t>
            </a:r>
            <a:endParaRPr lang="en-US" noProof="false"/>
          </a:p>
        </p:txBody>
      </p:sp>
      <p:sp>
        <p:nvSpPr>
          <p:cNvPr id="1114" name="Text Placeholder 8"/>
          <p:cNvSpPr>
            <a:spLocks noGrp="true"/>
          </p:cNvSpPr>
          <p:nvPr>
            <p:ph type="body" sz="quarter" idx="21" hasCustomPrompt="true"/>
          </p:nvPr>
        </p:nvSpPr>
        <p:spPr>
          <a:xfrm>
            <a:off x="506640" y="3851751"/>
            <a:ext cx="2050640" cy="574334"/>
          </a:xfrm>
        </p:spPr>
        <p:txBody>
          <a:bodyPr>
            <a:noAutofit/>
          </a:bodyPr>
          <a:lstStyle>
            <a:lvl1pPr marL="0" indent="0">
              <a:buNone/>
              <a:defRPr sz="4400" b="true" i="false">
                <a:solidFill>
                  <a:srgbClr val="F55600"/>
                </a:solidFill>
                <a:latin typeface="+mj-lt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false"/>
              <a:t>#$%</a:t>
            </a:r>
            <a:endParaRPr lang="en-US" noProof="false"/>
          </a:p>
        </p:txBody>
      </p:sp>
      <p:sp>
        <p:nvSpPr>
          <p:cNvPr id="1115" name="Text Placeholder 10"/>
          <p:cNvSpPr>
            <a:spLocks noGrp="true"/>
          </p:cNvSpPr>
          <p:nvPr>
            <p:ph type="body" sz="quarter" idx="46" hasCustomPrompt="true"/>
          </p:nvPr>
        </p:nvSpPr>
        <p:spPr>
          <a:xfrm>
            <a:off x="2778124" y="4542817"/>
            <a:ext cx="2058805" cy="1515083"/>
          </a:xfrm>
        </p:spPr>
        <p:txBody>
          <a:bodyPr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lang="en-US" altLang="zh-CN" sz="28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  <a:lvl2pPr marL="457200" indent="0">
              <a:lnSpc>
                <a:spcPct val="80000"/>
              </a:lnSpc>
              <a:spcBef>
                <a:spcPts val="0"/>
              </a:spcBef>
              <a:buNone/>
              <a:defRPr sz="2400" b="false" i="false" spc="-50" baseline="0">
                <a:latin typeface="Noto Sans S Chinese Regular" panose="020B0500000000000000" pitchFamily="34" charset="-128"/>
              </a:defRPr>
            </a:lvl2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请输入标题</a:t>
            </a:r>
            <a:endParaRPr lang="en-US" altLang="zh-CN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请输入标题</a:t>
            </a:r>
            <a:endParaRPr lang="en-US" altLang="zh-CN" noProof="false"/>
          </a:p>
        </p:txBody>
      </p:sp>
      <p:sp>
        <p:nvSpPr>
          <p:cNvPr id="1116" name="Text Placeholder 8"/>
          <p:cNvSpPr>
            <a:spLocks noGrp="true"/>
          </p:cNvSpPr>
          <p:nvPr>
            <p:ph type="body" sz="quarter" idx="47" hasCustomPrompt="true"/>
          </p:nvPr>
        </p:nvSpPr>
        <p:spPr>
          <a:xfrm>
            <a:off x="2786289" y="3851751"/>
            <a:ext cx="2050640" cy="574334"/>
          </a:xfrm>
        </p:spPr>
        <p:txBody>
          <a:bodyPr>
            <a:noAutofit/>
          </a:bodyPr>
          <a:lstStyle>
            <a:lvl1pPr marL="0" indent="0">
              <a:buNone/>
              <a:defRPr sz="4400" b="true" i="false">
                <a:solidFill>
                  <a:srgbClr val="F55600"/>
                </a:solidFill>
                <a:latin typeface="+mj-lt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false"/>
              <a:t>#$%</a:t>
            </a:r>
            <a:endParaRPr lang="en-US" noProof="false"/>
          </a:p>
        </p:txBody>
      </p:sp>
      <p:sp>
        <p:nvSpPr>
          <p:cNvPr id="1117" name="Text Placeholder 10"/>
          <p:cNvSpPr>
            <a:spLocks noGrp="true"/>
          </p:cNvSpPr>
          <p:nvPr>
            <p:ph type="body" sz="quarter" idx="48" hasCustomPrompt="true"/>
          </p:nvPr>
        </p:nvSpPr>
        <p:spPr>
          <a:xfrm>
            <a:off x="5057773" y="4542817"/>
            <a:ext cx="2058805" cy="1515083"/>
          </a:xfrm>
        </p:spPr>
        <p:txBody>
          <a:bodyPr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lang="en-US" altLang="zh-CN" sz="28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  <a:lvl2pPr marL="457200" indent="0">
              <a:lnSpc>
                <a:spcPct val="80000"/>
              </a:lnSpc>
              <a:spcBef>
                <a:spcPts val="0"/>
              </a:spcBef>
              <a:buNone/>
              <a:defRPr sz="2400" b="false" i="false" spc="-50" baseline="0">
                <a:latin typeface="Noto Sans S Chinese Regular" panose="020B0500000000000000" pitchFamily="34" charset="-128"/>
              </a:defRPr>
            </a:lvl2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请输入标题</a:t>
            </a:r>
            <a:endParaRPr lang="en-US" altLang="zh-CN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请输入标题</a:t>
            </a:r>
            <a:endParaRPr lang="en-US" altLang="zh-CN" noProof="false"/>
          </a:p>
        </p:txBody>
      </p:sp>
      <p:sp>
        <p:nvSpPr>
          <p:cNvPr id="1118" name="Text Placeholder 8"/>
          <p:cNvSpPr>
            <a:spLocks noGrp="true"/>
          </p:cNvSpPr>
          <p:nvPr>
            <p:ph type="body" sz="quarter" idx="49" hasCustomPrompt="true"/>
          </p:nvPr>
        </p:nvSpPr>
        <p:spPr>
          <a:xfrm>
            <a:off x="5065938" y="3851751"/>
            <a:ext cx="2050640" cy="574334"/>
          </a:xfrm>
        </p:spPr>
        <p:txBody>
          <a:bodyPr>
            <a:noAutofit/>
          </a:bodyPr>
          <a:lstStyle>
            <a:lvl1pPr marL="0" indent="0">
              <a:buNone/>
              <a:defRPr lang="en-US" sz="4400" b="true" i="false" kern="1200" noProof="false" dirty="false">
                <a:solidFill>
                  <a:srgbClr val="F55600"/>
                </a:solidFill>
                <a:latin typeface="+mj-lt"/>
                <a:ea typeface="Noto Sans S Chinese Regular" panose="020B0500000000000000" pitchFamily="34" charset="-128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noProof="false"/>
              <a:t>#$%</a:t>
            </a:r>
            <a:endParaRPr lang="en-US" noProof="false"/>
          </a:p>
        </p:txBody>
      </p:sp>
      <p:sp>
        <p:nvSpPr>
          <p:cNvPr id="1119" name="Text Placeholder 10"/>
          <p:cNvSpPr>
            <a:spLocks noGrp="true"/>
          </p:cNvSpPr>
          <p:nvPr>
            <p:ph type="body" sz="quarter" idx="50" hasCustomPrompt="true"/>
          </p:nvPr>
        </p:nvSpPr>
        <p:spPr>
          <a:xfrm>
            <a:off x="7333272" y="4542817"/>
            <a:ext cx="2058805" cy="1515083"/>
          </a:xfrm>
        </p:spPr>
        <p:txBody>
          <a:bodyPr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lang="en-US" altLang="zh-CN" sz="28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  <a:lvl2pPr marL="457200" indent="0">
              <a:lnSpc>
                <a:spcPct val="80000"/>
              </a:lnSpc>
              <a:spcBef>
                <a:spcPts val="0"/>
              </a:spcBef>
              <a:buNone/>
              <a:defRPr sz="2400" b="false" i="false" spc="-50" baseline="0">
                <a:latin typeface="Noto Sans S Chinese Regular" panose="020B0500000000000000" pitchFamily="34" charset="-128"/>
              </a:defRPr>
            </a:lvl2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请输入标题</a:t>
            </a:r>
            <a:endParaRPr lang="en-US" altLang="zh-CN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请输入标题</a:t>
            </a:r>
            <a:endParaRPr lang="en-US" altLang="zh-CN" noProof="false"/>
          </a:p>
        </p:txBody>
      </p:sp>
      <p:sp>
        <p:nvSpPr>
          <p:cNvPr id="1120" name="Text Placeholder 8"/>
          <p:cNvSpPr>
            <a:spLocks noGrp="true"/>
          </p:cNvSpPr>
          <p:nvPr>
            <p:ph type="body" sz="quarter" idx="51" hasCustomPrompt="true"/>
          </p:nvPr>
        </p:nvSpPr>
        <p:spPr>
          <a:xfrm>
            <a:off x="7341437" y="3851751"/>
            <a:ext cx="2050640" cy="574334"/>
          </a:xfrm>
        </p:spPr>
        <p:txBody>
          <a:bodyPr>
            <a:noAutofit/>
          </a:bodyPr>
          <a:lstStyle>
            <a:lvl1pPr marL="0" indent="0">
              <a:buNone/>
              <a:defRPr lang="en-US" sz="4400" b="true" i="false" kern="1200" noProof="false" dirty="false">
                <a:solidFill>
                  <a:srgbClr val="F55600"/>
                </a:solidFill>
                <a:latin typeface="+mj-lt"/>
                <a:ea typeface="Noto Sans S Chinese Regular" panose="020B0500000000000000" pitchFamily="34" charset="-128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noProof="false"/>
              <a:t>#$%</a:t>
            </a:r>
            <a:endParaRPr lang="en-US" noProof="false"/>
          </a:p>
        </p:txBody>
      </p:sp>
      <p:sp>
        <p:nvSpPr>
          <p:cNvPr id="1121" name="Text Placeholder 10"/>
          <p:cNvSpPr>
            <a:spLocks noGrp="true"/>
          </p:cNvSpPr>
          <p:nvPr>
            <p:ph type="body" sz="quarter" idx="52" hasCustomPrompt="true"/>
          </p:nvPr>
        </p:nvSpPr>
        <p:spPr>
          <a:xfrm>
            <a:off x="9616936" y="4542817"/>
            <a:ext cx="2058805" cy="1515083"/>
          </a:xfrm>
        </p:spPr>
        <p:txBody>
          <a:bodyPr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lang="en-US" altLang="zh-CN" sz="28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  <a:lvl2pPr marL="457200" indent="0">
              <a:lnSpc>
                <a:spcPct val="80000"/>
              </a:lnSpc>
              <a:spcBef>
                <a:spcPts val="0"/>
              </a:spcBef>
              <a:buNone/>
              <a:defRPr sz="2400" b="false" i="false" spc="-50" baseline="0">
                <a:latin typeface="Noto Sans S Chinese Regular" panose="020B0500000000000000" pitchFamily="34" charset="-128"/>
              </a:defRPr>
            </a:lvl2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请输入标题</a:t>
            </a:r>
            <a:endParaRPr lang="en-US" altLang="zh-CN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请输入标题</a:t>
            </a:r>
            <a:endParaRPr lang="en-US" altLang="zh-CN" noProof="false"/>
          </a:p>
        </p:txBody>
      </p:sp>
      <p:sp>
        <p:nvSpPr>
          <p:cNvPr id="1122" name="Text Placeholder 8"/>
          <p:cNvSpPr>
            <a:spLocks noGrp="true"/>
          </p:cNvSpPr>
          <p:nvPr>
            <p:ph type="body" sz="quarter" idx="53" hasCustomPrompt="true"/>
          </p:nvPr>
        </p:nvSpPr>
        <p:spPr>
          <a:xfrm>
            <a:off x="9625101" y="3851751"/>
            <a:ext cx="2050640" cy="574334"/>
          </a:xfrm>
        </p:spPr>
        <p:txBody>
          <a:bodyPr>
            <a:noAutofit/>
          </a:bodyPr>
          <a:lstStyle>
            <a:lvl1pPr marL="0" indent="0">
              <a:buNone/>
              <a:defRPr lang="en-US" sz="4400" b="true" i="false" kern="1200" noProof="false" dirty="false">
                <a:solidFill>
                  <a:srgbClr val="F55600"/>
                </a:solidFill>
                <a:latin typeface="+mj-lt"/>
                <a:ea typeface="Noto Sans S Chinese Regular" panose="020B0500000000000000" pitchFamily="34" charset="-128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noProof="false"/>
              <a:t>#$%</a:t>
            </a:r>
            <a:endParaRPr lang="en-US" noProof="false"/>
          </a:p>
        </p:txBody>
      </p:sp>
      <p:sp>
        <p:nvSpPr>
          <p:cNvPr id="1123" name="Title 1"/>
          <p:cNvSpPr>
            <a:spLocks noGrp="true"/>
          </p:cNvSpPr>
          <p:nvPr>
            <p:ph type="title" hasCustomPrompt="true"/>
          </p:nvPr>
        </p:nvSpPr>
        <p:spPr>
          <a:xfrm>
            <a:off x="507365" y="500062"/>
            <a:ext cx="11186160" cy="525463"/>
          </a:xfrm>
        </p:spPr>
        <p:txBody>
          <a:bodyPr anchor="ctr">
            <a:noAutofit/>
          </a:bodyPr>
          <a:lstStyle>
            <a:lvl1pPr algn="l" defTabSz="914400" rtl="false" eaLnBrk="true" latinLnBrk="false" hangingPunct="true">
              <a:lnSpc>
                <a:spcPct val="80000"/>
              </a:lnSpc>
              <a:spcBef>
                <a:spcPct val="1"/>
              </a:spcBef>
              <a:buNone/>
              <a:defRPr lang="en-US" sz="38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j-cs"/>
              </a:defRPr>
            </a:lvl1pPr>
          </a:lstStyle>
          <a:p>
            <a:pPr/>
            <a:r>
              <a:rPr lang="en-US" altLang="zh-CN" noProof="false" err="true"/>
              <a:t>请输入标题</a:t>
            </a:r>
            <a:endParaRPr lang="en-US" noProof="false"/>
          </a:p>
        </p:txBody>
      </p:sp>
      <p:sp>
        <p:nvSpPr>
          <p:cNvPr id="1124" name="Text Placeholder 8"/>
          <p:cNvSpPr>
            <a:spLocks noGrp="true"/>
          </p:cNvSpPr>
          <p:nvPr>
            <p:ph type="body" sz="quarter" idx="23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noProof="false" err="true"/>
              <a:t>来源</a:t>
            </a:r>
            <a:r>
              <a:rPr lang="zh-CN" altLang="en-US" noProof="false"/>
              <a:t>：</a:t>
            </a:r>
            <a:endParaRPr lang="en-US" noProof="false"/>
          </a:p>
        </p:txBody>
      </p:sp>
      <p:sp>
        <p:nvSpPr>
          <p:cNvPr id="1125" name="Picture Placeholder 7"/>
          <p:cNvSpPr>
            <a:spLocks noGrp="true"/>
          </p:cNvSpPr>
          <p:nvPr>
            <p:ph type="pic" sz="quarter" idx="17" hasCustomPrompt="true"/>
          </p:nvPr>
        </p:nvSpPr>
        <p:spPr>
          <a:xfrm>
            <a:off x="507364" y="2567689"/>
            <a:ext cx="822884" cy="1008888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9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noProof="false" err="true"/>
              <a:t>点击插入图标</a:t>
            </a:r>
            <a:endParaRPr lang="en-US" noProof="false"/>
          </a:p>
        </p:txBody>
      </p:sp>
      <p:sp>
        <p:nvSpPr>
          <p:cNvPr id="1126" name="Picture Placeholder 7"/>
          <p:cNvSpPr>
            <a:spLocks noGrp="true"/>
          </p:cNvSpPr>
          <p:nvPr>
            <p:ph type="pic" sz="quarter" idx="33" hasCustomPrompt="true"/>
          </p:nvPr>
        </p:nvSpPr>
        <p:spPr>
          <a:xfrm>
            <a:off x="2778124" y="2567689"/>
            <a:ext cx="822884" cy="1008888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9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点击插入图标</a:t>
            </a:r>
            <a:endParaRPr lang="en-US" altLang="zh-CN" noProof="false"/>
          </a:p>
        </p:txBody>
      </p:sp>
      <p:sp>
        <p:nvSpPr>
          <p:cNvPr id="1127" name="Picture Placeholder 7"/>
          <p:cNvSpPr>
            <a:spLocks noGrp="true"/>
          </p:cNvSpPr>
          <p:nvPr>
            <p:ph type="pic" sz="quarter" idx="35" hasCustomPrompt="true"/>
          </p:nvPr>
        </p:nvSpPr>
        <p:spPr>
          <a:xfrm>
            <a:off x="5070673" y="2567689"/>
            <a:ext cx="822884" cy="1008888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9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点击插入图标</a:t>
            </a:r>
            <a:endParaRPr lang="en-US" altLang="zh-CN" noProof="false"/>
          </a:p>
        </p:txBody>
      </p:sp>
      <p:sp>
        <p:nvSpPr>
          <p:cNvPr id="1128" name="Picture Placeholder 7"/>
          <p:cNvSpPr>
            <a:spLocks noGrp="true"/>
          </p:cNvSpPr>
          <p:nvPr>
            <p:ph type="pic" sz="quarter" idx="37" hasCustomPrompt="true"/>
          </p:nvPr>
        </p:nvSpPr>
        <p:spPr>
          <a:xfrm>
            <a:off x="7341435" y="2567689"/>
            <a:ext cx="822884" cy="1008888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9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点击插入图标</a:t>
            </a:r>
            <a:endParaRPr lang="en-US" altLang="zh-CN" noProof="false"/>
          </a:p>
        </p:txBody>
      </p:sp>
      <p:sp>
        <p:nvSpPr>
          <p:cNvPr id="1129" name="Picture Placeholder 7"/>
          <p:cNvSpPr>
            <a:spLocks noGrp="true"/>
          </p:cNvSpPr>
          <p:nvPr>
            <p:ph type="pic" sz="quarter" idx="39" hasCustomPrompt="true"/>
          </p:nvPr>
        </p:nvSpPr>
        <p:spPr>
          <a:xfrm>
            <a:off x="9633992" y="2567689"/>
            <a:ext cx="822884" cy="1008888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9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点击插入图标</a:t>
            </a:r>
            <a:endParaRPr lang="en-US" altLang="zh-CN" noProof="false"/>
          </a:p>
        </p:txBody>
      </p:sp>
    </p:spTree>
  </p:cSld>
  <p:clrMapOvr>
    <a:masterClrMapping/>
  </p:clrMapOvr>
</p:sldLayout>
</file>

<file path=ppt/slideLayouts/slideLayout186.xml><?xml version="1.0" encoding="utf-8"?>
<p:sldLayout xmlns:a="http://schemas.openxmlformats.org/drawingml/2006/main" xmlns:p="http://schemas.openxmlformats.org/presentationml/2006/main">
  <p:cSld name="2_Content blocks 5 column small 3">
    <p:spTree>
      <p:nvGrpSpPr>
        <p:cNvPr id="11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1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1132" name="Picture Placeholder 7"/>
          <p:cNvSpPr>
            <a:spLocks noGrp="true"/>
          </p:cNvSpPr>
          <p:nvPr>
            <p:ph type="pic" sz="quarter" idx="17" hasCustomPrompt="true"/>
          </p:nvPr>
        </p:nvSpPr>
        <p:spPr>
          <a:xfrm>
            <a:off x="507364" y="2567689"/>
            <a:ext cx="822884" cy="1008888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9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点击插入图标</a:t>
            </a:r>
            <a:endParaRPr lang="en-US" altLang="zh-CN" noProof="false"/>
          </a:p>
        </p:txBody>
      </p:sp>
      <p:sp>
        <p:nvSpPr>
          <p:cNvPr id="1133" name="Picture Placeholder 7"/>
          <p:cNvSpPr>
            <a:spLocks noGrp="true"/>
          </p:cNvSpPr>
          <p:nvPr>
            <p:ph type="pic" sz="quarter" idx="33" hasCustomPrompt="true"/>
          </p:nvPr>
        </p:nvSpPr>
        <p:spPr>
          <a:xfrm>
            <a:off x="2778124" y="2567689"/>
            <a:ext cx="822884" cy="1008888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9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点击插入图标</a:t>
            </a:r>
            <a:endParaRPr lang="en-US" altLang="zh-CN" noProof="false"/>
          </a:p>
        </p:txBody>
      </p:sp>
      <p:sp>
        <p:nvSpPr>
          <p:cNvPr id="1134" name="Picture Placeholder 7"/>
          <p:cNvSpPr>
            <a:spLocks noGrp="true"/>
          </p:cNvSpPr>
          <p:nvPr>
            <p:ph type="pic" sz="quarter" idx="35" hasCustomPrompt="true"/>
          </p:nvPr>
        </p:nvSpPr>
        <p:spPr>
          <a:xfrm>
            <a:off x="5070673" y="2567689"/>
            <a:ext cx="822884" cy="1008888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9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点击插入图标</a:t>
            </a:r>
            <a:endParaRPr lang="en-US" altLang="zh-CN" noProof="false"/>
          </a:p>
        </p:txBody>
      </p:sp>
      <p:sp>
        <p:nvSpPr>
          <p:cNvPr id="1135" name="Picture Placeholder 7"/>
          <p:cNvSpPr>
            <a:spLocks noGrp="true"/>
          </p:cNvSpPr>
          <p:nvPr>
            <p:ph type="pic" sz="quarter" idx="37" hasCustomPrompt="true"/>
          </p:nvPr>
        </p:nvSpPr>
        <p:spPr>
          <a:xfrm>
            <a:off x="7341435" y="2567689"/>
            <a:ext cx="822884" cy="1008888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9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点击插入图标</a:t>
            </a:r>
            <a:endParaRPr lang="en-US" altLang="zh-CN" noProof="false"/>
          </a:p>
        </p:txBody>
      </p:sp>
      <p:sp>
        <p:nvSpPr>
          <p:cNvPr id="1136" name="Picture Placeholder 7"/>
          <p:cNvSpPr>
            <a:spLocks noGrp="true"/>
          </p:cNvSpPr>
          <p:nvPr>
            <p:ph type="pic" sz="quarter" idx="39" hasCustomPrompt="true"/>
          </p:nvPr>
        </p:nvSpPr>
        <p:spPr>
          <a:xfrm>
            <a:off x="9633992" y="2567689"/>
            <a:ext cx="822884" cy="1008888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9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点击插入图标</a:t>
            </a:r>
            <a:endParaRPr lang="en-US" altLang="zh-CN" noProof="false"/>
          </a:p>
        </p:txBody>
      </p:sp>
      <p:sp>
        <p:nvSpPr>
          <p:cNvPr id="1137" name="Title 1"/>
          <p:cNvSpPr>
            <a:spLocks noGrp="true"/>
          </p:cNvSpPr>
          <p:nvPr>
            <p:ph type="title" hasCustomPrompt="true"/>
          </p:nvPr>
        </p:nvSpPr>
        <p:spPr>
          <a:xfrm>
            <a:off x="507365" y="500062"/>
            <a:ext cx="11186160" cy="525463"/>
          </a:xfrm>
        </p:spPr>
        <p:txBody>
          <a:bodyPr anchor="ctr">
            <a:noAutofit/>
          </a:bodyPr>
          <a:lstStyle>
            <a:lvl1pPr algn="l" defTabSz="914400" rtl="false" eaLnBrk="true" latinLnBrk="false" hangingPunct="true">
              <a:lnSpc>
                <a:spcPct val="80000"/>
              </a:lnSpc>
              <a:spcBef>
                <a:spcPct val="1"/>
              </a:spcBef>
              <a:buNone/>
              <a:defRPr lang="en-US" sz="38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j-cs"/>
              </a:defRPr>
            </a:lvl1pPr>
          </a:lstStyle>
          <a:p>
            <a:pPr/>
            <a:r>
              <a:rPr lang="en-US" altLang="zh-CN" noProof="false" err="true"/>
              <a:t>请输入标题</a:t>
            </a:r>
            <a:endParaRPr lang="zh-CN" altLang="en-US" noProof="false"/>
          </a:p>
        </p:txBody>
      </p:sp>
      <p:sp>
        <p:nvSpPr>
          <p:cNvPr id="1138" name="Text Placeholder 8"/>
          <p:cNvSpPr>
            <a:spLocks noGrp="true"/>
          </p:cNvSpPr>
          <p:nvPr>
            <p:ph type="body" sz="quarter" idx="23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noProof="false" err="true"/>
              <a:t>来源</a:t>
            </a:r>
            <a:r>
              <a:rPr lang="zh-CN" altLang="en-US" noProof="false"/>
              <a:t>：</a:t>
            </a:r>
            <a:endParaRPr lang="en-US" noProof="false"/>
          </a:p>
        </p:txBody>
      </p:sp>
      <p:sp>
        <p:nvSpPr>
          <p:cNvPr id="1139" name="Text Placeholder 12"/>
          <p:cNvSpPr>
            <a:spLocks noGrp="true"/>
          </p:cNvSpPr>
          <p:nvPr>
            <p:ph type="body" sz="quarter" idx="31" hasCustomPrompt="true"/>
          </p:nvPr>
        </p:nvSpPr>
        <p:spPr>
          <a:xfrm>
            <a:off x="509375" y="3863786"/>
            <a:ext cx="2050642" cy="1369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lang="en-US" sz="800" b="false" i="false" kern="1200" cap="all" spc="0" baseline="0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sz="1200"/>
            </a:lvl3pPr>
          </a:lstStyle>
          <a:p>
            <a:pPr lvl="0"/>
            <a:r>
              <a:rPr lang="en-US" noProof="false" err="true"/>
              <a:t>请输入副标题</a:t>
            </a:r>
            <a:endParaRPr lang="en-US" noProof="false"/>
          </a:p>
        </p:txBody>
      </p:sp>
      <p:sp>
        <p:nvSpPr>
          <p:cNvPr id="1140" name="Text Placeholder 5"/>
          <p:cNvSpPr>
            <a:spLocks noGrp="true"/>
          </p:cNvSpPr>
          <p:nvPr>
            <p:ph type="body" sz="quarter" idx="24" hasCustomPrompt="true"/>
          </p:nvPr>
        </p:nvSpPr>
        <p:spPr>
          <a:xfrm>
            <a:off x="507364" y="4059851"/>
            <a:ext cx="2050642" cy="1058889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lang="en-US" altLang="zh-CN" sz="24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noProof="false" err="true"/>
              <a:t>请输入标题</a:t>
            </a:r>
            <a:endParaRPr lang="en-US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请输入标题</a:t>
            </a:r>
            <a:endParaRPr lang="en-US" altLang="zh-CN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请输入标题</a:t>
            </a:r>
            <a:endParaRPr lang="en-US" altLang="zh-CN" noProof="false"/>
          </a:p>
        </p:txBody>
      </p:sp>
      <p:sp>
        <p:nvSpPr>
          <p:cNvPr id="1141" name="Text Placeholder 12"/>
          <p:cNvSpPr>
            <a:spLocks noGrp="true"/>
          </p:cNvSpPr>
          <p:nvPr>
            <p:ph type="body" sz="quarter" idx="41" hasCustomPrompt="true"/>
          </p:nvPr>
        </p:nvSpPr>
        <p:spPr>
          <a:xfrm>
            <a:off x="2780137" y="3863786"/>
            <a:ext cx="2050642" cy="1369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lang="en-US" sz="800" b="false" i="false" kern="1200" cap="all" spc="0" baseline="0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sz="1200"/>
            </a:lvl3pPr>
          </a:lstStyle>
          <a:p>
            <a:pPr lvl="0"/>
            <a:r>
              <a:rPr lang="en-US" altLang="zh-CN" noProof="false" err="true"/>
              <a:t>请输入副标题</a:t>
            </a:r>
            <a:endParaRPr lang="en-US" altLang="zh-CN" noProof="false"/>
          </a:p>
        </p:txBody>
      </p:sp>
      <p:sp>
        <p:nvSpPr>
          <p:cNvPr id="1142" name="Text Placeholder 5"/>
          <p:cNvSpPr>
            <a:spLocks noGrp="true"/>
          </p:cNvSpPr>
          <p:nvPr>
            <p:ph type="body" sz="quarter" idx="42" hasCustomPrompt="true"/>
          </p:nvPr>
        </p:nvSpPr>
        <p:spPr>
          <a:xfrm>
            <a:off x="2778126" y="4059851"/>
            <a:ext cx="2050642" cy="1058889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lang="en-US" altLang="zh-CN" sz="24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请输入标题</a:t>
            </a:r>
            <a:endParaRPr lang="en-US" altLang="zh-CN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请输入标题</a:t>
            </a:r>
            <a:endParaRPr lang="en-US" altLang="zh-CN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请输入标题</a:t>
            </a:r>
            <a:endParaRPr lang="en-US" altLang="zh-CN" noProof="false"/>
          </a:p>
        </p:txBody>
      </p:sp>
      <p:sp>
        <p:nvSpPr>
          <p:cNvPr id="1143" name="Text Placeholder 12"/>
          <p:cNvSpPr>
            <a:spLocks noGrp="true"/>
          </p:cNvSpPr>
          <p:nvPr>
            <p:ph type="body" sz="quarter" idx="44" hasCustomPrompt="true"/>
          </p:nvPr>
        </p:nvSpPr>
        <p:spPr>
          <a:xfrm>
            <a:off x="5072690" y="3863786"/>
            <a:ext cx="2050642" cy="1369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lang="en-US" sz="800" b="false" i="false" kern="1200" cap="all" spc="0" baseline="0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sz="1200"/>
            </a:lvl3pPr>
          </a:lstStyle>
          <a:p>
            <a:pPr lvl="0"/>
            <a:r>
              <a:rPr lang="en-US" altLang="zh-CN" noProof="false" err="true"/>
              <a:t>请输入副标题</a:t>
            </a:r>
            <a:endParaRPr lang="en-US" altLang="zh-CN" noProof="false"/>
          </a:p>
        </p:txBody>
      </p:sp>
      <p:sp>
        <p:nvSpPr>
          <p:cNvPr id="1144" name="Text Placeholder 5"/>
          <p:cNvSpPr>
            <a:spLocks noGrp="true"/>
          </p:cNvSpPr>
          <p:nvPr>
            <p:ph type="body" sz="quarter" idx="45" hasCustomPrompt="true"/>
          </p:nvPr>
        </p:nvSpPr>
        <p:spPr>
          <a:xfrm>
            <a:off x="5070679" y="4059851"/>
            <a:ext cx="2050642" cy="1058889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lang="en-US" altLang="zh-CN" sz="24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请输入标题</a:t>
            </a:r>
            <a:endParaRPr lang="en-US" altLang="zh-CN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请输入标题</a:t>
            </a:r>
            <a:endParaRPr lang="en-US" altLang="zh-CN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请输入标题</a:t>
            </a:r>
            <a:endParaRPr lang="en-US" altLang="zh-CN" noProof="false"/>
          </a:p>
        </p:txBody>
      </p:sp>
      <p:sp>
        <p:nvSpPr>
          <p:cNvPr id="1145" name="Text Placeholder 12"/>
          <p:cNvSpPr>
            <a:spLocks noGrp="true"/>
          </p:cNvSpPr>
          <p:nvPr>
            <p:ph type="body" sz="quarter" idx="47" hasCustomPrompt="true"/>
          </p:nvPr>
        </p:nvSpPr>
        <p:spPr>
          <a:xfrm>
            <a:off x="7341435" y="3863786"/>
            <a:ext cx="2050642" cy="1369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lang="en-US" sz="800" b="false" i="false" kern="1200" cap="all" spc="0" baseline="0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sz="1200"/>
            </a:lvl3pPr>
          </a:lstStyle>
          <a:p>
            <a:pPr lvl="0"/>
            <a:r>
              <a:rPr lang="en-US" altLang="zh-CN" noProof="false" err="true"/>
              <a:t>请输入副标题</a:t>
            </a:r>
            <a:endParaRPr lang="en-US" altLang="zh-CN" noProof="false"/>
          </a:p>
        </p:txBody>
      </p:sp>
      <p:sp>
        <p:nvSpPr>
          <p:cNvPr id="1146" name="Text Placeholder 5"/>
          <p:cNvSpPr>
            <a:spLocks noGrp="true"/>
          </p:cNvSpPr>
          <p:nvPr>
            <p:ph type="body" sz="quarter" idx="48" hasCustomPrompt="true"/>
          </p:nvPr>
        </p:nvSpPr>
        <p:spPr>
          <a:xfrm>
            <a:off x="7339424" y="4059851"/>
            <a:ext cx="2050642" cy="1058889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lang="en-US" altLang="zh-CN" sz="24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请输入标题</a:t>
            </a:r>
            <a:endParaRPr lang="en-US" altLang="zh-CN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请输入标题</a:t>
            </a:r>
            <a:endParaRPr lang="en-US" altLang="zh-CN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请输入标题</a:t>
            </a:r>
            <a:endParaRPr lang="en-US" altLang="zh-CN" noProof="false"/>
          </a:p>
        </p:txBody>
      </p:sp>
      <p:sp>
        <p:nvSpPr>
          <p:cNvPr id="1147" name="Text Placeholder 12"/>
          <p:cNvSpPr>
            <a:spLocks noGrp="true"/>
          </p:cNvSpPr>
          <p:nvPr>
            <p:ph type="body" sz="quarter" idx="50" hasCustomPrompt="true"/>
          </p:nvPr>
        </p:nvSpPr>
        <p:spPr>
          <a:xfrm>
            <a:off x="9636005" y="3863786"/>
            <a:ext cx="2050642" cy="1369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lang="en-US" sz="800" b="false" i="false" kern="1200" cap="all" spc="0" baseline="0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sz="1200"/>
            </a:lvl3pPr>
          </a:lstStyle>
          <a:p>
            <a:pPr lvl="0"/>
            <a:r>
              <a:rPr lang="en-US" altLang="zh-CN" noProof="false" err="true"/>
              <a:t>请输入副标题</a:t>
            </a:r>
            <a:endParaRPr lang="en-US" altLang="zh-CN" noProof="false"/>
          </a:p>
        </p:txBody>
      </p:sp>
      <p:sp>
        <p:nvSpPr>
          <p:cNvPr id="1148" name="Text Placeholder 5"/>
          <p:cNvSpPr>
            <a:spLocks noGrp="true"/>
          </p:cNvSpPr>
          <p:nvPr>
            <p:ph type="body" sz="quarter" idx="51" hasCustomPrompt="true"/>
          </p:nvPr>
        </p:nvSpPr>
        <p:spPr>
          <a:xfrm>
            <a:off x="9633994" y="4059851"/>
            <a:ext cx="2050642" cy="1058889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lang="en-US" altLang="zh-CN" sz="24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请输入标题</a:t>
            </a:r>
            <a:endParaRPr lang="en-US" altLang="zh-CN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请输入标题</a:t>
            </a:r>
            <a:endParaRPr lang="en-US" altLang="zh-CN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请输入标题</a:t>
            </a:r>
            <a:endParaRPr lang="en-US" altLang="zh-CN" noProof="false"/>
          </a:p>
        </p:txBody>
      </p:sp>
    </p:spTree>
  </p:cSld>
  <p:clrMapOvr>
    <a:masterClrMapping/>
  </p:clrMapOvr>
</p:sldLayout>
</file>

<file path=ppt/slideLayouts/slideLayout187.xml><?xml version="1.0" encoding="utf-8"?>
<p:sldLayout xmlns:a="http://schemas.openxmlformats.org/drawingml/2006/main" xmlns:p="http://schemas.openxmlformats.org/presentationml/2006/main">
  <p:cSld name="Content blocks 5 column small 3">
    <p:spTree>
      <p:nvGrpSpPr>
        <p:cNvPr id="11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0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1151" name="Picture Placeholder 7"/>
          <p:cNvSpPr>
            <a:spLocks noGrp="true"/>
          </p:cNvSpPr>
          <p:nvPr>
            <p:ph type="pic" sz="quarter" idx="17" hasCustomPrompt="true"/>
          </p:nvPr>
        </p:nvSpPr>
        <p:spPr>
          <a:xfrm>
            <a:off x="507364" y="2567689"/>
            <a:ext cx="822884" cy="1008888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lang="en-US" sz="900" b="false" i="false" kern="1200" cap="all" baseline="0" noProof="false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点击插入图标</a:t>
            </a:r>
            <a:endParaRPr lang="en-US" altLang="zh-CN" noProof="false"/>
          </a:p>
        </p:txBody>
      </p:sp>
      <p:sp>
        <p:nvSpPr>
          <p:cNvPr id="1152" name="Picture Placeholder 7"/>
          <p:cNvSpPr>
            <a:spLocks noGrp="true"/>
          </p:cNvSpPr>
          <p:nvPr>
            <p:ph type="pic" sz="quarter" idx="33" hasCustomPrompt="true"/>
          </p:nvPr>
        </p:nvSpPr>
        <p:spPr>
          <a:xfrm>
            <a:off x="2778124" y="2567689"/>
            <a:ext cx="822884" cy="1008888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9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点击插入图标</a:t>
            </a:r>
            <a:endParaRPr lang="en-US" altLang="zh-CN" noProof="false"/>
          </a:p>
        </p:txBody>
      </p:sp>
      <p:sp>
        <p:nvSpPr>
          <p:cNvPr id="1153" name="Picture Placeholder 7"/>
          <p:cNvSpPr>
            <a:spLocks noGrp="true"/>
          </p:cNvSpPr>
          <p:nvPr>
            <p:ph type="pic" sz="quarter" idx="35" hasCustomPrompt="true"/>
          </p:nvPr>
        </p:nvSpPr>
        <p:spPr>
          <a:xfrm>
            <a:off x="5070673" y="2567689"/>
            <a:ext cx="822884" cy="1008888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9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点击插入图标</a:t>
            </a:r>
            <a:endParaRPr lang="en-US" altLang="zh-CN" noProof="false"/>
          </a:p>
        </p:txBody>
      </p:sp>
      <p:sp>
        <p:nvSpPr>
          <p:cNvPr id="1154" name="Picture Placeholder 7"/>
          <p:cNvSpPr>
            <a:spLocks noGrp="true"/>
          </p:cNvSpPr>
          <p:nvPr>
            <p:ph type="pic" sz="quarter" idx="37" hasCustomPrompt="true"/>
          </p:nvPr>
        </p:nvSpPr>
        <p:spPr>
          <a:xfrm>
            <a:off x="7341435" y="2567689"/>
            <a:ext cx="822884" cy="1008888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9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点击插入图标</a:t>
            </a:r>
            <a:endParaRPr lang="en-US" altLang="zh-CN" noProof="false"/>
          </a:p>
        </p:txBody>
      </p:sp>
      <p:sp>
        <p:nvSpPr>
          <p:cNvPr id="1155" name="Picture Placeholder 7"/>
          <p:cNvSpPr>
            <a:spLocks noGrp="true"/>
          </p:cNvSpPr>
          <p:nvPr>
            <p:ph type="pic" sz="quarter" idx="39" hasCustomPrompt="true"/>
          </p:nvPr>
        </p:nvSpPr>
        <p:spPr>
          <a:xfrm>
            <a:off x="9633992" y="2567689"/>
            <a:ext cx="822884" cy="1008888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9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点击插入图标</a:t>
            </a:r>
            <a:endParaRPr lang="en-US" altLang="zh-CN" noProof="false"/>
          </a:p>
        </p:txBody>
      </p:sp>
      <p:sp>
        <p:nvSpPr>
          <p:cNvPr id="1156" name="Title 1"/>
          <p:cNvSpPr>
            <a:spLocks noGrp="true"/>
          </p:cNvSpPr>
          <p:nvPr>
            <p:ph type="title" hasCustomPrompt="true"/>
          </p:nvPr>
        </p:nvSpPr>
        <p:spPr>
          <a:xfrm>
            <a:off x="507365" y="500062"/>
            <a:ext cx="11186160" cy="525463"/>
          </a:xfrm>
        </p:spPr>
        <p:txBody>
          <a:bodyPr anchor="ctr">
            <a:noAutofit/>
          </a:bodyPr>
          <a:lstStyle>
            <a:lvl1pPr algn="l" defTabSz="914400" rtl="false" eaLnBrk="true" latinLnBrk="false" hangingPunct="true">
              <a:lnSpc>
                <a:spcPct val="80000"/>
              </a:lnSpc>
              <a:spcBef>
                <a:spcPct val="1"/>
              </a:spcBef>
              <a:buNone/>
              <a:defRPr lang="en-US" sz="38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j-cs"/>
              </a:defRPr>
            </a:lvl1pPr>
          </a:lstStyle>
          <a:p>
            <a:pPr/>
            <a:r>
              <a:rPr lang="en-US" altLang="zh-CN" noProof="false" err="true"/>
              <a:t>请输入标题</a:t>
            </a:r>
            <a:endParaRPr lang="en-US" noProof="false"/>
          </a:p>
        </p:txBody>
      </p:sp>
      <p:sp>
        <p:nvSpPr>
          <p:cNvPr id="1157" name="Text Placeholder 8"/>
          <p:cNvSpPr>
            <a:spLocks noGrp="true"/>
          </p:cNvSpPr>
          <p:nvPr>
            <p:ph type="body" sz="quarter" idx="23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noProof="false" err="true"/>
              <a:t>来源</a:t>
            </a:r>
            <a:r>
              <a:rPr lang="zh-CN" altLang="en-US" noProof="false"/>
              <a:t>：</a:t>
            </a:r>
            <a:endParaRPr lang="en-US" noProof="false"/>
          </a:p>
        </p:txBody>
      </p:sp>
      <p:sp>
        <p:nvSpPr>
          <p:cNvPr id="1158" name="Text Placeholder 12"/>
          <p:cNvSpPr>
            <a:spLocks noGrp="true"/>
          </p:cNvSpPr>
          <p:nvPr>
            <p:ph type="body" sz="quarter" idx="31" hasCustomPrompt="true"/>
          </p:nvPr>
        </p:nvSpPr>
        <p:spPr>
          <a:xfrm>
            <a:off x="509375" y="3863786"/>
            <a:ext cx="2050642" cy="1369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lang="en-US" sz="800" b="false" i="false" kern="1200" cap="all" spc="0" baseline="0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sz="1200"/>
            </a:lvl3pPr>
          </a:lstStyle>
          <a:p>
            <a:pPr lvl="0"/>
            <a:r>
              <a:rPr lang="en-US" altLang="zh-CN" noProof="false" err="true"/>
              <a:t>请输入副标题</a:t>
            </a:r>
            <a:endParaRPr lang="en-US" altLang="zh-CN" noProof="false"/>
          </a:p>
        </p:txBody>
      </p:sp>
      <p:sp>
        <p:nvSpPr>
          <p:cNvPr id="1159" name="Text Placeholder 5"/>
          <p:cNvSpPr>
            <a:spLocks noGrp="true"/>
          </p:cNvSpPr>
          <p:nvPr>
            <p:ph type="body" sz="quarter" idx="24" hasCustomPrompt="true"/>
          </p:nvPr>
        </p:nvSpPr>
        <p:spPr>
          <a:xfrm>
            <a:off x="507364" y="4059852"/>
            <a:ext cx="2050642" cy="759218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lang="en-US" altLang="zh-TW" sz="26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noProof="false" err="true"/>
              <a:t>请输入标题</a:t>
            </a:r>
            <a:endParaRPr lang="en-US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noProof="false" err="true"/>
              <a:t>请输入标题</a:t>
            </a:r>
            <a:endParaRPr lang="en-US" noProof="false"/>
          </a:p>
        </p:txBody>
      </p:sp>
      <p:sp>
        <p:nvSpPr>
          <p:cNvPr id="1160" name="Text Placeholder 12"/>
          <p:cNvSpPr>
            <a:spLocks noGrp="true"/>
          </p:cNvSpPr>
          <p:nvPr>
            <p:ph type="body" sz="quarter" idx="40" hasCustomPrompt="true"/>
          </p:nvPr>
        </p:nvSpPr>
        <p:spPr>
          <a:xfrm>
            <a:off x="507364" y="4834015"/>
            <a:ext cx="2050642" cy="1223885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lang="en-US" sz="1200" b="false" i="false" kern="1200" cap="none" spc="0" baseline="0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lang="en-GB" sz="1200" kern="1200" dirty="fals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noProof="false" err="true"/>
              <a:t>请输入正文内容</a:t>
            </a:r>
            <a:endParaRPr lang="en-US" noProof="false"/>
          </a:p>
        </p:txBody>
      </p:sp>
      <p:sp>
        <p:nvSpPr>
          <p:cNvPr id="1161" name="Text Placeholder 12"/>
          <p:cNvSpPr>
            <a:spLocks noGrp="true"/>
          </p:cNvSpPr>
          <p:nvPr>
            <p:ph type="body" sz="quarter" idx="41" hasCustomPrompt="true"/>
          </p:nvPr>
        </p:nvSpPr>
        <p:spPr>
          <a:xfrm>
            <a:off x="2780137" y="3863786"/>
            <a:ext cx="2050642" cy="1369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lang="en-US" sz="800" b="false" i="false" kern="1200" cap="all" spc="0" baseline="0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sz="1200"/>
            </a:lvl3pPr>
          </a:lstStyle>
          <a:p>
            <a:pPr lvl="0"/>
            <a:r>
              <a:rPr lang="en-US" altLang="zh-CN" noProof="false" err="true"/>
              <a:t>请输入副标题</a:t>
            </a:r>
            <a:endParaRPr lang="en-US" altLang="zh-CN" noProof="false"/>
          </a:p>
        </p:txBody>
      </p:sp>
      <p:sp>
        <p:nvSpPr>
          <p:cNvPr id="1162" name="Text Placeholder 5"/>
          <p:cNvSpPr>
            <a:spLocks noGrp="true"/>
          </p:cNvSpPr>
          <p:nvPr>
            <p:ph type="body" sz="quarter" idx="42" hasCustomPrompt="true"/>
          </p:nvPr>
        </p:nvSpPr>
        <p:spPr>
          <a:xfrm>
            <a:off x="2778126" y="4059852"/>
            <a:ext cx="2050642" cy="759218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lang="en-US" altLang="zh-CN" sz="26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请输入标题</a:t>
            </a:r>
            <a:endParaRPr lang="en-US" altLang="zh-CN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请输入标题</a:t>
            </a:r>
            <a:endParaRPr lang="en-US" altLang="zh-CN" noProof="false"/>
          </a:p>
        </p:txBody>
      </p:sp>
      <p:sp>
        <p:nvSpPr>
          <p:cNvPr id="1163" name="Text Placeholder 12"/>
          <p:cNvSpPr>
            <a:spLocks noGrp="true"/>
          </p:cNvSpPr>
          <p:nvPr>
            <p:ph type="body" sz="quarter" idx="43" hasCustomPrompt="true"/>
          </p:nvPr>
        </p:nvSpPr>
        <p:spPr>
          <a:xfrm>
            <a:off x="2778126" y="4834015"/>
            <a:ext cx="2050642" cy="1223885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lang="en-US" sz="1200" b="false" i="false" kern="1200" cap="none" spc="0" baseline="0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lang="en-GB" sz="1200" kern="1200" dirty="fals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请输入正文内容</a:t>
            </a:r>
            <a:endParaRPr lang="en-US" altLang="zh-CN" noProof="false"/>
          </a:p>
        </p:txBody>
      </p:sp>
      <p:sp>
        <p:nvSpPr>
          <p:cNvPr id="1164" name="Text Placeholder 12"/>
          <p:cNvSpPr>
            <a:spLocks noGrp="true"/>
          </p:cNvSpPr>
          <p:nvPr>
            <p:ph type="body" sz="quarter" idx="44" hasCustomPrompt="true"/>
          </p:nvPr>
        </p:nvSpPr>
        <p:spPr>
          <a:xfrm>
            <a:off x="5072690" y="3863786"/>
            <a:ext cx="2050642" cy="1369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lang="en-US" sz="800" b="false" i="false" kern="1200" cap="all" spc="0" baseline="0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sz="1200"/>
            </a:lvl3pPr>
          </a:lstStyle>
          <a:p>
            <a:pPr lvl="0"/>
            <a:r>
              <a:rPr lang="en-US" altLang="zh-CN" noProof="false" err="true"/>
              <a:t>请输入副标题</a:t>
            </a:r>
            <a:endParaRPr lang="en-US" altLang="zh-CN" noProof="false"/>
          </a:p>
        </p:txBody>
      </p:sp>
      <p:sp>
        <p:nvSpPr>
          <p:cNvPr id="1165" name="Text Placeholder 5"/>
          <p:cNvSpPr>
            <a:spLocks noGrp="true"/>
          </p:cNvSpPr>
          <p:nvPr>
            <p:ph type="body" sz="quarter" idx="45" hasCustomPrompt="true"/>
          </p:nvPr>
        </p:nvSpPr>
        <p:spPr>
          <a:xfrm>
            <a:off x="5070679" y="4059852"/>
            <a:ext cx="2050642" cy="759218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lang="en-US" altLang="zh-CN" sz="26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请输入标题</a:t>
            </a:r>
            <a:endParaRPr lang="en-US" altLang="zh-CN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请输入标题</a:t>
            </a:r>
            <a:endParaRPr lang="en-US" altLang="zh-CN" noProof="false"/>
          </a:p>
        </p:txBody>
      </p:sp>
      <p:sp>
        <p:nvSpPr>
          <p:cNvPr id="1166" name="Text Placeholder 12"/>
          <p:cNvSpPr>
            <a:spLocks noGrp="true"/>
          </p:cNvSpPr>
          <p:nvPr>
            <p:ph type="body" sz="quarter" idx="46" hasCustomPrompt="true"/>
          </p:nvPr>
        </p:nvSpPr>
        <p:spPr>
          <a:xfrm>
            <a:off x="5070679" y="4834015"/>
            <a:ext cx="2050642" cy="1223885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lang="en-US" sz="1200" b="false" i="false" kern="1200" cap="none" spc="0" baseline="0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lang="en-GB" sz="1200" kern="1200" dirty="fals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请输入正文内容</a:t>
            </a:r>
            <a:endParaRPr lang="en-US" altLang="zh-CN" noProof="false"/>
          </a:p>
        </p:txBody>
      </p:sp>
      <p:sp>
        <p:nvSpPr>
          <p:cNvPr id="1167" name="Text Placeholder 12"/>
          <p:cNvSpPr>
            <a:spLocks noGrp="true"/>
          </p:cNvSpPr>
          <p:nvPr>
            <p:ph type="body" sz="quarter" idx="47" hasCustomPrompt="true"/>
          </p:nvPr>
        </p:nvSpPr>
        <p:spPr>
          <a:xfrm>
            <a:off x="7341435" y="3863786"/>
            <a:ext cx="2050642" cy="1369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lang="en-US" sz="800" b="false" i="false" kern="1200" cap="all" spc="0" baseline="0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sz="1200"/>
            </a:lvl3pPr>
          </a:lstStyle>
          <a:p>
            <a:pPr lvl="0"/>
            <a:r>
              <a:rPr lang="en-US" altLang="zh-CN" noProof="false" err="true"/>
              <a:t>请输入副标题</a:t>
            </a:r>
            <a:endParaRPr lang="en-US" altLang="zh-CN" noProof="false"/>
          </a:p>
        </p:txBody>
      </p:sp>
      <p:sp>
        <p:nvSpPr>
          <p:cNvPr id="1168" name="Text Placeholder 5"/>
          <p:cNvSpPr>
            <a:spLocks noGrp="true"/>
          </p:cNvSpPr>
          <p:nvPr>
            <p:ph type="body" sz="quarter" idx="48" hasCustomPrompt="true"/>
          </p:nvPr>
        </p:nvSpPr>
        <p:spPr>
          <a:xfrm>
            <a:off x="7339424" y="4059852"/>
            <a:ext cx="2050642" cy="759218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lang="en-US" altLang="zh-CN" sz="26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请输入标题</a:t>
            </a:r>
            <a:endParaRPr lang="en-US" altLang="zh-CN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请输入标题</a:t>
            </a:r>
            <a:endParaRPr lang="en-US" altLang="zh-CN" noProof="false"/>
          </a:p>
        </p:txBody>
      </p:sp>
      <p:sp>
        <p:nvSpPr>
          <p:cNvPr id="1169" name="Text Placeholder 12"/>
          <p:cNvSpPr>
            <a:spLocks noGrp="true"/>
          </p:cNvSpPr>
          <p:nvPr>
            <p:ph type="body" sz="quarter" idx="49" hasCustomPrompt="true"/>
          </p:nvPr>
        </p:nvSpPr>
        <p:spPr>
          <a:xfrm>
            <a:off x="7339424" y="4834015"/>
            <a:ext cx="2050642" cy="1223885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lang="en-US" sz="1200" b="false" i="false" kern="1200" cap="none" spc="0" baseline="0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lang="en-GB" sz="1200" kern="1200" dirty="fals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请输入正文内容</a:t>
            </a:r>
            <a:endParaRPr lang="en-US" altLang="zh-CN" noProof="false"/>
          </a:p>
        </p:txBody>
      </p:sp>
      <p:sp>
        <p:nvSpPr>
          <p:cNvPr id="1170" name="Text Placeholder 12"/>
          <p:cNvSpPr>
            <a:spLocks noGrp="true"/>
          </p:cNvSpPr>
          <p:nvPr>
            <p:ph type="body" sz="quarter" idx="50" hasCustomPrompt="true"/>
          </p:nvPr>
        </p:nvSpPr>
        <p:spPr>
          <a:xfrm>
            <a:off x="9636005" y="3863786"/>
            <a:ext cx="2050642" cy="1369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lang="en-US" sz="800" b="false" i="false" kern="1200" cap="all" spc="0" baseline="0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sz="1200"/>
            </a:lvl3pPr>
          </a:lstStyle>
          <a:p>
            <a:pPr lvl="0"/>
            <a:r>
              <a:rPr lang="en-US" altLang="zh-CN" noProof="false" err="true"/>
              <a:t>请输入副标题</a:t>
            </a:r>
            <a:endParaRPr lang="en-US" altLang="zh-CN" noProof="false"/>
          </a:p>
        </p:txBody>
      </p:sp>
      <p:sp>
        <p:nvSpPr>
          <p:cNvPr id="1171" name="Text Placeholder 5"/>
          <p:cNvSpPr>
            <a:spLocks noGrp="true"/>
          </p:cNvSpPr>
          <p:nvPr>
            <p:ph type="body" sz="quarter" idx="51" hasCustomPrompt="true"/>
          </p:nvPr>
        </p:nvSpPr>
        <p:spPr>
          <a:xfrm>
            <a:off x="9633994" y="4059852"/>
            <a:ext cx="2050642" cy="759218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lang="en-US" altLang="zh-CN" sz="26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请输入标题</a:t>
            </a:r>
            <a:endParaRPr lang="en-US" altLang="zh-CN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请输入标题</a:t>
            </a:r>
            <a:endParaRPr lang="en-US" altLang="zh-CN" noProof="false"/>
          </a:p>
        </p:txBody>
      </p:sp>
      <p:sp>
        <p:nvSpPr>
          <p:cNvPr id="1172" name="Text Placeholder 12"/>
          <p:cNvSpPr>
            <a:spLocks noGrp="true"/>
          </p:cNvSpPr>
          <p:nvPr>
            <p:ph type="body" sz="quarter" idx="52" hasCustomPrompt="true"/>
          </p:nvPr>
        </p:nvSpPr>
        <p:spPr>
          <a:xfrm>
            <a:off x="9633994" y="4834015"/>
            <a:ext cx="2050642" cy="1223885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lang="en-US" sz="1200" b="false" i="false" kern="1200" cap="none" spc="0" baseline="0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lang="en-GB" sz="1200" kern="1200" dirty="fals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请输入正文内容</a:t>
            </a:r>
            <a:endParaRPr lang="en-US" altLang="zh-CN" noProof="false"/>
          </a:p>
        </p:txBody>
      </p:sp>
    </p:spTree>
  </p:cSld>
  <p:clrMapOvr>
    <a:masterClrMapping/>
  </p:clrMapOvr>
</p:sldLayout>
</file>

<file path=ppt/slideLayouts/slideLayout188.xml><?xml version="1.0" encoding="utf-8"?>
<p:sldLayout xmlns:a="http://schemas.openxmlformats.org/drawingml/2006/main" xmlns:p="http://schemas.openxmlformats.org/presentationml/2006/main">
  <p:cSld name="1_Content blocks 5 column small 2">
    <p:bg>
      <p:bgPr>
        <a:solidFill>
          <a:schemeClr val="tx1"/>
        </a:solidFill>
        <a:effectLst/>
      </p:bgPr>
    </p:bg>
    <p:spTree>
      <p:nvGrpSpPr>
        <p:cNvPr id="117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4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1175" name="Text Placeholder 10"/>
          <p:cNvSpPr>
            <a:spLocks noGrp="true"/>
          </p:cNvSpPr>
          <p:nvPr>
            <p:ph type="body" sz="quarter" idx="19" hasCustomPrompt="true"/>
          </p:nvPr>
        </p:nvSpPr>
        <p:spPr>
          <a:xfrm>
            <a:off x="498475" y="4542817"/>
            <a:ext cx="2058805" cy="1515083"/>
          </a:xfrm>
        </p:spPr>
        <p:txBody>
          <a:bodyPr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lang="en-US" altLang="zh-TW" sz="2800" b="true" i="false" kern="1200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  <a:lvl2pPr marL="457200" indent="0">
              <a:lnSpc>
                <a:spcPct val="80000"/>
              </a:lnSpc>
              <a:spcBef>
                <a:spcPts val="0"/>
              </a:spcBef>
              <a:buNone/>
              <a:defRPr sz="2400" b="false" i="false" spc="-50" baseline="0">
                <a:solidFill>
                  <a:schemeClr val="bg1"/>
                </a:solidFill>
                <a:latin typeface="Noto Sans S Chinese Regular" panose="020B0500000000000000" pitchFamily="34" charset="-128"/>
              </a:defRPr>
            </a:lvl2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en-US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en-US" altLang="zh-TW" noProof="false"/>
          </a:p>
          <a:p>
            <a:pPr marL="0" lvl="0" indent="0" algn="l" defTabSz="914400" rtl="false" eaLnBrk="true" latinLnBrk="false" hangingPunct="true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noProof="false"/>
          </a:p>
          <a:p>
            <a:pPr lvl="1"/>
            <a:endParaRPr lang="en-US" noProof="false"/>
          </a:p>
        </p:txBody>
      </p:sp>
      <p:sp>
        <p:nvSpPr>
          <p:cNvPr id="1176" name="Text Placeholder 8"/>
          <p:cNvSpPr>
            <a:spLocks noGrp="true"/>
          </p:cNvSpPr>
          <p:nvPr>
            <p:ph type="body" sz="quarter" idx="21" hasCustomPrompt="true"/>
          </p:nvPr>
        </p:nvSpPr>
        <p:spPr>
          <a:xfrm>
            <a:off x="506640" y="3851751"/>
            <a:ext cx="2050640" cy="574334"/>
          </a:xfrm>
        </p:spPr>
        <p:txBody>
          <a:bodyPr>
            <a:noAutofit/>
          </a:bodyPr>
          <a:lstStyle>
            <a:lvl1pPr marL="0" indent="0">
              <a:buNone/>
              <a:defRPr lang="en-US" sz="4400" b="true" i="false" kern="1200" noProof="false" dirty="false">
                <a:solidFill>
                  <a:srgbClr val="F55600"/>
                </a:solidFill>
                <a:latin typeface="+mj-lt"/>
                <a:ea typeface="Noto Sans S Chinese Regular" panose="020B0500000000000000" pitchFamily="34" charset="-128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noProof="false"/>
              <a:t>#$%</a:t>
            </a:r>
            <a:endParaRPr lang="en-US" noProof="false"/>
          </a:p>
        </p:txBody>
      </p:sp>
      <p:sp>
        <p:nvSpPr>
          <p:cNvPr id="1177" name="Text Placeholder 10"/>
          <p:cNvSpPr>
            <a:spLocks noGrp="true"/>
          </p:cNvSpPr>
          <p:nvPr>
            <p:ph type="body" sz="quarter" idx="46" hasCustomPrompt="true"/>
          </p:nvPr>
        </p:nvSpPr>
        <p:spPr>
          <a:xfrm>
            <a:off x="2778124" y="4542817"/>
            <a:ext cx="2058805" cy="1515083"/>
          </a:xfrm>
        </p:spPr>
        <p:txBody>
          <a:bodyPr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lang="en-US" altLang="zh-TW" sz="2800" b="true" i="false" kern="1200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  <a:lvl2pPr marL="457200" indent="0">
              <a:lnSpc>
                <a:spcPct val="80000"/>
              </a:lnSpc>
              <a:spcBef>
                <a:spcPts val="0"/>
              </a:spcBef>
              <a:buNone/>
              <a:defRPr sz="2400" b="false" i="false" spc="-50" baseline="0">
                <a:solidFill>
                  <a:schemeClr val="bg1"/>
                </a:solidFill>
                <a:latin typeface="Noto Sans S Chinese Regular" panose="020B0500000000000000" pitchFamily="34" charset="-128"/>
              </a:defRPr>
            </a:lvl2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en-US" altLang="zh-TW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en-US" altLang="zh-TW" noProof="false"/>
          </a:p>
          <a:p>
            <a:pPr lvl="1"/>
            <a:endParaRPr lang="en-US" noProof="false"/>
          </a:p>
        </p:txBody>
      </p:sp>
      <p:sp>
        <p:nvSpPr>
          <p:cNvPr id="1178" name="Text Placeholder 8"/>
          <p:cNvSpPr>
            <a:spLocks noGrp="true"/>
          </p:cNvSpPr>
          <p:nvPr>
            <p:ph type="body" sz="quarter" idx="47" hasCustomPrompt="true"/>
          </p:nvPr>
        </p:nvSpPr>
        <p:spPr>
          <a:xfrm>
            <a:off x="2786289" y="3851751"/>
            <a:ext cx="2050640" cy="574334"/>
          </a:xfrm>
        </p:spPr>
        <p:txBody>
          <a:bodyPr>
            <a:noAutofit/>
          </a:bodyPr>
          <a:lstStyle>
            <a:lvl1pPr marL="0" indent="0">
              <a:buNone/>
              <a:defRPr lang="en-US" sz="4400" b="true" i="false" kern="1200" noProof="false" dirty="false">
                <a:solidFill>
                  <a:srgbClr val="F55600"/>
                </a:solidFill>
                <a:latin typeface="+mj-lt"/>
                <a:ea typeface="Noto Sans S Chinese Regular" panose="020B0500000000000000" pitchFamily="34" charset="-128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noProof="false"/>
              <a:t>#$%</a:t>
            </a:r>
            <a:endParaRPr lang="en-US" noProof="false"/>
          </a:p>
        </p:txBody>
      </p:sp>
      <p:sp>
        <p:nvSpPr>
          <p:cNvPr id="1179" name="Text Placeholder 10"/>
          <p:cNvSpPr>
            <a:spLocks noGrp="true"/>
          </p:cNvSpPr>
          <p:nvPr>
            <p:ph type="body" sz="quarter" idx="48" hasCustomPrompt="true"/>
          </p:nvPr>
        </p:nvSpPr>
        <p:spPr>
          <a:xfrm>
            <a:off x="5057773" y="4542817"/>
            <a:ext cx="2058805" cy="1515083"/>
          </a:xfrm>
        </p:spPr>
        <p:txBody>
          <a:bodyPr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lang="en-US" altLang="zh-TW" sz="2800" b="true" i="false" kern="1200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  <a:lvl2pPr marL="457200" indent="0">
              <a:lnSpc>
                <a:spcPct val="80000"/>
              </a:lnSpc>
              <a:spcBef>
                <a:spcPts val="0"/>
              </a:spcBef>
              <a:buNone/>
              <a:defRPr sz="2400" b="false" i="false" spc="-50" baseline="0">
                <a:solidFill>
                  <a:schemeClr val="bg1"/>
                </a:solidFill>
                <a:latin typeface="Noto Sans S Chinese Regular" panose="020B0500000000000000" pitchFamily="34" charset="-128"/>
              </a:defRPr>
            </a:lvl2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en-US" altLang="zh-TW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en-US" altLang="zh-TW" noProof="false"/>
          </a:p>
          <a:p>
            <a:pPr marL="0" marR="0" lvl="0" indent="0" algn="l" defTabSz="914400" rtl="false" eaLnBrk="true" fontAlgn="auto" latinLnBrk="false" hangingPunct="true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lang="en-US" altLang="zh-TW" noProof="false"/>
          </a:p>
          <a:p>
            <a:pPr lvl="1"/>
            <a:endParaRPr lang="en-US" noProof="false"/>
          </a:p>
        </p:txBody>
      </p:sp>
      <p:sp>
        <p:nvSpPr>
          <p:cNvPr id="1180" name="Text Placeholder 8"/>
          <p:cNvSpPr>
            <a:spLocks noGrp="true"/>
          </p:cNvSpPr>
          <p:nvPr>
            <p:ph type="body" sz="quarter" idx="49" hasCustomPrompt="true"/>
          </p:nvPr>
        </p:nvSpPr>
        <p:spPr>
          <a:xfrm>
            <a:off x="5065938" y="3851751"/>
            <a:ext cx="2050640" cy="574334"/>
          </a:xfrm>
        </p:spPr>
        <p:txBody>
          <a:bodyPr>
            <a:noAutofit/>
          </a:bodyPr>
          <a:lstStyle>
            <a:lvl1pPr marL="0" indent="0">
              <a:buNone/>
              <a:defRPr lang="en-US" sz="4400" b="true" i="false" kern="1200" noProof="false" dirty="false">
                <a:solidFill>
                  <a:srgbClr val="F55600"/>
                </a:solidFill>
                <a:latin typeface="+mj-lt"/>
                <a:ea typeface="Noto Sans S Chinese Regular" panose="020B0500000000000000" pitchFamily="34" charset="-128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noProof="false"/>
              <a:t>#$%</a:t>
            </a:r>
            <a:endParaRPr lang="en-US" noProof="false"/>
          </a:p>
        </p:txBody>
      </p:sp>
      <p:sp>
        <p:nvSpPr>
          <p:cNvPr id="1181" name="Text Placeholder 10"/>
          <p:cNvSpPr>
            <a:spLocks noGrp="true"/>
          </p:cNvSpPr>
          <p:nvPr>
            <p:ph type="body" sz="quarter" idx="50" hasCustomPrompt="true"/>
          </p:nvPr>
        </p:nvSpPr>
        <p:spPr>
          <a:xfrm>
            <a:off x="7333272" y="4542817"/>
            <a:ext cx="2058805" cy="1515083"/>
          </a:xfrm>
        </p:spPr>
        <p:txBody>
          <a:bodyPr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lang="en-US" altLang="zh-TW" sz="2800" b="true" i="false" kern="1200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  <a:lvl2pPr marL="457200" indent="0">
              <a:lnSpc>
                <a:spcPct val="80000"/>
              </a:lnSpc>
              <a:spcBef>
                <a:spcPts val="0"/>
              </a:spcBef>
              <a:buNone/>
              <a:defRPr sz="2400" b="false" i="false" spc="-50" baseline="0">
                <a:solidFill>
                  <a:schemeClr val="bg1"/>
                </a:solidFill>
                <a:latin typeface="Noto Sans S Chinese Regular" panose="020B0500000000000000" pitchFamily="34" charset="-128"/>
              </a:defRPr>
            </a:lvl2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en-US" altLang="zh-TW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en-US" altLang="zh-TW" noProof="false"/>
          </a:p>
        </p:txBody>
      </p:sp>
      <p:sp>
        <p:nvSpPr>
          <p:cNvPr id="1182" name="Text Placeholder 8"/>
          <p:cNvSpPr>
            <a:spLocks noGrp="true"/>
          </p:cNvSpPr>
          <p:nvPr>
            <p:ph type="body" sz="quarter" idx="51" hasCustomPrompt="true"/>
          </p:nvPr>
        </p:nvSpPr>
        <p:spPr>
          <a:xfrm>
            <a:off x="7341437" y="3851751"/>
            <a:ext cx="2050640" cy="574334"/>
          </a:xfrm>
        </p:spPr>
        <p:txBody>
          <a:bodyPr>
            <a:noAutofit/>
          </a:bodyPr>
          <a:lstStyle>
            <a:lvl1pPr marL="0" indent="0">
              <a:buNone/>
              <a:defRPr lang="en-US" sz="4400" b="true" i="false" kern="1200" noProof="false" dirty="false">
                <a:solidFill>
                  <a:srgbClr val="F55600"/>
                </a:solidFill>
                <a:latin typeface="+mj-lt"/>
                <a:ea typeface="Noto Sans S Chinese Regular" panose="020B0500000000000000" pitchFamily="34" charset="-128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noProof="false"/>
              <a:t>#$%</a:t>
            </a:r>
            <a:endParaRPr lang="en-US" noProof="false"/>
          </a:p>
        </p:txBody>
      </p:sp>
      <p:sp>
        <p:nvSpPr>
          <p:cNvPr id="1183" name="Text Placeholder 10"/>
          <p:cNvSpPr>
            <a:spLocks noGrp="true"/>
          </p:cNvSpPr>
          <p:nvPr>
            <p:ph type="body" sz="quarter" idx="52" hasCustomPrompt="true"/>
          </p:nvPr>
        </p:nvSpPr>
        <p:spPr>
          <a:xfrm>
            <a:off x="9616936" y="4542817"/>
            <a:ext cx="2058805" cy="1515083"/>
          </a:xfrm>
        </p:spPr>
        <p:txBody>
          <a:bodyPr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lang="en-US" altLang="zh-TW" sz="2800" b="true" i="false" kern="1200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  <a:lvl2pPr marL="457200" indent="0">
              <a:lnSpc>
                <a:spcPct val="80000"/>
              </a:lnSpc>
              <a:spcBef>
                <a:spcPts val="0"/>
              </a:spcBef>
              <a:buNone/>
              <a:defRPr sz="2400" b="false" i="false" spc="-50" baseline="0">
                <a:solidFill>
                  <a:schemeClr val="bg1"/>
                </a:solidFill>
                <a:latin typeface="Noto Sans S Chinese Regular" panose="020B0500000000000000" pitchFamily="34" charset="-128"/>
              </a:defRPr>
            </a:lvl2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en-US" altLang="zh-TW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en-US" altLang="zh-TW" noProof="false"/>
          </a:p>
          <a:p>
            <a:pPr marL="0" marR="0" lvl="0" indent="0" algn="l" defTabSz="914400" rtl="false" eaLnBrk="true" fontAlgn="auto" latinLnBrk="false" hangingPunct="true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lang="en-US" altLang="zh-TW" noProof="false"/>
          </a:p>
          <a:p>
            <a:pPr marL="0" marR="0" lvl="0" indent="0" algn="l" defTabSz="914400" rtl="false" eaLnBrk="true" fontAlgn="auto" latinLnBrk="false" hangingPunct="true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lang="en-US" altLang="zh-TW" noProof="false"/>
          </a:p>
          <a:p>
            <a:pPr lvl="1"/>
            <a:endParaRPr lang="en-US" noProof="false"/>
          </a:p>
        </p:txBody>
      </p:sp>
      <p:sp>
        <p:nvSpPr>
          <p:cNvPr id="1184" name="Text Placeholder 8"/>
          <p:cNvSpPr>
            <a:spLocks noGrp="true"/>
          </p:cNvSpPr>
          <p:nvPr>
            <p:ph type="body" sz="quarter" idx="53" hasCustomPrompt="true"/>
          </p:nvPr>
        </p:nvSpPr>
        <p:spPr>
          <a:xfrm>
            <a:off x="9625101" y="3851751"/>
            <a:ext cx="2050640" cy="574334"/>
          </a:xfrm>
        </p:spPr>
        <p:txBody>
          <a:bodyPr>
            <a:noAutofit/>
          </a:bodyPr>
          <a:lstStyle>
            <a:lvl1pPr marL="0" indent="0">
              <a:buNone/>
              <a:defRPr lang="en-US" sz="4400" b="true" i="false" kern="1200" noProof="false" dirty="false">
                <a:solidFill>
                  <a:srgbClr val="F55600"/>
                </a:solidFill>
                <a:latin typeface="+mj-lt"/>
                <a:ea typeface="Noto Sans S Chinese Regular" panose="020B0500000000000000" pitchFamily="34" charset="-128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noProof="false"/>
              <a:t>#$%</a:t>
            </a:r>
            <a:endParaRPr lang="en-US" noProof="false"/>
          </a:p>
        </p:txBody>
      </p:sp>
      <p:sp>
        <p:nvSpPr>
          <p:cNvPr id="1185" name="Title 1"/>
          <p:cNvSpPr>
            <a:spLocks noGrp="true"/>
          </p:cNvSpPr>
          <p:nvPr>
            <p:ph type="title" hasCustomPrompt="true"/>
          </p:nvPr>
        </p:nvSpPr>
        <p:spPr>
          <a:xfrm>
            <a:off x="507365" y="500062"/>
            <a:ext cx="11186160" cy="525463"/>
          </a:xfrm>
        </p:spPr>
        <p:txBody>
          <a:bodyPr anchor="ctr">
            <a:noAutofit/>
          </a:bodyPr>
          <a:lstStyle>
            <a:lvl1pPr algn="l" defTabSz="914400" rtl="false" eaLnBrk="true" latinLnBrk="false" hangingPunct="true">
              <a:lnSpc>
                <a:spcPct val="80000"/>
              </a:lnSpc>
              <a:spcBef>
                <a:spcPct val="1"/>
              </a:spcBef>
              <a:buNone/>
              <a:defRPr lang="en-US" sz="3800" b="true" i="false" kern="1200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j-cs"/>
              </a:defRPr>
            </a:lvl1pPr>
          </a:lstStyle>
          <a:p>
            <a:pPr/>
            <a:r>
              <a:rPr lang="en-US" altLang="zh-CN" noProof="false" err="true"/>
              <a:t>请输入标题</a:t>
            </a:r>
            <a:endParaRPr lang="en-US" noProof="false"/>
          </a:p>
        </p:txBody>
      </p:sp>
      <p:sp>
        <p:nvSpPr>
          <p:cNvPr id="1186" name="Text Placeholder 8"/>
          <p:cNvSpPr>
            <a:spLocks noGrp="true"/>
          </p:cNvSpPr>
          <p:nvPr>
            <p:ph type="body" sz="quarter" idx="23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noProof="false" err="true"/>
              <a:t>来源</a:t>
            </a:r>
            <a:r>
              <a:rPr lang="zh-CN" altLang="en-US" noProof="false"/>
              <a:t>：</a:t>
            </a:r>
            <a:endParaRPr lang="en-US" noProof="false"/>
          </a:p>
        </p:txBody>
      </p:sp>
      <p:sp>
        <p:nvSpPr>
          <p:cNvPr id="1187" name="Picture Placeholder 7"/>
          <p:cNvSpPr>
            <a:spLocks noGrp="true"/>
          </p:cNvSpPr>
          <p:nvPr>
            <p:ph type="pic" sz="quarter" idx="17" hasCustomPrompt="true"/>
          </p:nvPr>
        </p:nvSpPr>
        <p:spPr>
          <a:xfrm>
            <a:off x="507364" y="2567689"/>
            <a:ext cx="822884" cy="1008888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9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单击插入图标</a:t>
            </a:r>
            <a:endParaRPr lang="zh-TW" altLang="en-US" noProof="false"/>
          </a:p>
        </p:txBody>
      </p:sp>
      <p:sp>
        <p:nvSpPr>
          <p:cNvPr id="1188" name="Picture Placeholder 7"/>
          <p:cNvSpPr>
            <a:spLocks noGrp="true"/>
          </p:cNvSpPr>
          <p:nvPr>
            <p:ph type="pic" sz="quarter" idx="33" hasCustomPrompt="true"/>
          </p:nvPr>
        </p:nvSpPr>
        <p:spPr>
          <a:xfrm>
            <a:off x="2778124" y="2567689"/>
            <a:ext cx="822884" cy="1008888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9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单击插入图标</a:t>
            </a:r>
            <a:endParaRPr lang="zh-TW" altLang="en-US" noProof="false"/>
          </a:p>
        </p:txBody>
      </p:sp>
      <p:sp>
        <p:nvSpPr>
          <p:cNvPr id="1189" name="Picture Placeholder 7"/>
          <p:cNvSpPr>
            <a:spLocks noGrp="true"/>
          </p:cNvSpPr>
          <p:nvPr>
            <p:ph type="pic" sz="quarter" idx="35" hasCustomPrompt="true"/>
          </p:nvPr>
        </p:nvSpPr>
        <p:spPr>
          <a:xfrm>
            <a:off x="5070673" y="2567689"/>
            <a:ext cx="822884" cy="1008888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9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单击插入图标</a:t>
            </a:r>
            <a:endParaRPr lang="zh-TW" altLang="en-US" noProof="false"/>
          </a:p>
        </p:txBody>
      </p:sp>
      <p:sp>
        <p:nvSpPr>
          <p:cNvPr id="1190" name="Picture Placeholder 7"/>
          <p:cNvSpPr>
            <a:spLocks noGrp="true"/>
          </p:cNvSpPr>
          <p:nvPr>
            <p:ph type="pic" sz="quarter" idx="37" hasCustomPrompt="true"/>
          </p:nvPr>
        </p:nvSpPr>
        <p:spPr>
          <a:xfrm>
            <a:off x="7341435" y="2567689"/>
            <a:ext cx="822884" cy="1008888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9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单击插入图标</a:t>
            </a:r>
            <a:endParaRPr lang="zh-TW" altLang="en-US" noProof="false"/>
          </a:p>
        </p:txBody>
      </p:sp>
      <p:sp>
        <p:nvSpPr>
          <p:cNvPr id="1191" name="Picture Placeholder 7"/>
          <p:cNvSpPr>
            <a:spLocks noGrp="true"/>
          </p:cNvSpPr>
          <p:nvPr>
            <p:ph type="pic" sz="quarter" idx="39" hasCustomPrompt="true"/>
          </p:nvPr>
        </p:nvSpPr>
        <p:spPr>
          <a:xfrm>
            <a:off x="9633992" y="2567689"/>
            <a:ext cx="822884" cy="1008888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9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单击插入图标</a:t>
            </a:r>
            <a:endParaRPr lang="zh-TW" altLang="en-US" noProof="false"/>
          </a:p>
        </p:txBody>
      </p:sp>
    </p:spTree>
  </p:cSld>
  <p:clrMapOvr>
    <a:masterClrMapping/>
  </p:clrMapOvr>
</p:sldLayout>
</file>

<file path=ppt/slideLayouts/slideLayout189.xml><?xml version="1.0" encoding="utf-8"?>
<p:sldLayout xmlns:a="http://schemas.openxmlformats.org/drawingml/2006/main" xmlns:p="http://schemas.openxmlformats.org/presentationml/2006/main">
  <p:cSld name="3_Content blocks 5 column small 3">
    <p:bg>
      <p:bgPr>
        <a:solidFill>
          <a:schemeClr val="tx1"/>
        </a:solidFill>
        <a:effectLst/>
      </p:bgPr>
    </p:bg>
    <p:spTree>
      <p:nvGrpSpPr>
        <p:cNvPr id="119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3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1194" name="Picture Placeholder 7"/>
          <p:cNvSpPr>
            <a:spLocks noGrp="true"/>
          </p:cNvSpPr>
          <p:nvPr>
            <p:ph type="pic" sz="quarter" idx="17" hasCustomPrompt="true"/>
          </p:nvPr>
        </p:nvSpPr>
        <p:spPr>
          <a:xfrm>
            <a:off x="507364" y="2567689"/>
            <a:ext cx="822884" cy="1008888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9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单击插入图标</a:t>
            </a:r>
            <a:endParaRPr lang="zh-TW" altLang="en-US" noProof="false"/>
          </a:p>
        </p:txBody>
      </p:sp>
      <p:sp>
        <p:nvSpPr>
          <p:cNvPr id="1195" name="Picture Placeholder 7"/>
          <p:cNvSpPr>
            <a:spLocks noGrp="true"/>
          </p:cNvSpPr>
          <p:nvPr>
            <p:ph type="pic" sz="quarter" idx="33" hasCustomPrompt="true"/>
          </p:nvPr>
        </p:nvSpPr>
        <p:spPr>
          <a:xfrm>
            <a:off x="2778124" y="2567689"/>
            <a:ext cx="822884" cy="1008888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9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单击插入图标</a:t>
            </a:r>
            <a:endParaRPr lang="zh-TW" altLang="en-US" noProof="false"/>
          </a:p>
        </p:txBody>
      </p:sp>
      <p:sp>
        <p:nvSpPr>
          <p:cNvPr id="1196" name="Picture Placeholder 7"/>
          <p:cNvSpPr>
            <a:spLocks noGrp="true"/>
          </p:cNvSpPr>
          <p:nvPr>
            <p:ph type="pic" sz="quarter" idx="35" hasCustomPrompt="true"/>
          </p:nvPr>
        </p:nvSpPr>
        <p:spPr>
          <a:xfrm>
            <a:off x="5070673" y="2567689"/>
            <a:ext cx="822884" cy="1008888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9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单击插入图标</a:t>
            </a:r>
            <a:endParaRPr lang="zh-TW" altLang="en-US" noProof="false"/>
          </a:p>
        </p:txBody>
      </p:sp>
      <p:sp>
        <p:nvSpPr>
          <p:cNvPr id="1197" name="Picture Placeholder 7"/>
          <p:cNvSpPr>
            <a:spLocks noGrp="true"/>
          </p:cNvSpPr>
          <p:nvPr>
            <p:ph type="pic" sz="quarter" idx="37" hasCustomPrompt="true"/>
          </p:nvPr>
        </p:nvSpPr>
        <p:spPr>
          <a:xfrm>
            <a:off x="7341435" y="2567689"/>
            <a:ext cx="822884" cy="1008888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9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单击插入图标</a:t>
            </a:r>
            <a:endParaRPr lang="zh-TW" altLang="en-US" noProof="false"/>
          </a:p>
        </p:txBody>
      </p:sp>
      <p:sp>
        <p:nvSpPr>
          <p:cNvPr id="1198" name="Picture Placeholder 7"/>
          <p:cNvSpPr>
            <a:spLocks noGrp="true"/>
          </p:cNvSpPr>
          <p:nvPr>
            <p:ph type="pic" sz="quarter" idx="39" hasCustomPrompt="true"/>
          </p:nvPr>
        </p:nvSpPr>
        <p:spPr>
          <a:xfrm>
            <a:off x="9633992" y="2567689"/>
            <a:ext cx="822884" cy="1008888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9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单击插入图标</a:t>
            </a:r>
            <a:endParaRPr lang="zh-TW" altLang="en-US" noProof="false"/>
          </a:p>
        </p:txBody>
      </p:sp>
      <p:sp>
        <p:nvSpPr>
          <p:cNvPr id="1199" name="Title 1"/>
          <p:cNvSpPr>
            <a:spLocks noGrp="true"/>
          </p:cNvSpPr>
          <p:nvPr>
            <p:ph type="title" hasCustomPrompt="true"/>
          </p:nvPr>
        </p:nvSpPr>
        <p:spPr>
          <a:xfrm>
            <a:off x="507365" y="500062"/>
            <a:ext cx="11186160" cy="525463"/>
          </a:xfrm>
        </p:spPr>
        <p:txBody>
          <a:bodyPr anchor="ctr">
            <a:noAutofit/>
          </a:bodyPr>
          <a:lstStyle>
            <a:lvl1pPr algn="l" defTabSz="914400" rtl="false" eaLnBrk="true" latinLnBrk="false" hangingPunct="true">
              <a:lnSpc>
                <a:spcPct val="80000"/>
              </a:lnSpc>
              <a:spcBef>
                <a:spcPct val="1"/>
              </a:spcBef>
              <a:buNone/>
              <a:defRPr lang="en-US" sz="3800" b="true" i="false" kern="1200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j-cs"/>
              </a:defRPr>
            </a:lvl1pPr>
          </a:lstStyle>
          <a:p>
            <a:pPr/>
            <a:r>
              <a:rPr lang="en-US" altLang="zh-CN" noProof="false" err="true"/>
              <a:t>请输入标题</a:t>
            </a:r>
            <a:endParaRPr lang="en-US" noProof="false"/>
          </a:p>
        </p:txBody>
      </p:sp>
      <p:sp>
        <p:nvSpPr>
          <p:cNvPr id="1200" name="Text Placeholder 8"/>
          <p:cNvSpPr>
            <a:spLocks noGrp="true"/>
          </p:cNvSpPr>
          <p:nvPr>
            <p:ph type="body" sz="quarter" idx="23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noProof="false" err="true"/>
              <a:t>来源</a:t>
            </a:r>
            <a:r>
              <a:rPr lang="zh-CN" altLang="en-US" noProof="false"/>
              <a:t>：</a:t>
            </a:r>
            <a:endParaRPr lang="en-US" noProof="false"/>
          </a:p>
        </p:txBody>
      </p:sp>
      <p:sp>
        <p:nvSpPr>
          <p:cNvPr id="1201" name="Text Placeholder 12"/>
          <p:cNvSpPr>
            <a:spLocks noGrp="true"/>
          </p:cNvSpPr>
          <p:nvPr>
            <p:ph type="body" sz="quarter" idx="31" hasCustomPrompt="true"/>
          </p:nvPr>
        </p:nvSpPr>
        <p:spPr>
          <a:xfrm>
            <a:off x="509375" y="3863786"/>
            <a:ext cx="2050642" cy="1369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lang="en-US" sz="800" b="false" i="false" kern="1200" cap="all" spc="0" baseline="0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sz="1200"/>
            </a:lvl3pPr>
          </a:lstStyle>
          <a:p>
            <a:pPr lvl="0"/>
            <a:r>
              <a:rPr lang="en-US" noProof="false" err="true"/>
              <a:t>请输入副标题</a:t>
            </a:r>
            <a:endParaRPr lang="en-US" noProof="false"/>
          </a:p>
        </p:txBody>
      </p:sp>
      <p:sp>
        <p:nvSpPr>
          <p:cNvPr id="1202" name="Text Placeholder 5"/>
          <p:cNvSpPr>
            <a:spLocks noGrp="true"/>
          </p:cNvSpPr>
          <p:nvPr>
            <p:ph type="body" sz="quarter" idx="24" hasCustomPrompt="true"/>
          </p:nvPr>
        </p:nvSpPr>
        <p:spPr>
          <a:xfrm>
            <a:off x="507364" y="4059851"/>
            <a:ext cx="2050642" cy="1058889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lang="en-US" altLang="zh-TW" sz="2400" b="true" i="false" kern="1200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en-US" altLang="zh-TW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en-US" altLang="zh-TW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en-US" altLang="zh-TW" noProof="false"/>
          </a:p>
        </p:txBody>
      </p:sp>
      <p:sp>
        <p:nvSpPr>
          <p:cNvPr id="1203" name="Text Placeholder 12"/>
          <p:cNvSpPr>
            <a:spLocks noGrp="true"/>
          </p:cNvSpPr>
          <p:nvPr>
            <p:ph type="body" sz="quarter" idx="41" hasCustomPrompt="true"/>
          </p:nvPr>
        </p:nvSpPr>
        <p:spPr>
          <a:xfrm>
            <a:off x="2780137" y="3863786"/>
            <a:ext cx="2050642" cy="1369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lang="en-US" sz="800" b="false" i="false" kern="1200" cap="all" spc="0" baseline="0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sz="1200"/>
            </a:lvl3pPr>
          </a:lstStyle>
          <a:p>
            <a:pPr lvl="0"/>
            <a:r>
              <a:rPr lang="en-US" altLang="zh-CN" noProof="false" err="true"/>
              <a:t>请输入副标题</a:t>
            </a:r>
            <a:endParaRPr lang="en-US" altLang="zh-CN" noProof="false"/>
          </a:p>
        </p:txBody>
      </p:sp>
      <p:sp>
        <p:nvSpPr>
          <p:cNvPr id="1204" name="Text Placeholder 5"/>
          <p:cNvSpPr>
            <a:spLocks noGrp="true"/>
          </p:cNvSpPr>
          <p:nvPr>
            <p:ph type="body" sz="quarter" idx="42" hasCustomPrompt="true"/>
          </p:nvPr>
        </p:nvSpPr>
        <p:spPr>
          <a:xfrm>
            <a:off x="2778126" y="4059851"/>
            <a:ext cx="2050642" cy="1058889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lang="en-US" altLang="zh-TW" sz="2400" b="true" i="false" kern="1200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en-US" altLang="zh-TW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en-US" altLang="zh-TW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en-US" altLang="zh-TW" noProof="false"/>
          </a:p>
        </p:txBody>
      </p:sp>
      <p:sp>
        <p:nvSpPr>
          <p:cNvPr id="1205" name="Text Placeholder 12"/>
          <p:cNvSpPr>
            <a:spLocks noGrp="true"/>
          </p:cNvSpPr>
          <p:nvPr>
            <p:ph type="body" sz="quarter" idx="44" hasCustomPrompt="true"/>
          </p:nvPr>
        </p:nvSpPr>
        <p:spPr>
          <a:xfrm>
            <a:off x="5072690" y="3863786"/>
            <a:ext cx="2050642" cy="1369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lang="en-US" sz="800" b="false" i="false" kern="1200" cap="all" spc="0" baseline="0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sz="1200"/>
            </a:lvl3pPr>
          </a:lstStyle>
          <a:p>
            <a:pPr lvl="0"/>
            <a:r>
              <a:rPr lang="en-US" altLang="zh-CN" noProof="false" err="true"/>
              <a:t>请输入副标题</a:t>
            </a:r>
            <a:endParaRPr lang="en-US" altLang="zh-CN" noProof="false"/>
          </a:p>
        </p:txBody>
      </p:sp>
      <p:sp>
        <p:nvSpPr>
          <p:cNvPr id="1206" name="Text Placeholder 5"/>
          <p:cNvSpPr>
            <a:spLocks noGrp="true"/>
          </p:cNvSpPr>
          <p:nvPr>
            <p:ph type="body" sz="quarter" idx="45" hasCustomPrompt="true"/>
          </p:nvPr>
        </p:nvSpPr>
        <p:spPr>
          <a:xfrm>
            <a:off x="5070679" y="4059851"/>
            <a:ext cx="2050642" cy="1058889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lang="en-US" altLang="zh-TW" sz="2400" b="true" i="false" kern="1200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en-US" altLang="zh-TW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en-US" altLang="zh-TW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en-US" altLang="zh-TW" noProof="false"/>
          </a:p>
        </p:txBody>
      </p:sp>
      <p:sp>
        <p:nvSpPr>
          <p:cNvPr id="1207" name="Text Placeholder 12"/>
          <p:cNvSpPr>
            <a:spLocks noGrp="true"/>
          </p:cNvSpPr>
          <p:nvPr>
            <p:ph type="body" sz="quarter" idx="47" hasCustomPrompt="true"/>
          </p:nvPr>
        </p:nvSpPr>
        <p:spPr>
          <a:xfrm>
            <a:off x="7341435" y="3863786"/>
            <a:ext cx="2050642" cy="1369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lang="en-US" sz="800" b="false" i="false" kern="1200" cap="all" spc="0" baseline="0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sz="1200"/>
            </a:lvl3pPr>
          </a:lstStyle>
          <a:p>
            <a:pPr lvl="0"/>
            <a:r>
              <a:rPr lang="en-US" altLang="zh-CN" noProof="false" err="true"/>
              <a:t>请输入副标题</a:t>
            </a:r>
            <a:endParaRPr lang="en-US" altLang="zh-CN" noProof="false"/>
          </a:p>
        </p:txBody>
      </p:sp>
      <p:sp>
        <p:nvSpPr>
          <p:cNvPr id="1208" name="Text Placeholder 5"/>
          <p:cNvSpPr>
            <a:spLocks noGrp="true"/>
          </p:cNvSpPr>
          <p:nvPr>
            <p:ph type="body" sz="quarter" idx="48" hasCustomPrompt="true"/>
          </p:nvPr>
        </p:nvSpPr>
        <p:spPr>
          <a:xfrm>
            <a:off x="7339424" y="4059851"/>
            <a:ext cx="2050642" cy="1058889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lang="en-US" altLang="zh-TW" sz="2400" b="true" i="false" kern="1200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en-US" altLang="zh-TW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en-US" altLang="zh-TW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en-US" altLang="zh-TW" noProof="false"/>
          </a:p>
        </p:txBody>
      </p:sp>
      <p:sp>
        <p:nvSpPr>
          <p:cNvPr id="1209" name="Text Placeholder 12"/>
          <p:cNvSpPr>
            <a:spLocks noGrp="true"/>
          </p:cNvSpPr>
          <p:nvPr>
            <p:ph type="body" sz="quarter" idx="50" hasCustomPrompt="true"/>
          </p:nvPr>
        </p:nvSpPr>
        <p:spPr>
          <a:xfrm>
            <a:off x="9636005" y="3863786"/>
            <a:ext cx="2050642" cy="1369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lang="en-US" sz="800" b="false" i="false" kern="1200" cap="all" spc="0" baseline="0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sz="1200"/>
            </a:lvl3pPr>
          </a:lstStyle>
          <a:p>
            <a:pPr lvl="0"/>
            <a:r>
              <a:rPr lang="en-US" altLang="zh-CN" noProof="false" err="true"/>
              <a:t>请输入副标题</a:t>
            </a:r>
            <a:endParaRPr lang="en-US" altLang="zh-CN" noProof="false"/>
          </a:p>
        </p:txBody>
      </p:sp>
      <p:sp>
        <p:nvSpPr>
          <p:cNvPr id="1210" name="Text Placeholder 5"/>
          <p:cNvSpPr>
            <a:spLocks noGrp="true"/>
          </p:cNvSpPr>
          <p:nvPr>
            <p:ph type="body" sz="quarter" idx="51" hasCustomPrompt="true"/>
          </p:nvPr>
        </p:nvSpPr>
        <p:spPr>
          <a:xfrm>
            <a:off x="9633994" y="4059851"/>
            <a:ext cx="2050642" cy="1058889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lang="en-US" altLang="zh-TW" sz="2400" b="true" i="false" kern="1200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en-US" altLang="zh-TW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en-US" altLang="zh-TW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en-US" altLang="zh-TW" noProof="false"/>
          </a:p>
        </p:txBody>
      </p:sp>
    </p:spTree>
  </p:cSld>
  <p:clrMapOvr>
    <a:masterClrMapping/>
  </p:clrMapOvr>
</p:sldLayout>
</file>

<file path=ppt/slideLayouts/slideLayout190.xml><?xml version="1.0" encoding="utf-8"?>
<p:sldLayout xmlns:a="http://schemas.openxmlformats.org/drawingml/2006/main" xmlns:p="http://schemas.openxmlformats.org/presentationml/2006/main">
  <p:cSld name="1_Content blocks 5 column small 3">
    <p:bg>
      <p:bgPr>
        <a:solidFill>
          <a:schemeClr val="tx1"/>
        </a:solidFill>
        <a:effectLst/>
      </p:bgPr>
    </p:bg>
    <p:spTree>
      <p:nvGrpSpPr>
        <p:cNvPr id="121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2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1213" name="Picture Placeholder 7"/>
          <p:cNvSpPr>
            <a:spLocks noGrp="true"/>
          </p:cNvSpPr>
          <p:nvPr>
            <p:ph type="pic" sz="quarter" idx="17" hasCustomPrompt="true"/>
          </p:nvPr>
        </p:nvSpPr>
        <p:spPr>
          <a:xfrm>
            <a:off x="507364" y="2567689"/>
            <a:ext cx="822884" cy="1008888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9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单击插入图标</a:t>
            </a:r>
            <a:endParaRPr lang="zh-TW" altLang="en-US" noProof="false"/>
          </a:p>
        </p:txBody>
      </p:sp>
      <p:sp>
        <p:nvSpPr>
          <p:cNvPr id="1214" name="Picture Placeholder 7"/>
          <p:cNvSpPr>
            <a:spLocks noGrp="true"/>
          </p:cNvSpPr>
          <p:nvPr>
            <p:ph type="pic" sz="quarter" idx="33" hasCustomPrompt="true"/>
          </p:nvPr>
        </p:nvSpPr>
        <p:spPr>
          <a:xfrm>
            <a:off x="2778124" y="2567689"/>
            <a:ext cx="822884" cy="1008888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9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单击插入图标</a:t>
            </a:r>
            <a:endParaRPr lang="zh-TW" altLang="en-US" noProof="false"/>
          </a:p>
        </p:txBody>
      </p:sp>
      <p:sp>
        <p:nvSpPr>
          <p:cNvPr id="1215" name="Picture Placeholder 7"/>
          <p:cNvSpPr>
            <a:spLocks noGrp="true"/>
          </p:cNvSpPr>
          <p:nvPr>
            <p:ph type="pic" sz="quarter" idx="35" hasCustomPrompt="true"/>
          </p:nvPr>
        </p:nvSpPr>
        <p:spPr>
          <a:xfrm>
            <a:off x="5070673" y="2567689"/>
            <a:ext cx="822884" cy="1008888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9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单击插入图标</a:t>
            </a:r>
            <a:endParaRPr lang="zh-TW" altLang="en-US" noProof="false"/>
          </a:p>
        </p:txBody>
      </p:sp>
      <p:sp>
        <p:nvSpPr>
          <p:cNvPr id="1216" name="Picture Placeholder 7"/>
          <p:cNvSpPr>
            <a:spLocks noGrp="true"/>
          </p:cNvSpPr>
          <p:nvPr>
            <p:ph type="pic" sz="quarter" idx="37" hasCustomPrompt="true"/>
          </p:nvPr>
        </p:nvSpPr>
        <p:spPr>
          <a:xfrm>
            <a:off x="7341435" y="2567689"/>
            <a:ext cx="822884" cy="1008888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9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单击插入图标</a:t>
            </a:r>
            <a:endParaRPr lang="zh-TW" altLang="en-US" noProof="false"/>
          </a:p>
        </p:txBody>
      </p:sp>
      <p:sp>
        <p:nvSpPr>
          <p:cNvPr id="1217" name="Picture Placeholder 7"/>
          <p:cNvSpPr>
            <a:spLocks noGrp="true"/>
          </p:cNvSpPr>
          <p:nvPr>
            <p:ph type="pic" sz="quarter" idx="39" hasCustomPrompt="true"/>
          </p:nvPr>
        </p:nvSpPr>
        <p:spPr>
          <a:xfrm>
            <a:off x="9633992" y="2567689"/>
            <a:ext cx="822884" cy="1008888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>
            <a:noAutofit/>
          </a:bodyPr>
          <a:lstStyle>
            <a:lvl1pPr marL="0" indent="0" algn="ctr">
              <a:buNone/>
              <a:defRPr sz="9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单击插入图标</a:t>
            </a:r>
            <a:endParaRPr lang="zh-TW" altLang="en-US" noProof="false"/>
          </a:p>
        </p:txBody>
      </p:sp>
      <p:sp>
        <p:nvSpPr>
          <p:cNvPr id="1218" name="Title 1"/>
          <p:cNvSpPr>
            <a:spLocks noGrp="true"/>
          </p:cNvSpPr>
          <p:nvPr>
            <p:ph type="title" hasCustomPrompt="true"/>
          </p:nvPr>
        </p:nvSpPr>
        <p:spPr>
          <a:xfrm>
            <a:off x="507365" y="500062"/>
            <a:ext cx="11186160" cy="525463"/>
          </a:xfrm>
        </p:spPr>
        <p:txBody>
          <a:bodyPr anchor="ctr">
            <a:noAutofit/>
          </a:bodyPr>
          <a:lstStyle>
            <a:lvl1pPr algn="l" defTabSz="914400" rtl="false" eaLnBrk="true" latinLnBrk="false" hangingPunct="true">
              <a:lnSpc>
                <a:spcPct val="80000"/>
              </a:lnSpc>
              <a:spcBef>
                <a:spcPct val="1"/>
              </a:spcBef>
              <a:buNone/>
              <a:defRPr lang="en-US" sz="3800" b="true" i="false" kern="1200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j-cs"/>
              </a:defRPr>
            </a:lvl1pPr>
          </a:lstStyle>
          <a:p>
            <a:pPr/>
            <a:r>
              <a:rPr lang="en-US" altLang="zh-CN" noProof="false" err="true"/>
              <a:t>请输入标题</a:t>
            </a:r>
            <a:endParaRPr lang="en-US" noProof="false"/>
          </a:p>
        </p:txBody>
      </p:sp>
      <p:sp>
        <p:nvSpPr>
          <p:cNvPr id="1219" name="Text Placeholder 8"/>
          <p:cNvSpPr>
            <a:spLocks noGrp="true"/>
          </p:cNvSpPr>
          <p:nvPr>
            <p:ph type="body" sz="quarter" idx="23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noProof="false" err="true"/>
              <a:t>来源</a:t>
            </a:r>
            <a:r>
              <a:rPr lang="zh-CN" altLang="en-US" noProof="false"/>
              <a:t>：</a:t>
            </a:r>
            <a:endParaRPr lang="en-US" noProof="false"/>
          </a:p>
        </p:txBody>
      </p:sp>
      <p:sp>
        <p:nvSpPr>
          <p:cNvPr id="1220" name="Text Placeholder 12"/>
          <p:cNvSpPr>
            <a:spLocks noGrp="true"/>
          </p:cNvSpPr>
          <p:nvPr>
            <p:ph type="body" sz="quarter" idx="31" hasCustomPrompt="true"/>
          </p:nvPr>
        </p:nvSpPr>
        <p:spPr>
          <a:xfrm>
            <a:off x="509375" y="3863786"/>
            <a:ext cx="2050642" cy="1369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lang="en-US" sz="800" b="false" i="false" kern="1200" cap="all" spc="0" baseline="0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sz="1200"/>
            </a:lvl3pPr>
          </a:lstStyle>
          <a:p>
            <a:pPr lvl="0"/>
            <a:r>
              <a:rPr lang="en-US" noProof="false" err="true"/>
              <a:t>请输入副标题</a:t>
            </a:r>
            <a:endParaRPr lang="en-US" noProof="false"/>
          </a:p>
        </p:txBody>
      </p:sp>
      <p:sp>
        <p:nvSpPr>
          <p:cNvPr id="1221" name="Text Placeholder 5"/>
          <p:cNvSpPr>
            <a:spLocks noGrp="true"/>
          </p:cNvSpPr>
          <p:nvPr>
            <p:ph type="body" sz="quarter" idx="24" hasCustomPrompt="true"/>
          </p:nvPr>
        </p:nvSpPr>
        <p:spPr>
          <a:xfrm>
            <a:off x="507364" y="4059852"/>
            <a:ext cx="2050642" cy="759218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lang="en-US" altLang="zh-TW" sz="2600" b="true" i="false" kern="1200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en-US" altLang="zh-TW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en-US" altLang="zh-TW" noProof="false"/>
          </a:p>
        </p:txBody>
      </p:sp>
      <p:sp>
        <p:nvSpPr>
          <p:cNvPr id="1222" name="Text Placeholder 12"/>
          <p:cNvSpPr>
            <a:spLocks noGrp="true"/>
          </p:cNvSpPr>
          <p:nvPr>
            <p:ph type="body" sz="quarter" idx="40" hasCustomPrompt="true"/>
          </p:nvPr>
        </p:nvSpPr>
        <p:spPr>
          <a:xfrm>
            <a:off x="507364" y="4834015"/>
            <a:ext cx="2050642" cy="122388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00" b="false" i="false" kern="1200" cap="none" spc="0" baseline="0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lang="en-GB" sz="1200" kern="1200" dirty="fals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noProof="false" err="true"/>
              <a:t>请输入正文内容</a:t>
            </a:r>
            <a:endParaRPr lang="en-US" noProof="false"/>
          </a:p>
        </p:txBody>
      </p:sp>
      <p:sp>
        <p:nvSpPr>
          <p:cNvPr id="1223" name="Text Placeholder 12"/>
          <p:cNvSpPr>
            <a:spLocks noGrp="true"/>
          </p:cNvSpPr>
          <p:nvPr>
            <p:ph type="body" sz="quarter" idx="41" hasCustomPrompt="true"/>
          </p:nvPr>
        </p:nvSpPr>
        <p:spPr>
          <a:xfrm>
            <a:off x="2780137" y="3863786"/>
            <a:ext cx="2050642" cy="1369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lang="en-US" sz="800" b="false" i="false" kern="1200" cap="all" spc="0" baseline="0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sz="1200"/>
            </a:lvl3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noProof="false"/>
              <a:t> </a:t>
            </a:r>
            <a:r>
              <a:rPr lang="en-US" altLang="zh-CN" noProof="false" err="true"/>
              <a:t>请输入副标题</a:t>
            </a:r>
            <a:endParaRPr lang="en-US" altLang="zh-CN" noProof="false"/>
          </a:p>
          <a:p>
            <a:pPr lvl="0"/>
            <a:endParaRPr lang="en-US" noProof="false"/>
          </a:p>
        </p:txBody>
      </p:sp>
      <p:sp>
        <p:nvSpPr>
          <p:cNvPr id="1224" name="Text Placeholder 5"/>
          <p:cNvSpPr>
            <a:spLocks noGrp="true"/>
          </p:cNvSpPr>
          <p:nvPr>
            <p:ph type="body" sz="quarter" idx="42" hasCustomPrompt="true"/>
          </p:nvPr>
        </p:nvSpPr>
        <p:spPr>
          <a:xfrm>
            <a:off x="2778126" y="4059852"/>
            <a:ext cx="2050642" cy="759218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lang="en-US" altLang="zh-TW" sz="2600" b="true" i="false" kern="1200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en-US" altLang="zh-TW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en-US" altLang="zh-TW" noProof="false"/>
          </a:p>
        </p:txBody>
      </p:sp>
      <p:sp>
        <p:nvSpPr>
          <p:cNvPr id="1225" name="Text Placeholder 12"/>
          <p:cNvSpPr>
            <a:spLocks noGrp="true"/>
          </p:cNvSpPr>
          <p:nvPr>
            <p:ph type="body" sz="quarter" idx="43" hasCustomPrompt="true"/>
          </p:nvPr>
        </p:nvSpPr>
        <p:spPr>
          <a:xfrm>
            <a:off x="2778126" y="4834015"/>
            <a:ext cx="2050642" cy="122388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00" b="false" i="false" kern="1200" cap="none" spc="0" baseline="0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lang="en-GB" sz="1200" kern="1200" dirty="fals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请输入正文内容</a:t>
            </a:r>
            <a:endParaRPr lang="en-US" altLang="zh-CN" noProof="false"/>
          </a:p>
        </p:txBody>
      </p:sp>
      <p:sp>
        <p:nvSpPr>
          <p:cNvPr id="1226" name="Text Placeholder 12"/>
          <p:cNvSpPr>
            <a:spLocks noGrp="true"/>
          </p:cNvSpPr>
          <p:nvPr>
            <p:ph type="body" sz="quarter" idx="44" hasCustomPrompt="true"/>
          </p:nvPr>
        </p:nvSpPr>
        <p:spPr>
          <a:xfrm>
            <a:off x="5072690" y="3863786"/>
            <a:ext cx="2050642" cy="1369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lang="en-US" sz="800" b="false" i="false" kern="1200" cap="all" spc="0" baseline="0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sz="1200"/>
            </a:lvl3pPr>
          </a:lstStyle>
          <a:p>
            <a:pPr lvl="0"/>
            <a:r>
              <a:rPr lang="en-US" altLang="zh-CN" noProof="false" err="true"/>
              <a:t>请输入副标题</a:t>
            </a:r>
            <a:endParaRPr lang="en-US" altLang="zh-CN" noProof="false"/>
          </a:p>
        </p:txBody>
      </p:sp>
      <p:sp>
        <p:nvSpPr>
          <p:cNvPr id="1227" name="Text Placeholder 5"/>
          <p:cNvSpPr>
            <a:spLocks noGrp="true"/>
          </p:cNvSpPr>
          <p:nvPr>
            <p:ph type="body" sz="quarter" idx="45" hasCustomPrompt="true"/>
          </p:nvPr>
        </p:nvSpPr>
        <p:spPr>
          <a:xfrm>
            <a:off x="5070679" y="4059852"/>
            <a:ext cx="2050642" cy="759218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lang="en-US" altLang="zh-TW" sz="2600" b="true" i="false" kern="1200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en-US" altLang="zh-TW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en-US" altLang="zh-TW" noProof="false"/>
          </a:p>
        </p:txBody>
      </p:sp>
      <p:sp>
        <p:nvSpPr>
          <p:cNvPr id="1228" name="Text Placeholder 12"/>
          <p:cNvSpPr>
            <a:spLocks noGrp="true"/>
          </p:cNvSpPr>
          <p:nvPr>
            <p:ph type="body" sz="quarter" idx="46" hasCustomPrompt="true"/>
          </p:nvPr>
        </p:nvSpPr>
        <p:spPr>
          <a:xfrm>
            <a:off x="5070679" y="4834015"/>
            <a:ext cx="2050642" cy="122388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00" b="false" i="false" kern="1200" cap="none" spc="0" baseline="0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lang="en-GB" sz="1200" kern="1200" dirty="fals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请输入正文内容</a:t>
            </a:r>
            <a:endParaRPr lang="en-US" altLang="zh-CN" noProof="false"/>
          </a:p>
        </p:txBody>
      </p:sp>
      <p:sp>
        <p:nvSpPr>
          <p:cNvPr id="1229" name="Text Placeholder 12"/>
          <p:cNvSpPr>
            <a:spLocks noGrp="true"/>
          </p:cNvSpPr>
          <p:nvPr>
            <p:ph type="body" sz="quarter" idx="47" hasCustomPrompt="true"/>
          </p:nvPr>
        </p:nvSpPr>
        <p:spPr>
          <a:xfrm>
            <a:off x="7341435" y="3863786"/>
            <a:ext cx="2050642" cy="1369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lang="en-US" sz="800" b="false" i="false" kern="1200" cap="all" spc="0" baseline="0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sz="1200"/>
            </a:lvl3pPr>
          </a:lstStyle>
          <a:p>
            <a:pPr lvl="0"/>
            <a:r>
              <a:rPr lang="en-US" altLang="zh-CN" noProof="false" err="true"/>
              <a:t>请输入副标题</a:t>
            </a:r>
            <a:endParaRPr lang="en-US" altLang="zh-CN" noProof="false"/>
          </a:p>
        </p:txBody>
      </p:sp>
      <p:sp>
        <p:nvSpPr>
          <p:cNvPr id="1230" name="Text Placeholder 5"/>
          <p:cNvSpPr>
            <a:spLocks noGrp="true"/>
          </p:cNvSpPr>
          <p:nvPr>
            <p:ph type="body" sz="quarter" idx="48" hasCustomPrompt="true"/>
          </p:nvPr>
        </p:nvSpPr>
        <p:spPr>
          <a:xfrm>
            <a:off x="7339424" y="4059852"/>
            <a:ext cx="2050642" cy="759218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lang="en-US" altLang="zh-TW" sz="2600" b="true" i="false" kern="1200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en-US" altLang="zh-TW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en-US" altLang="zh-TW" noProof="false"/>
          </a:p>
        </p:txBody>
      </p:sp>
      <p:sp>
        <p:nvSpPr>
          <p:cNvPr id="1231" name="Text Placeholder 12"/>
          <p:cNvSpPr>
            <a:spLocks noGrp="true"/>
          </p:cNvSpPr>
          <p:nvPr>
            <p:ph type="body" sz="quarter" idx="49" hasCustomPrompt="true"/>
          </p:nvPr>
        </p:nvSpPr>
        <p:spPr>
          <a:xfrm>
            <a:off x="7339424" y="4834015"/>
            <a:ext cx="2050642" cy="122388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00" b="false" i="false" kern="1200" cap="none" spc="0" baseline="0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lang="en-GB" sz="1200" kern="1200" dirty="fals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请输入正文内容</a:t>
            </a:r>
            <a:endParaRPr lang="en-US" altLang="zh-CN" noProof="false"/>
          </a:p>
        </p:txBody>
      </p:sp>
      <p:sp>
        <p:nvSpPr>
          <p:cNvPr id="1232" name="Text Placeholder 12"/>
          <p:cNvSpPr>
            <a:spLocks noGrp="true"/>
          </p:cNvSpPr>
          <p:nvPr>
            <p:ph type="body" sz="quarter" idx="50" hasCustomPrompt="true"/>
          </p:nvPr>
        </p:nvSpPr>
        <p:spPr>
          <a:xfrm>
            <a:off x="9636005" y="3863786"/>
            <a:ext cx="2050642" cy="1369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lang="en-US" sz="800" b="false" i="false" kern="1200" cap="all" spc="0" baseline="0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sz="1200"/>
            </a:lvl3pPr>
          </a:lstStyle>
          <a:p>
            <a:pPr lvl="0"/>
            <a:r>
              <a:rPr lang="en-US" altLang="zh-CN" noProof="false" err="true"/>
              <a:t>请输入副标题</a:t>
            </a:r>
            <a:endParaRPr lang="en-US" altLang="zh-CN" noProof="false"/>
          </a:p>
        </p:txBody>
      </p:sp>
      <p:sp>
        <p:nvSpPr>
          <p:cNvPr id="1233" name="Text Placeholder 5"/>
          <p:cNvSpPr>
            <a:spLocks noGrp="true"/>
          </p:cNvSpPr>
          <p:nvPr>
            <p:ph type="body" sz="quarter" idx="51" hasCustomPrompt="true"/>
          </p:nvPr>
        </p:nvSpPr>
        <p:spPr>
          <a:xfrm>
            <a:off x="9633994" y="4059852"/>
            <a:ext cx="2050642" cy="759218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lang="en-US" altLang="zh-TW" sz="2600" b="true" i="false" kern="1200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en-US" altLang="zh-TW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请输入标题</a:t>
            </a:r>
            <a:endParaRPr lang="en-US" altLang="zh-TW" noProof="false"/>
          </a:p>
        </p:txBody>
      </p:sp>
      <p:sp>
        <p:nvSpPr>
          <p:cNvPr id="1234" name="Text Placeholder 12"/>
          <p:cNvSpPr>
            <a:spLocks noGrp="true"/>
          </p:cNvSpPr>
          <p:nvPr>
            <p:ph type="body" sz="quarter" idx="52" hasCustomPrompt="true"/>
          </p:nvPr>
        </p:nvSpPr>
        <p:spPr>
          <a:xfrm>
            <a:off x="9633994" y="4834015"/>
            <a:ext cx="2050642" cy="122388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00" b="false" i="false" kern="1200" cap="none" spc="0" baseline="0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182245" algn="l"/>
              </a:tabLst>
              <a:defRPr sz="900" b="true" cap="all" spc="15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2pPr>
            <a:lvl3pPr marL="0" indent="0">
              <a:spcBef>
                <a:spcPts val="0"/>
              </a:spcBef>
              <a:buNone/>
              <a:defRPr lang="en-GB" sz="1200" kern="1200" dirty="fals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请输入正文内容</a:t>
            </a:r>
            <a:endParaRPr lang="en-US" altLang="zh-CN" noProof="false"/>
          </a:p>
        </p:txBody>
      </p:sp>
    </p:spTree>
  </p:cSld>
  <p:clrMapOvr>
    <a:masterClrMapping/>
  </p:clrMapOvr>
</p:sldLayout>
</file>

<file path=ppt/slideLayouts/slideLayout191.xml><?xml version="1.0" encoding="utf-8"?>
<p:sldLayout xmlns:a="http://schemas.openxmlformats.org/drawingml/2006/main" xmlns:p="http://schemas.openxmlformats.org/presentationml/2006/main">
  <p:cSld name="full image">
    <p:spTree>
      <p:nvGrpSpPr>
        <p:cNvPr id="12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" name="Slide Number Placeholder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1250" name="Picture Placeholder 7"/>
          <p:cNvSpPr>
            <a:spLocks noGrp="true"/>
          </p:cNvSpPr>
          <p:nvPr>
            <p:ph type="pic" sz="quarter" idx="13" hasCustomPrompt="true"/>
          </p:nvPr>
        </p:nvSpPr>
        <p:spPr>
          <a:xfrm>
            <a:off x="508000" y="512763"/>
            <a:ext cx="11185525" cy="5545137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noProof="false" err="true"/>
              <a:t>单击插入图片</a:t>
            </a:r>
            <a:endParaRPr lang="en-US" noProof="false"/>
          </a:p>
        </p:txBody>
      </p:sp>
      <p:sp>
        <p:nvSpPr>
          <p:cNvPr id="1251" name="Text Placeholder 8"/>
          <p:cNvSpPr>
            <a:spLocks noGrp="true"/>
          </p:cNvSpPr>
          <p:nvPr>
            <p:ph type="body" sz="quarter" idx="23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noProof="false" err="true"/>
              <a:t>来源</a:t>
            </a:r>
            <a:r>
              <a:rPr lang="zh-CN" altLang="en-US" noProof="false"/>
              <a:t>：</a:t>
            </a:r>
            <a:endParaRPr lang="en-US" noProof="false"/>
          </a:p>
        </p:txBody>
      </p:sp>
    </p:spTree>
  </p:cSld>
  <p:clrMapOvr>
    <a:masterClrMapping/>
  </p:clrMapOvr>
</p:sldLayout>
</file>

<file path=ppt/slideLayouts/slideLayout192.xml><?xml version="1.0" encoding="utf-8"?>
<p:sldLayout xmlns:a="http://schemas.openxmlformats.org/drawingml/2006/main" xmlns:p="http://schemas.openxmlformats.org/presentationml/2006/main">
  <p:cSld name="2_full image">
    <p:bg>
      <p:bgPr>
        <a:solidFill>
          <a:schemeClr val="tx1"/>
        </a:solidFill>
        <a:effectLst/>
      </p:bgPr>
    </p:bg>
    <p:spTree>
      <p:nvGrpSpPr>
        <p:cNvPr id="12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3" name="Slide Number Placeholder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1254" name="Picture Placeholder 7"/>
          <p:cNvSpPr>
            <a:spLocks noGrp="true"/>
          </p:cNvSpPr>
          <p:nvPr>
            <p:ph type="pic" sz="quarter" idx="13" hasCustomPrompt="true"/>
          </p:nvPr>
        </p:nvSpPr>
        <p:spPr>
          <a:xfrm>
            <a:off x="508000" y="512763"/>
            <a:ext cx="11185525" cy="5545137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单击插入图片</a:t>
            </a:r>
            <a:endParaRPr lang="zh-TW" altLang="en-US" noProof="false"/>
          </a:p>
        </p:txBody>
      </p:sp>
      <p:sp>
        <p:nvSpPr>
          <p:cNvPr id="1255" name="Text Placeholder 8"/>
          <p:cNvSpPr>
            <a:spLocks noGrp="true"/>
          </p:cNvSpPr>
          <p:nvPr>
            <p:ph type="body" sz="quarter" idx="23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noProof="false" err="true"/>
              <a:t>来源</a:t>
            </a:r>
            <a:r>
              <a:rPr lang="zh-CN" altLang="en-US" noProof="false"/>
              <a:t>：</a:t>
            </a:r>
            <a:endParaRPr lang="en-US" noProof="false"/>
          </a:p>
        </p:txBody>
      </p:sp>
    </p:spTree>
  </p:cSld>
  <p:clrMapOvr>
    <a:masterClrMapping/>
  </p:clrMapOvr>
</p:sldLayout>
</file>

<file path=ppt/slideLayouts/slideLayout193.xml><?xml version="1.0" encoding="utf-8"?>
<p:sldLayout xmlns:a="http://schemas.openxmlformats.org/drawingml/2006/main" xmlns:p="http://schemas.openxmlformats.org/presentationml/2006/main">
  <p:cSld name="2 Images">
    <p:spTree>
      <p:nvGrpSpPr>
        <p:cNvPr id="125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Slide Number Placeholder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1258" name="Picture Placeholder 7"/>
          <p:cNvSpPr>
            <a:spLocks noGrp="true"/>
          </p:cNvSpPr>
          <p:nvPr>
            <p:ph type="pic" sz="quarter" idx="13" hasCustomPrompt="true"/>
          </p:nvPr>
        </p:nvSpPr>
        <p:spPr>
          <a:xfrm>
            <a:off x="508001" y="512763"/>
            <a:ext cx="5461976" cy="5545137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noProof="false" err="true"/>
              <a:t>单击插入图片</a:t>
            </a:r>
            <a:endParaRPr lang="en-US" noProof="false"/>
          </a:p>
        </p:txBody>
      </p:sp>
      <p:sp>
        <p:nvSpPr>
          <p:cNvPr id="1259" name="Picture Placeholder 7"/>
          <p:cNvSpPr>
            <a:spLocks noGrp="true"/>
          </p:cNvSpPr>
          <p:nvPr>
            <p:ph type="pic" sz="quarter" idx="14" hasCustomPrompt="true"/>
          </p:nvPr>
        </p:nvSpPr>
        <p:spPr>
          <a:xfrm>
            <a:off x="6222023" y="512763"/>
            <a:ext cx="5461976" cy="5545137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单击插入图片</a:t>
            </a:r>
            <a:endParaRPr lang="en-US" altLang="zh-CN" noProof="false"/>
          </a:p>
        </p:txBody>
      </p:sp>
      <p:sp>
        <p:nvSpPr>
          <p:cNvPr id="1260" name="Text Placeholder 8"/>
          <p:cNvSpPr>
            <a:spLocks noGrp="true"/>
          </p:cNvSpPr>
          <p:nvPr>
            <p:ph type="body" sz="quarter" idx="23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noProof="false" err="true"/>
              <a:t>来源</a:t>
            </a:r>
            <a:r>
              <a:rPr lang="zh-CN" altLang="en-US" noProof="false"/>
              <a:t>：</a:t>
            </a:r>
            <a:endParaRPr lang="en-US" noProof="false"/>
          </a:p>
        </p:txBody>
      </p:sp>
    </p:spTree>
  </p:cSld>
  <p:clrMapOvr>
    <a:masterClrMapping/>
  </p:clrMapOvr>
</p:sldLayout>
</file>

<file path=ppt/slideLayouts/slideLayout194.xml><?xml version="1.0" encoding="utf-8"?>
<p:sldLayout xmlns:a="http://schemas.openxmlformats.org/drawingml/2006/main" xmlns:p="http://schemas.openxmlformats.org/presentationml/2006/main">
  <p:cSld name="2_2 Images">
    <p:bg>
      <p:bgPr>
        <a:solidFill>
          <a:schemeClr val="tx1"/>
        </a:solidFill>
        <a:effectLst/>
      </p:bgPr>
    </p:bg>
    <p:spTree>
      <p:nvGrpSpPr>
        <p:cNvPr id="12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2" name="Slide Number Placeholder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1263" name="Picture Placeholder 7"/>
          <p:cNvSpPr>
            <a:spLocks noGrp="true"/>
          </p:cNvSpPr>
          <p:nvPr>
            <p:ph type="pic" sz="quarter" idx="13" hasCustomPrompt="true"/>
          </p:nvPr>
        </p:nvSpPr>
        <p:spPr>
          <a:xfrm>
            <a:off x="508001" y="512763"/>
            <a:ext cx="5461976" cy="5545137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单击插入图片</a:t>
            </a:r>
            <a:endParaRPr lang="zh-TW" altLang="en-US" noProof="false"/>
          </a:p>
        </p:txBody>
      </p:sp>
      <p:sp>
        <p:nvSpPr>
          <p:cNvPr id="1264" name="Picture Placeholder 7"/>
          <p:cNvSpPr>
            <a:spLocks noGrp="true"/>
          </p:cNvSpPr>
          <p:nvPr>
            <p:ph type="pic" sz="quarter" idx="14" hasCustomPrompt="true"/>
          </p:nvPr>
        </p:nvSpPr>
        <p:spPr>
          <a:xfrm>
            <a:off x="6222023" y="512763"/>
            <a:ext cx="5461976" cy="5545137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单击插入图片</a:t>
            </a:r>
            <a:endParaRPr lang="zh-TW" altLang="en-US" noProof="false"/>
          </a:p>
        </p:txBody>
      </p:sp>
      <p:sp>
        <p:nvSpPr>
          <p:cNvPr id="1265" name="Text Placeholder 8"/>
          <p:cNvSpPr>
            <a:spLocks noGrp="true"/>
          </p:cNvSpPr>
          <p:nvPr>
            <p:ph type="body" sz="quarter" idx="23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noProof="false" err="true"/>
              <a:t>来源</a:t>
            </a:r>
            <a:r>
              <a:rPr lang="zh-CN" altLang="en-US" noProof="false"/>
              <a:t>：</a:t>
            </a:r>
            <a:endParaRPr lang="en-US" noProof="false"/>
          </a:p>
        </p:txBody>
      </p:sp>
    </p:spTree>
  </p:cSld>
  <p:clrMapOvr>
    <a:masterClrMapping/>
  </p:clrMapOvr>
</p:sldLayout>
</file>

<file path=ppt/slideLayouts/slideLayout195.xml><?xml version="1.0" encoding="utf-8"?>
<p:sldLayout xmlns:a="http://schemas.openxmlformats.org/drawingml/2006/main" xmlns:p="http://schemas.openxmlformats.org/presentationml/2006/main">
  <p:cSld name="3 Images">
    <p:spTree>
      <p:nvGrpSpPr>
        <p:cNvPr id="126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7" name="Slide Number Placeholder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1268" name="Picture Placeholder 7"/>
          <p:cNvSpPr>
            <a:spLocks noGrp="true"/>
          </p:cNvSpPr>
          <p:nvPr>
            <p:ph type="pic" sz="quarter" idx="13" hasCustomPrompt="true"/>
          </p:nvPr>
        </p:nvSpPr>
        <p:spPr>
          <a:xfrm>
            <a:off x="508001" y="512763"/>
            <a:ext cx="3554412" cy="5014277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单击插入图片</a:t>
            </a:r>
            <a:endParaRPr lang="en-US" noProof="false"/>
          </a:p>
        </p:txBody>
      </p:sp>
      <p:sp>
        <p:nvSpPr>
          <p:cNvPr id="1269" name="Picture Placeholder 7"/>
          <p:cNvSpPr>
            <a:spLocks noGrp="true"/>
          </p:cNvSpPr>
          <p:nvPr>
            <p:ph type="pic" sz="quarter" idx="14" hasCustomPrompt="true"/>
          </p:nvPr>
        </p:nvSpPr>
        <p:spPr>
          <a:xfrm>
            <a:off x="4322763" y="512763"/>
            <a:ext cx="3554412" cy="5014277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单击插入图片</a:t>
            </a:r>
            <a:endParaRPr lang="en-US" noProof="false"/>
          </a:p>
        </p:txBody>
      </p:sp>
      <p:sp>
        <p:nvSpPr>
          <p:cNvPr id="1270" name="Picture Placeholder 7"/>
          <p:cNvSpPr>
            <a:spLocks noGrp="true"/>
          </p:cNvSpPr>
          <p:nvPr>
            <p:ph type="pic" sz="quarter" idx="15" hasCustomPrompt="true"/>
          </p:nvPr>
        </p:nvSpPr>
        <p:spPr>
          <a:xfrm>
            <a:off x="8129587" y="512763"/>
            <a:ext cx="3554412" cy="5014277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单击插入图片</a:t>
            </a:r>
            <a:endParaRPr lang="en-US" noProof="false"/>
          </a:p>
        </p:txBody>
      </p:sp>
      <p:sp>
        <p:nvSpPr>
          <p:cNvPr id="1271" name="Text Placeholder 8"/>
          <p:cNvSpPr>
            <a:spLocks noGrp="true"/>
          </p:cNvSpPr>
          <p:nvPr>
            <p:ph type="body" sz="quarter" idx="23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noProof="false" err="true"/>
              <a:t>来源</a:t>
            </a:r>
            <a:r>
              <a:rPr lang="zh-CN" altLang="en-US" noProof="false"/>
              <a:t>：</a:t>
            </a:r>
            <a:endParaRPr lang="en-US" noProof="false"/>
          </a:p>
        </p:txBody>
      </p:sp>
    </p:spTree>
  </p:cSld>
  <p:clrMapOvr>
    <a:masterClrMapping/>
  </p:clrMapOvr>
</p:sldLayout>
</file>

<file path=ppt/slideLayouts/slideLayout196.xml><?xml version="1.0" encoding="utf-8"?>
<p:sldLayout xmlns:a="http://schemas.openxmlformats.org/drawingml/2006/main" xmlns:p="http://schemas.openxmlformats.org/presentationml/2006/main">
  <p:cSld name="2_3 Images">
    <p:bg>
      <p:bgPr>
        <a:solidFill>
          <a:schemeClr val="tx1"/>
        </a:solidFill>
        <a:effectLst/>
      </p:bgPr>
    </p:bg>
    <p:spTree>
      <p:nvGrpSpPr>
        <p:cNvPr id="127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3" name="Slide Number Placeholder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1274" name="Picture Placeholder 7"/>
          <p:cNvSpPr>
            <a:spLocks noGrp="true"/>
          </p:cNvSpPr>
          <p:nvPr>
            <p:ph type="pic" sz="quarter" idx="13" hasCustomPrompt="true"/>
          </p:nvPr>
        </p:nvSpPr>
        <p:spPr>
          <a:xfrm>
            <a:off x="508001" y="512763"/>
            <a:ext cx="3554412" cy="5014277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单击插入图片</a:t>
            </a:r>
            <a:endParaRPr lang="zh-TW" altLang="en-US" noProof="false"/>
          </a:p>
        </p:txBody>
      </p:sp>
      <p:sp>
        <p:nvSpPr>
          <p:cNvPr id="1275" name="Picture Placeholder 7"/>
          <p:cNvSpPr>
            <a:spLocks noGrp="true"/>
          </p:cNvSpPr>
          <p:nvPr>
            <p:ph type="pic" sz="quarter" idx="14" hasCustomPrompt="true"/>
          </p:nvPr>
        </p:nvSpPr>
        <p:spPr>
          <a:xfrm>
            <a:off x="4322763" y="512763"/>
            <a:ext cx="3554412" cy="5014277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单击插入图片</a:t>
            </a:r>
            <a:endParaRPr lang="zh-TW" altLang="en-US" noProof="false"/>
          </a:p>
        </p:txBody>
      </p:sp>
      <p:sp>
        <p:nvSpPr>
          <p:cNvPr id="1276" name="Picture Placeholder 7"/>
          <p:cNvSpPr>
            <a:spLocks noGrp="true"/>
          </p:cNvSpPr>
          <p:nvPr>
            <p:ph type="pic" sz="quarter" idx="15" hasCustomPrompt="true"/>
          </p:nvPr>
        </p:nvSpPr>
        <p:spPr>
          <a:xfrm>
            <a:off x="8129587" y="512763"/>
            <a:ext cx="3554412" cy="5014277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单击插入图片</a:t>
            </a:r>
            <a:endParaRPr lang="zh-TW" altLang="en-US" noProof="false"/>
          </a:p>
        </p:txBody>
      </p:sp>
      <p:sp>
        <p:nvSpPr>
          <p:cNvPr id="1277" name="Text Placeholder 8"/>
          <p:cNvSpPr>
            <a:spLocks noGrp="true"/>
          </p:cNvSpPr>
          <p:nvPr>
            <p:ph type="body" sz="quarter" idx="23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noProof="false" err="true"/>
              <a:t>来源</a:t>
            </a:r>
            <a:r>
              <a:rPr lang="zh-CN" altLang="en-US" noProof="false"/>
              <a:t>：</a:t>
            </a:r>
            <a:endParaRPr lang="en-US" noProof="false"/>
          </a:p>
        </p:txBody>
      </p:sp>
    </p:spTree>
  </p:cSld>
  <p:clrMapOvr>
    <a:masterClrMapping/>
  </p:clrMapOvr>
</p:sldLayout>
</file>

<file path=ppt/slideLayouts/slideLayout197.xml><?xml version="1.0" encoding="utf-8"?>
<p:sldLayout xmlns:a="http://schemas.openxmlformats.org/drawingml/2006/main" xmlns:p="http://schemas.openxmlformats.org/presentationml/2006/main">
  <p:cSld name="4 images">
    <p:spTree>
      <p:nvGrpSpPr>
        <p:cNvPr id="127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9" name="Slide Number Placeholder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1280" name="Picture Placeholder 7"/>
          <p:cNvSpPr>
            <a:spLocks noGrp="true"/>
          </p:cNvSpPr>
          <p:nvPr>
            <p:ph type="pic" sz="quarter" idx="13" hasCustomPrompt="true"/>
          </p:nvPr>
        </p:nvSpPr>
        <p:spPr>
          <a:xfrm>
            <a:off x="508000" y="512764"/>
            <a:ext cx="5480049" cy="2604056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单击插入图片</a:t>
            </a:r>
            <a:endParaRPr lang="en-US" noProof="false"/>
          </a:p>
        </p:txBody>
      </p:sp>
      <p:sp>
        <p:nvSpPr>
          <p:cNvPr id="1281" name="Picture Placeholder 7"/>
          <p:cNvSpPr>
            <a:spLocks noGrp="true"/>
          </p:cNvSpPr>
          <p:nvPr>
            <p:ph type="pic" sz="quarter" idx="14" hasCustomPrompt="true"/>
          </p:nvPr>
        </p:nvSpPr>
        <p:spPr>
          <a:xfrm>
            <a:off x="6203950" y="512764"/>
            <a:ext cx="5480049" cy="2604056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单击插入图片</a:t>
            </a:r>
            <a:endParaRPr lang="en-US" noProof="false"/>
          </a:p>
        </p:txBody>
      </p:sp>
      <p:sp>
        <p:nvSpPr>
          <p:cNvPr id="1282" name="Picture Placeholder 7"/>
          <p:cNvSpPr>
            <a:spLocks noGrp="true"/>
          </p:cNvSpPr>
          <p:nvPr>
            <p:ph type="pic" sz="quarter" idx="15" hasCustomPrompt="true"/>
          </p:nvPr>
        </p:nvSpPr>
        <p:spPr>
          <a:xfrm>
            <a:off x="508000" y="3453845"/>
            <a:ext cx="5480049" cy="2604056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单击插入图片</a:t>
            </a:r>
            <a:endParaRPr lang="en-US" noProof="false"/>
          </a:p>
        </p:txBody>
      </p:sp>
      <p:sp>
        <p:nvSpPr>
          <p:cNvPr id="1283" name="Picture Placeholder 7"/>
          <p:cNvSpPr>
            <a:spLocks noGrp="true"/>
          </p:cNvSpPr>
          <p:nvPr>
            <p:ph type="pic" sz="quarter" idx="16" hasCustomPrompt="true"/>
          </p:nvPr>
        </p:nvSpPr>
        <p:spPr>
          <a:xfrm>
            <a:off x="6203950" y="3453845"/>
            <a:ext cx="5480049" cy="2604056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单击插入图片</a:t>
            </a:r>
            <a:endParaRPr lang="en-US" noProof="false"/>
          </a:p>
        </p:txBody>
      </p:sp>
      <p:sp>
        <p:nvSpPr>
          <p:cNvPr id="1284" name="Text Placeholder 8"/>
          <p:cNvSpPr>
            <a:spLocks noGrp="true"/>
          </p:cNvSpPr>
          <p:nvPr>
            <p:ph type="body" sz="quarter" idx="23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noProof="false" err="true"/>
              <a:t>来源</a:t>
            </a:r>
            <a:r>
              <a:rPr lang="zh-CN" altLang="en-US" noProof="false"/>
              <a:t>：</a:t>
            </a:r>
            <a:endParaRPr lang="en-US" noProof="false"/>
          </a:p>
        </p:txBody>
      </p:sp>
    </p:spTree>
  </p:cSld>
  <p:clrMapOvr>
    <a:masterClrMapping/>
  </p:clrMapOvr>
</p:sldLayout>
</file>

<file path=ppt/slideLayouts/slideLayout198.xml><?xml version="1.0" encoding="utf-8"?>
<p:sldLayout xmlns:a="http://schemas.openxmlformats.org/drawingml/2006/main" xmlns:p="http://schemas.openxmlformats.org/presentationml/2006/main">
  <p:cSld name="2_4 images">
    <p:bg>
      <p:bgPr>
        <a:solidFill>
          <a:schemeClr val="tx1"/>
        </a:solidFill>
        <a:effectLst/>
      </p:bgPr>
    </p:bg>
    <p:spTree>
      <p:nvGrpSpPr>
        <p:cNvPr id="128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6" name="Slide Number Placeholder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1287" name="Picture Placeholder 7"/>
          <p:cNvSpPr>
            <a:spLocks noGrp="true"/>
          </p:cNvSpPr>
          <p:nvPr>
            <p:ph type="pic" sz="quarter" idx="13" hasCustomPrompt="true"/>
          </p:nvPr>
        </p:nvSpPr>
        <p:spPr>
          <a:xfrm>
            <a:off x="508000" y="512764"/>
            <a:ext cx="5480049" cy="2604056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单击插入图片</a:t>
            </a:r>
            <a:endParaRPr lang="zh-TW" altLang="en-US" noProof="false"/>
          </a:p>
        </p:txBody>
      </p:sp>
      <p:sp>
        <p:nvSpPr>
          <p:cNvPr id="1288" name="Picture Placeholder 7"/>
          <p:cNvSpPr>
            <a:spLocks noGrp="true"/>
          </p:cNvSpPr>
          <p:nvPr>
            <p:ph type="pic" sz="quarter" idx="14" hasCustomPrompt="true"/>
          </p:nvPr>
        </p:nvSpPr>
        <p:spPr>
          <a:xfrm>
            <a:off x="6203950" y="512764"/>
            <a:ext cx="5480049" cy="2604056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单击插入图片</a:t>
            </a:r>
            <a:endParaRPr lang="zh-TW" altLang="en-US" noProof="false"/>
          </a:p>
        </p:txBody>
      </p:sp>
      <p:sp>
        <p:nvSpPr>
          <p:cNvPr id="1289" name="Picture Placeholder 7"/>
          <p:cNvSpPr>
            <a:spLocks noGrp="true"/>
          </p:cNvSpPr>
          <p:nvPr>
            <p:ph type="pic" sz="quarter" idx="15" hasCustomPrompt="true"/>
          </p:nvPr>
        </p:nvSpPr>
        <p:spPr>
          <a:xfrm>
            <a:off x="508000" y="3453845"/>
            <a:ext cx="5480049" cy="2604056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单击插入图片</a:t>
            </a:r>
            <a:endParaRPr lang="zh-TW" altLang="en-US" noProof="false"/>
          </a:p>
        </p:txBody>
      </p:sp>
      <p:sp>
        <p:nvSpPr>
          <p:cNvPr id="1290" name="Picture Placeholder 7"/>
          <p:cNvSpPr>
            <a:spLocks noGrp="true"/>
          </p:cNvSpPr>
          <p:nvPr>
            <p:ph type="pic" sz="quarter" idx="16" hasCustomPrompt="true"/>
          </p:nvPr>
        </p:nvSpPr>
        <p:spPr>
          <a:xfrm>
            <a:off x="6203950" y="3453845"/>
            <a:ext cx="5480049" cy="2604056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单击插入图片</a:t>
            </a:r>
            <a:endParaRPr lang="zh-TW" altLang="en-US" noProof="false"/>
          </a:p>
        </p:txBody>
      </p:sp>
      <p:sp>
        <p:nvSpPr>
          <p:cNvPr id="1291" name="Text Placeholder 8"/>
          <p:cNvSpPr>
            <a:spLocks noGrp="true"/>
          </p:cNvSpPr>
          <p:nvPr>
            <p:ph type="body" sz="quarter" idx="23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noProof="false" err="true"/>
              <a:t>来源</a:t>
            </a:r>
            <a:r>
              <a:rPr lang="zh-CN" altLang="en-US" noProof="false"/>
              <a:t>：</a:t>
            </a:r>
            <a:endParaRPr lang="en-US" noProof="false"/>
          </a:p>
        </p:txBody>
      </p:sp>
    </p:spTree>
  </p:cSld>
  <p:clrMapOvr>
    <a:masterClrMapping/>
  </p:clrMapOvr>
</p:sldLayout>
</file>

<file path=ppt/slideLayouts/slideLayout199.xml><?xml version="1.0" encoding="utf-8"?>
<p:sldLayout xmlns:a="http://schemas.openxmlformats.org/drawingml/2006/main" xmlns:p="http://schemas.openxmlformats.org/presentationml/2006/main">
  <p:cSld name="8 images">
    <p:spTree>
      <p:nvGrpSpPr>
        <p:cNvPr id="129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3" name="Slide Number Placeholder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1294" name="Picture Placeholder 7"/>
          <p:cNvSpPr>
            <a:spLocks noGrp="true"/>
          </p:cNvSpPr>
          <p:nvPr>
            <p:ph type="pic" sz="quarter" idx="13" hasCustomPrompt="true"/>
          </p:nvPr>
        </p:nvSpPr>
        <p:spPr>
          <a:xfrm>
            <a:off x="508001" y="512764"/>
            <a:ext cx="2584450" cy="2604056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单击插入图片</a:t>
            </a:r>
            <a:endParaRPr lang="en-US" noProof="false"/>
          </a:p>
        </p:txBody>
      </p:sp>
      <p:sp>
        <p:nvSpPr>
          <p:cNvPr id="1295" name="Picture Placeholder 7"/>
          <p:cNvSpPr>
            <a:spLocks noGrp="true"/>
          </p:cNvSpPr>
          <p:nvPr>
            <p:ph type="pic" sz="quarter" idx="14" hasCustomPrompt="true"/>
          </p:nvPr>
        </p:nvSpPr>
        <p:spPr>
          <a:xfrm>
            <a:off x="6203951" y="512764"/>
            <a:ext cx="2584450" cy="2604056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单击插入图片</a:t>
            </a:r>
            <a:endParaRPr lang="en-US" noProof="false"/>
          </a:p>
        </p:txBody>
      </p:sp>
      <p:sp>
        <p:nvSpPr>
          <p:cNvPr id="1296" name="Picture Placeholder 7"/>
          <p:cNvSpPr>
            <a:spLocks noGrp="true"/>
          </p:cNvSpPr>
          <p:nvPr>
            <p:ph type="pic" sz="quarter" idx="15" hasCustomPrompt="true"/>
          </p:nvPr>
        </p:nvSpPr>
        <p:spPr>
          <a:xfrm>
            <a:off x="3403599" y="512764"/>
            <a:ext cx="2584450" cy="2604056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单击插入图片</a:t>
            </a:r>
            <a:endParaRPr lang="en-US" noProof="false"/>
          </a:p>
        </p:txBody>
      </p:sp>
      <p:sp>
        <p:nvSpPr>
          <p:cNvPr id="1297" name="Picture Placeholder 7"/>
          <p:cNvSpPr>
            <a:spLocks noGrp="true"/>
          </p:cNvSpPr>
          <p:nvPr>
            <p:ph type="pic" sz="quarter" idx="16" hasCustomPrompt="true"/>
          </p:nvPr>
        </p:nvSpPr>
        <p:spPr>
          <a:xfrm>
            <a:off x="9099549" y="512764"/>
            <a:ext cx="2584450" cy="2604056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单击插入图片</a:t>
            </a:r>
            <a:endParaRPr lang="en-US" noProof="false"/>
          </a:p>
        </p:txBody>
      </p:sp>
      <p:sp>
        <p:nvSpPr>
          <p:cNvPr id="1298" name="Picture Placeholder 7"/>
          <p:cNvSpPr>
            <a:spLocks noGrp="true"/>
          </p:cNvSpPr>
          <p:nvPr>
            <p:ph type="pic" sz="quarter" idx="17" hasCustomPrompt="true"/>
          </p:nvPr>
        </p:nvSpPr>
        <p:spPr>
          <a:xfrm>
            <a:off x="508001" y="3453845"/>
            <a:ext cx="2584450" cy="2604056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单击插入图片</a:t>
            </a:r>
            <a:endParaRPr lang="en-US" noProof="false"/>
          </a:p>
        </p:txBody>
      </p:sp>
      <p:sp>
        <p:nvSpPr>
          <p:cNvPr id="1299" name="Picture Placeholder 7"/>
          <p:cNvSpPr>
            <a:spLocks noGrp="true"/>
          </p:cNvSpPr>
          <p:nvPr>
            <p:ph type="pic" sz="quarter" idx="18" hasCustomPrompt="true"/>
          </p:nvPr>
        </p:nvSpPr>
        <p:spPr>
          <a:xfrm>
            <a:off x="6203951" y="3453845"/>
            <a:ext cx="2584450" cy="2604056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单击插入图片</a:t>
            </a:r>
            <a:endParaRPr lang="en-US" noProof="false"/>
          </a:p>
        </p:txBody>
      </p:sp>
      <p:sp>
        <p:nvSpPr>
          <p:cNvPr id="1300" name="Picture Placeholder 7"/>
          <p:cNvSpPr>
            <a:spLocks noGrp="true"/>
          </p:cNvSpPr>
          <p:nvPr>
            <p:ph type="pic" sz="quarter" idx="19" hasCustomPrompt="true"/>
          </p:nvPr>
        </p:nvSpPr>
        <p:spPr>
          <a:xfrm>
            <a:off x="3403599" y="3453845"/>
            <a:ext cx="2584450" cy="2604056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单击插入图片</a:t>
            </a:r>
            <a:endParaRPr lang="en-US" noProof="false"/>
          </a:p>
        </p:txBody>
      </p:sp>
      <p:sp>
        <p:nvSpPr>
          <p:cNvPr id="1301" name="Picture Placeholder 7"/>
          <p:cNvSpPr>
            <a:spLocks noGrp="true"/>
          </p:cNvSpPr>
          <p:nvPr>
            <p:ph type="pic" sz="quarter" idx="20" hasCustomPrompt="true"/>
          </p:nvPr>
        </p:nvSpPr>
        <p:spPr>
          <a:xfrm>
            <a:off x="9099549" y="3453845"/>
            <a:ext cx="2584450" cy="2604056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单击插入图片</a:t>
            </a:r>
            <a:endParaRPr lang="en-US" noProof="false"/>
          </a:p>
        </p:txBody>
      </p:sp>
      <p:sp>
        <p:nvSpPr>
          <p:cNvPr id="1302" name="Text Placeholder 8"/>
          <p:cNvSpPr>
            <a:spLocks noGrp="true"/>
          </p:cNvSpPr>
          <p:nvPr>
            <p:ph type="body" sz="quarter" idx="23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altLang="zh-CN" noProof="false" err="true"/>
              <a:t>来源</a:t>
            </a:r>
            <a:r>
              <a:rPr lang="zh-CN" altLang="en-US" noProof="false"/>
              <a:t>：</a:t>
            </a:r>
            <a:endParaRPr lang="en-US" altLang="zh-CN" noProof="false"/>
          </a:p>
        </p:txBody>
      </p:sp>
    </p:spTree>
  </p:cSld>
  <p:clrMapOvr>
    <a:masterClrMapping/>
  </p:clrMapOvr>
</p:sldLayout>
</file>

<file path=ppt/slideLayouts/slideLayout200.xml><?xml version="1.0" encoding="utf-8"?>
<p:sldLayout xmlns:a="http://schemas.openxmlformats.org/drawingml/2006/main" xmlns:p="http://schemas.openxmlformats.org/presentationml/2006/main">
  <p:cSld name="2_8 images">
    <p:bg>
      <p:bgPr>
        <a:solidFill>
          <a:schemeClr val="tx1"/>
        </a:solidFill>
        <a:effectLst/>
      </p:bgPr>
    </p:bg>
    <p:spTree>
      <p:nvGrpSpPr>
        <p:cNvPr id="130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4" name="Slide Number Placeholder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1305" name="Picture Placeholder 7"/>
          <p:cNvSpPr>
            <a:spLocks noGrp="true"/>
          </p:cNvSpPr>
          <p:nvPr>
            <p:ph type="pic" sz="quarter" idx="13" hasCustomPrompt="true"/>
          </p:nvPr>
        </p:nvSpPr>
        <p:spPr>
          <a:xfrm>
            <a:off x="508001" y="512764"/>
            <a:ext cx="2584450" cy="2604056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单击插入图片</a:t>
            </a:r>
            <a:endParaRPr lang="zh-TW" altLang="en-US" noProof="false"/>
          </a:p>
        </p:txBody>
      </p:sp>
      <p:sp>
        <p:nvSpPr>
          <p:cNvPr id="1306" name="Picture Placeholder 7"/>
          <p:cNvSpPr>
            <a:spLocks noGrp="true"/>
          </p:cNvSpPr>
          <p:nvPr>
            <p:ph type="pic" sz="quarter" idx="14" hasCustomPrompt="true"/>
          </p:nvPr>
        </p:nvSpPr>
        <p:spPr>
          <a:xfrm>
            <a:off x="6203951" y="512764"/>
            <a:ext cx="2584450" cy="2604056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单击插入图片</a:t>
            </a:r>
            <a:endParaRPr lang="zh-TW" altLang="en-US" noProof="false"/>
          </a:p>
        </p:txBody>
      </p:sp>
      <p:sp>
        <p:nvSpPr>
          <p:cNvPr id="1307" name="Picture Placeholder 7"/>
          <p:cNvSpPr>
            <a:spLocks noGrp="true"/>
          </p:cNvSpPr>
          <p:nvPr>
            <p:ph type="pic" sz="quarter" idx="15" hasCustomPrompt="true"/>
          </p:nvPr>
        </p:nvSpPr>
        <p:spPr>
          <a:xfrm>
            <a:off x="3403599" y="512764"/>
            <a:ext cx="2584450" cy="2604056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单击插入图片</a:t>
            </a:r>
            <a:endParaRPr lang="zh-TW" altLang="en-US" noProof="false"/>
          </a:p>
        </p:txBody>
      </p:sp>
      <p:sp>
        <p:nvSpPr>
          <p:cNvPr id="1308" name="Picture Placeholder 7"/>
          <p:cNvSpPr>
            <a:spLocks noGrp="true"/>
          </p:cNvSpPr>
          <p:nvPr>
            <p:ph type="pic" sz="quarter" idx="16" hasCustomPrompt="true"/>
          </p:nvPr>
        </p:nvSpPr>
        <p:spPr>
          <a:xfrm>
            <a:off x="9099549" y="512764"/>
            <a:ext cx="2584450" cy="2604056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单击插入图片</a:t>
            </a:r>
            <a:endParaRPr lang="zh-TW" altLang="en-US" noProof="false"/>
          </a:p>
        </p:txBody>
      </p:sp>
      <p:sp>
        <p:nvSpPr>
          <p:cNvPr id="1309" name="Picture Placeholder 7"/>
          <p:cNvSpPr>
            <a:spLocks noGrp="true"/>
          </p:cNvSpPr>
          <p:nvPr>
            <p:ph type="pic" sz="quarter" idx="17" hasCustomPrompt="true"/>
          </p:nvPr>
        </p:nvSpPr>
        <p:spPr>
          <a:xfrm>
            <a:off x="508001" y="3453845"/>
            <a:ext cx="2584450" cy="2604056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单击插入图片</a:t>
            </a:r>
            <a:endParaRPr lang="zh-TW" altLang="en-US" noProof="false"/>
          </a:p>
        </p:txBody>
      </p:sp>
      <p:sp>
        <p:nvSpPr>
          <p:cNvPr id="1310" name="Picture Placeholder 7"/>
          <p:cNvSpPr>
            <a:spLocks noGrp="true"/>
          </p:cNvSpPr>
          <p:nvPr>
            <p:ph type="pic" sz="quarter" idx="18" hasCustomPrompt="true"/>
          </p:nvPr>
        </p:nvSpPr>
        <p:spPr>
          <a:xfrm>
            <a:off x="6203951" y="3453845"/>
            <a:ext cx="2584450" cy="2604056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单击插入图片</a:t>
            </a:r>
            <a:endParaRPr lang="zh-TW" altLang="en-US" noProof="false"/>
          </a:p>
        </p:txBody>
      </p:sp>
      <p:sp>
        <p:nvSpPr>
          <p:cNvPr id="1311" name="Picture Placeholder 7"/>
          <p:cNvSpPr>
            <a:spLocks noGrp="true"/>
          </p:cNvSpPr>
          <p:nvPr>
            <p:ph type="pic" sz="quarter" idx="19" hasCustomPrompt="true"/>
          </p:nvPr>
        </p:nvSpPr>
        <p:spPr>
          <a:xfrm>
            <a:off x="3403599" y="3453845"/>
            <a:ext cx="2584450" cy="2604056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单击插入图片</a:t>
            </a:r>
            <a:endParaRPr lang="zh-TW" altLang="en-US" noProof="false"/>
          </a:p>
        </p:txBody>
      </p:sp>
      <p:sp>
        <p:nvSpPr>
          <p:cNvPr id="1312" name="Picture Placeholder 7"/>
          <p:cNvSpPr>
            <a:spLocks noGrp="true"/>
          </p:cNvSpPr>
          <p:nvPr>
            <p:ph type="pic" sz="quarter" idx="20" hasCustomPrompt="true"/>
          </p:nvPr>
        </p:nvSpPr>
        <p:spPr>
          <a:xfrm>
            <a:off x="9099549" y="3453845"/>
            <a:ext cx="2584450" cy="2604056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单击插入图片</a:t>
            </a:r>
            <a:endParaRPr lang="zh-TW" altLang="en-US" noProof="false"/>
          </a:p>
        </p:txBody>
      </p:sp>
      <p:sp>
        <p:nvSpPr>
          <p:cNvPr id="1313" name="Text Placeholder 8"/>
          <p:cNvSpPr>
            <a:spLocks noGrp="true"/>
          </p:cNvSpPr>
          <p:nvPr>
            <p:ph type="body" sz="quarter" idx="23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altLang="zh-CN" noProof="false" err="true"/>
              <a:t>来源</a:t>
            </a:r>
            <a:r>
              <a:rPr lang="zh-CN" altLang="en-US" noProof="false"/>
              <a:t>：</a:t>
            </a:r>
            <a:endParaRPr lang="en-US" altLang="zh-CN" noProof="false"/>
          </a:p>
        </p:txBody>
      </p:sp>
    </p:spTree>
  </p:cSld>
  <p:clrMapOvr>
    <a:masterClrMapping/>
  </p:clrMapOvr>
</p:sldLayout>
</file>

<file path=ppt/slideLayouts/slideLayout201.xml><?xml version="1.0" encoding="utf-8"?>
<p:sldLayout xmlns:a="http://schemas.openxmlformats.org/drawingml/2006/main" xmlns:p="http://schemas.openxmlformats.org/presentationml/2006/main">
  <p:cSld name="1 left 2 right images">
    <p:spTree>
      <p:nvGrpSpPr>
        <p:cNvPr id="13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5" name="Slide Number Placeholder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1336" name="Picture Placeholder 7"/>
          <p:cNvSpPr>
            <a:spLocks noGrp="true"/>
          </p:cNvSpPr>
          <p:nvPr>
            <p:ph type="pic" sz="quarter" idx="13" hasCustomPrompt="true"/>
          </p:nvPr>
        </p:nvSpPr>
        <p:spPr>
          <a:xfrm>
            <a:off x="508001" y="512763"/>
            <a:ext cx="5461976" cy="5545137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单击插入图片</a:t>
            </a:r>
            <a:endParaRPr lang="en-US" noProof="false"/>
          </a:p>
        </p:txBody>
      </p:sp>
      <p:sp>
        <p:nvSpPr>
          <p:cNvPr id="1337" name="Picture Placeholder 7"/>
          <p:cNvSpPr>
            <a:spLocks noGrp="true"/>
          </p:cNvSpPr>
          <p:nvPr>
            <p:ph type="pic" sz="quarter" idx="14" hasCustomPrompt="true"/>
          </p:nvPr>
        </p:nvSpPr>
        <p:spPr>
          <a:xfrm>
            <a:off x="6203950" y="512764"/>
            <a:ext cx="5480049" cy="2604056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单击插入图片</a:t>
            </a:r>
            <a:endParaRPr lang="en-US" noProof="false"/>
          </a:p>
        </p:txBody>
      </p:sp>
      <p:sp>
        <p:nvSpPr>
          <p:cNvPr id="1338" name="Picture Placeholder 7"/>
          <p:cNvSpPr>
            <a:spLocks noGrp="true"/>
          </p:cNvSpPr>
          <p:nvPr>
            <p:ph type="pic" sz="quarter" idx="16" hasCustomPrompt="true"/>
          </p:nvPr>
        </p:nvSpPr>
        <p:spPr>
          <a:xfrm>
            <a:off x="6203950" y="3453845"/>
            <a:ext cx="5480049" cy="2604056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单击插入图片</a:t>
            </a:r>
            <a:endParaRPr lang="en-US" noProof="false"/>
          </a:p>
        </p:txBody>
      </p:sp>
      <p:sp>
        <p:nvSpPr>
          <p:cNvPr id="1339" name="Text Placeholder 8"/>
          <p:cNvSpPr>
            <a:spLocks noGrp="true"/>
          </p:cNvSpPr>
          <p:nvPr>
            <p:ph type="body" sz="quarter" idx="23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altLang="zh-CN" noProof="false" err="true"/>
              <a:t>来源</a:t>
            </a:r>
            <a:r>
              <a:rPr lang="zh-CN" altLang="en-US" noProof="false"/>
              <a:t>：</a:t>
            </a:r>
            <a:endParaRPr lang="en-US" altLang="zh-CN" noProof="false"/>
          </a:p>
        </p:txBody>
      </p:sp>
    </p:spTree>
  </p:cSld>
  <p:clrMapOvr>
    <a:masterClrMapping/>
  </p:clrMapOvr>
</p:sldLayout>
</file>

<file path=ppt/slideLayouts/slideLayout202.xml><?xml version="1.0" encoding="utf-8"?>
<p:sldLayout xmlns:a="http://schemas.openxmlformats.org/drawingml/2006/main" xmlns:p="http://schemas.openxmlformats.org/presentationml/2006/main">
  <p:cSld name="2_1 left 2 right images">
    <p:bg>
      <p:bgPr>
        <a:solidFill>
          <a:schemeClr val="tx1"/>
        </a:solidFill>
        <a:effectLst/>
      </p:bgPr>
    </p:bg>
    <p:spTree>
      <p:nvGrpSpPr>
        <p:cNvPr id="13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" name="Slide Number Placeholder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1342" name="Picture Placeholder 7"/>
          <p:cNvSpPr>
            <a:spLocks noGrp="true"/>
          </p:cNvSpPr>
          <p:nvPr>
            <p:ph type="pic" sz="quarter" idx="13" hasCustomPrompt="true"/>
          </p:nvPr>
        </p:nvSpPr>
        <p:spPr>
          <a:xfrm>
            <a:off x="508001" y="512763"/>
            <a:ext cx="5461976" cy="5545137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单击插入图片</a:t>
            </a:r>
            <a:endParaRPr lang="zh-TW" altLang="en-US" noProof="false"/>
          </a:p>
        </p:txBody>
      </p:sp>
      <p:sp>
        <p:nvSpPr>
          <p:cNvPr id="1343" name="Picture Placeholder 7"/>
          <p:cNvSpPr>
            <a:spLocks noGrp="true"/>
          </p:cNvSpPr>
          <p:nvPr>
            <p:ph type="pic" sz="quarter" idx="14" hasCustomPrompt="true"/>
          </p:nvPr>
        </p:nvSpPr>
        <p:spPr>
          <a:xfrm>
            <a:off x="6203950" y="512764"/>
            <a:ext cx="5480049" cy="2604056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单击插入图片</a:t>
            </a:r>
            <a:endParaRPr lang="zh-TW" altLang="en-US" noProof="false"/>
          </a:p>
        </p:txBody>
      </p:sp>
      <p:sp>
        <p:nvSpPr>
          <p:cNvPr id="1344" name="Picture Placeholder 7"/>
          <p:cNvSpPr>
            <a:spLocks noGrp="true"/>
          </p:cNvSpPr>
          <p:nvPr>
            <p:ph type="pic" sz="quarter" idx="16" hasCustomPrompt="true"/>
          </p:nvPr>
        </p:nvSpPr>
        <p:spPr>
          <a:xfrm>
            <a:off x="6203950" y="3453845"/>
            <a:ext cx="5480049" cy="2604056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单击插入图片</a:t>
            </a:r>
            <a:endParaRPr lang="zh-TW" altLang="en-US" noProof="false"/>
          </a:p>
        </p:txBody>
      </p:sp>
      <p:sp>
        <p:nvSpPr>
          <p:cNvPr id="1345" name="Text Placeholder 8"/>
          <p:cNvSpPr>
            <a:spLocks noGrp="true"/>
          </p:cNvSpPr>
          <p:nvPr>
            <p:ph type="body" sz="quarter" idx="23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altLang="zh-CN" noProof="false" err="true"/>
              <a:t>来源</a:t>
            </a:r>
            <a:r>
              <a:rPr lang="zh-CN" altLang="en-US" noProof="false"/>
              <a:t>：</a:t>
            </a:r>
            <a:endParaRPr lang="en-US" altLang="zh-CN" noProof="false"/>
          </a:p>
        </p:txBody>
      </p:sp>
    </p:spTree>
  </p:cSld>
  <p:clrMapOvr>
    <a:masterClrMapping/>
  </p:clrMapOvr>
</p:sldLayout>
</file>

<file path=ppt/slideLayouts/slideLayout203.xml><?xml version="1.0" encoding="utf-8"?>
<p:sldLayout xmlns:a="http://schemas.openxmlformats.org/drawingml/2006/main" xmlns:p="http://schemas.openxmlformats.org/presentationml/2006/main">
  <p:cSld name="1 left 3 right images">
    <p:spTree>
      <p:nvGrpSpPr>
        <p:cNvPr id="13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7" name="Slide Number Placeholder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1348" name="Picture Placeholder 7"/>
          <p:cNvSpPr>
            <a:spLocks noGrp="true"/>
          </p:cNvSpPr>
          <p:nvPr>
            <p:ph type="pic" sz="quarter" idx="13" hasCustomPrompt="true"/>
          </p:nvPr>
        </p:nvSpPr>
        <p:spPr>
          <a:xfrm>
            <a:off x="508001" y="512763"/>
            <a:ext cx="5461976" cy="5545137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单击插入图片</a:t>
            </a:r>
            <a:endParaRPr lang="en-US" noProof="false"/>
          </a:p>
        </p:txBody>
      </p:sp>
      <p:sp>
        <p:nvSpPr>
          <p:cNvPr id="1349" name="Picture Placeholder 7"/>
          <p:cNvSpPr>
            <a:spLocks noGrp="true"/>
          </p:cNvSpPr>
          <p:nvPr>
            <p:ph type="pic" sz="quarter" idx="14" hasCustomPrompt="true"/>
          </p:nvPr>
        </p:nvSpPr>
        <p:spPr>
          <a:xfrm>
            <a:off x="6203950" y="512764"/>
            <a:ext cx="5480049" cy="2604056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单击插入图片</a:t>
            </a:r>
            <a:endParaRPr lang="en-US" noProof="false"/>
          </a:p>
        </p:txBody>
      </p:sp>
      <p:sp>
        <p:nvSpPr>
          <p:cNvPr id="1350" name="Picture Placeholder 7"/>
          <p:cNvSpPr>
            <a:spLocks noGrp="true"/>
          </p:cNvSpPr>
          <p:nvPr>
            <p:ph type="pic" sz="quarter" idx="18" hasCustomPrompt="true"/>
          </p:nvPr>
        </p:nvSpPr>
        <p:spPr>
          <a:xfrm>
            <a:off x="6203951" y="3453845"/>
            <a:ext cx="2584450" cy="2604056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单击插入图片</a:t>
            </a:r>
            <a:endParaRPr lang="en-US" noProof="false"/>
          </a:p>
        </p:txBody>
      </p:sp>
      <p:sp>
        <p:nvSpPr>
          <p:cNvPr id="1351" name="Picture Placeholder 7"/>
          <p:cNvSpPr>
            <a:spLocks noGrp="true"/>
          </p:cNvSpPr>
          <p:nvPr>
            <p:ph type="pic" sz="quarter" idx="20" hasCustomPrompt="true"/>
          </p:nvPr>
        </p:nvSpPr>
        <p:spPr>
          <a:xfrm>
            <a:off x="9099549" y="3453845"/>
            <a:ext cx="2584450" cy="2604056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单击插入图片</a:t>
            </a:r>
            <a:endParaRPr lang="en-US" noProof="false"/>
          </a:p>
        </p:txBody>
      </p:sp>
      <p:sp>
        <p:nvSpPr>
          <p:cNvPr id="1352" name="Text Placeholder 8"/>
          <p:cNvSpPr>
            <a:spLocks noGrp="true"/>
          </p:cNvSpPr>
          <p:nvPr>
            <p:ph type="body" sz="quarter" idx="23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altLang="zh-CN" noProof="false" err="true"/>
              <a:t>来源</a:t>
            </a:r>
            <a:r>
              <a:rPr lang="zh-CN" altLang="en-US" noProof="false"/>
              <a:t>：</a:t>
            </a:r>
            <a:endParaRPr lang="en-US" altLang="zh-CN" noProof="false"/>
          </a:p>
        </p:txBody>
      </p:sp>
    </p:spTree>
  </p:cSld>
  <p:clrMapOvr>
    <a:masterClrMapping/>
  </p:clrMapOvr>
</p:sldLayout>
</file>

<file path=ppt/slideLayouts/slideLayout204.xml><?xml version="1.0" encoding="utf-8"?>
<p:sldLayout xmlns:a="http://schemas.openxmlformats.org/drawingml/2006/main" xmlns:p="http://schemas.openxmlformats.org/presentationml/2006/main">
  <p:cSld name="2_1 left 3 right images">
    <p:bg>
      <p:bgPr>
        <a:solidFill>
          <a:schemeClr val="tx1"/>
        </a:solidFill>
        <a:effectLst/>
      </p:bgPr>
    </p:bg>
    <p:spTree>
      <p:nvGrpSpPr>
        <p:cNvPr id="13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4" name="Slide Number Placeholder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1355" name="Picture Placeholder 7"/>
          <p:cNvSpPr>
            <a:spLocks noGrp="true"/>
          </p:cNvSpPr>
          <p:nvPr>
            <p:ph type="pic" sz="quarter" idx="13" hasCustomPrompt="true"/>
          </p:nvPr>
        </p:nvSpPr>
        <p:spPr>
          <a:xfrm>
            <a:off x="508001" y="512763"/>
            <a:ext cx="5461976" cy="5545137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单击插入图片</a:t>
            </a:r>
            <a:endParaRPr lang="zh-TW" altLang="en-US" noProof="false"/>
          </a:p>
        </p:txBody>
      </p:sp>
      <p:sp>
        <p:nvSpPr>
          <p:cNvPr id="1356" name="Picture Placeholder 7"/>
          <p:cNvSpPr>
            <a:spLocks noGrp="true"/>
          </p:cNvSpPr>
          <p:nvPr>
            <p:ph type="pic" sz="quarter" idx="14" hasCustomPrompt="true"/>
          </p:nvPr>
        </p:nvSpPr>
        <p:spPr>
          <a:xfrm>
            <a:off x="6203950" y="512764"/>
            <a:ext cx="5480049" cy="2604056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单击插入图片</a:t>
            </a:r>
            <a:endParaRPr lang="zh-TW" altLang="en-US" noProof="false"/>
          </a:p>
        </p:txBody>
      </p:sp>
      <p:sp>
        <p:nvSpPr>
          <p:cNvPr id="1357" name="Picture Placeholder 7"/>
          <p:cNvSpPr>
            <a:spLocks noGrp="true"/>
          </p:cNvSpPr>
          <p:nvPr>
            <p:ph type="pic" sz="quarter" idx="18" hasCustomPrompt="true"/>
          </p:nvPr>
        </p:nvSpPr>
        <p:spPr>
          <a:xfrm>
            <a:off x="6203951" y="3453845"/>
            <a:ext cx="2584450" cy="2604056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单击插入图片</a:t>
            </a:r>
            <a:endParaRPr lang="zh-TW" altLang="en-US" noProof="false"/>
          </a:p>
        </p:txBody>
      </p:sp>
      <p:sp>
        <p:nvSpPr>
          <p:cNvPr id="1358" name="Picture Placeholder 7"/>
          <p:cNvSpPr>
            <a:spLocks noGrp="true"/>
          </p:cNvSpPr>
          <p:nvPr>
            <p:ph type="pic" sz="quarter" idx="20" hasCustomPrompt="true"/>
          </p:nvPr>
        </p:nvSpPr>
        <p:spPr>
          <a:xfrm>
            <a:off x="9099549" y="3453845"/>
            <a:ext cx="2584450" cy="2604056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单击插入图片</a:t>
            </a:r>
            <a:endParaRPr lang="zh-TW" altLang="en-US" noProof="false"/>
          </a:p>
        </p:txBody>
      </p:sp>
      <p:sp>
        <p:nvSpPr>
          <p:cNvPr id="1359" name="Text Placeholder 8"/>
          <p:cNvSpPr>
            <a:spLocks noGrp="true"/>
          </p:cNvSpPr>
          <p:nvPr>
            <p:ph type="body" sz="quarter" idx="23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altLang="zh-CN" noProof="false" err="true"/>
              <a:t>来源</a:t>
            </a:r>
            <a:r>
              <a:rPr lang="zh-CN" altLang="en-US" noProof="false"/>
              <a:t>：</a:t>
            </a:r>
            <a:endParaRPr lang="en-US" altLang="zh-CN" noProof="false"/>
          </a:p>
        </p:txBody>
      </p:sp>
    </p:spTree>
  </p:cSld>
  <p:clrMapOvr>
    <a:masterClrMapping/>
  </p:clrMapOvr>
</p:sldLayout>
</file>

<file path=ppt/slideLayouts/slideLayout205.xml><?xml version="1.0" encoding="utf-8"?>
<p:sldLayout xmlns:a="http://schemas.openxmlformats.org/drawingml/2006/main" xmlns:p="http://schemas.openxmlformats.org/presentationml/2006/main">
  <p:cSld name="1 left 4 right images">
    <p:spTree>
      <p:nvGrpSpPr>
        <p:cNvPr id="136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" name="Slide Number Placeholder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1362" name="Picture Placeholder 7"/>
          <p:cNvSpPr>
            <a:spLocks noGrp="true"/>
          </p:cNvSpPr>
          <p:nvPr>
            <p:ph type="pic" sz="quarter" idx="13" hasCustomPrompt="true"/>
          </p:nvPr>
        </p:nvSpPr>
        <p:spPr>
          <a:xfrm>
            <a:off x="508001" y="512763"/>
            <a:ext cx="5461976" cy="5545137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单击插入图片</a:t>
            </a:r>
            <a:endParaRPr lang="en-US" noProof="false"/>
          </a:p>
        </p:txBody>
      </p:sp>
      <p:sp>
        <p:nvSpPr>
          <p:cNvPr id="1363" name="Picture Placeholder 7"/>
          <p:cNvSpPr>
            <a:spLocks noGrp="true"/>
          </p:cNvSpPr>
          <p:nvPr>
            <p:ph type="pic" sz="quarter" idx="18" hasCustomPrompt="true"/>
          </p:nvPr>
        </p:nvSpPr>
        <p:spPr>
          <a:xfrm>
            <a:off x="6203951" y="3453845"/>
            <a:ext cx="2584450" cy="2604056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单击插入图片</a:t>
            </a:r>
            <a:endParaRPr lang="en-US" noProof="false"/>
          </a:p>
        </p:txBody>
      </p:sp>
      <p:sp>
        <p:nvSpPr>
          <p:cNvPr id="1364" name="Picture Placeholder 7"/>
          <p:cNvSpPr>
            <a:spLocks noGrp="true"/>
          </p:cNvSpPr>
          <p:nvPr>
            <p:ph type="pic" sz="quarter" idx="20" hasCustomPrompt="true"/>
          </p:nvPr>
        </p:nvSpPr>
        <p:spPr>
          <a:xfrm>
            <a:off x="9099549" y="3453845"/>
            <a:ext cx="2584450" cy="2604056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单击插入图片</a:t>
            </a:r>
            <a:endParaRPr lang="en-US" noProof="false"/>
          </a:p>
        </p:txBody>
      </p:sp>
      <p:sp>
        <p:nvSpPr>
          <p:cNvPr id="1365" name="Picture Placeholder 7"/>
          <p:cNvSpPr>
            <a:spLocks noGrp="true"/>
          </p:cNvSpPr>
          <p:nvPr>
            <p:ph type="pic" sz="quarter" idx="21" hasCustomPrompt="true"/>
          </p:nvPr>
        </p:nvSpPr>
        <p:spPr>
          <a:xfrm>
            <a:off x="6203951" y="519590"/>
            <a:ext cx="2584450" cy="2604056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单击插入图片</a:t>
            </a:r>
            <a:endParaRPr lang="en-US" noProof="false"/>
          </a:p>
        </p:txBody>
      </p:sp>
      <p:sp>
        <p:nvSpPr>
          <p:cNvPr id="1366" name="Picture Placeholder 7"/>
          <p:cNvSpPr>
            <a:spLocks noGrp="true"/>
          </p:cNvSpPr>
          <p:nvPr>
            <p:ph type="pic" sz="quarter" idx="22" hasCustomPrompt="true"/>
          </p:nvPr>
        </p:nvSpPr>
        <p:spPr>
          <a:xfrm>
            <a:off x="9099549" y="519590"/>
            <a:ext cx="2584450" cy="2604056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单击插入图片</a:t>
            </a:r>
            <a:endParaRPr lang="en-US" noProof="false"/>
          </a:p>
        </p:txBody>
      </p:sp>
      <p:sp>
        <p:nvSpPr>
          <p:cNvPr id="1367" name="Text Placeholder 8"/>
          <p:cNvSpPr>
            <a:spLocks noGrp="true"/>
          </p:cNvSpPr>
          <p:nvPr>
            <p:ph type="body" sz="quarter" idx="23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altLang="zh-CN" noProof="false" err="true"/>
              <a:t>来源</a:t>
            </a:r>
            <a:r>
              <a:rPr lang="zh-CN" altLang="en-US" noProof="false"/>
              <a:t>：</a:t>
            </a:r>
            <a:endParaRPr lang="en-US" altLang="zh-CN" noProof="false"/>
          </a:p>
        </p:txBody>
      </p:sp>
    </p:spTree>
  </p:cSld>
  <p:clrMapOvr>
    <a:masterClrMapping/>
  </p:clrMapOvr>
</p:sldLayout>
</file>

<file path=ppt/slideLayouts/slideLayout206.xml><?xml version="1.0" encoding="utf-8"?>
<p:sldLayout xmlns:a="http://schemas.openxmlformats.org/drawingml/2006/main" xmlns:p="http://schemas.openxmlformats.org/presentationml/2006/main">
  <p:cSld name="2_1 left 4 right images">
    <p:bg>
      <p:bgPr>
        <a:solidFill>
          <a:schemeClr val="tx1"/>
        </a:solidFill>
        <a:effectLst/>
      </p:bgPr>
    </p:bg>
    <p:spTree>
      <p:nvGrpSpPr>
        <p:cNvPr id="136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9" name="Slide Number Placeholder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1370" name="Picture Placeholder 7"/>
          <p:cNvSpPr>
            <a:spLocks noGrp="true"/>
          </p:cNvSpPr>
          <p:nvPr>
            <p:ph type="pic" sz="quarter" idx="13" hasCustomPrompt="true"/>
          </p:nvPr>
        </p:nvSpPr>
        <p:spPr>
          <a:xfrm>
            <a:off x="508001" y="512763"/>
            <a:ext cx="5461976" cy="5545137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单击插入图片</a:t>
            </a:r>
            <a:endParaRPr lang="zh-TW" altLang="en-US" noProof="false"/>
          </a:p>
        </p:txBody>
      </p:sp>
      <p:sp>
        <p:nvSpPr>
          <p:cNvPr id="1371" name="Picture Placeholder 7"/>
          <p:cNvSpPr>
            <a:spLocks noGrp="true"/>
          </p:cNvSpPr>
          <p:nvPr>
            <p:ph type="pic" sz="quarter" idx="18" hasCustomPrompt="true"/>
          </p:nvPr>
        </p:nvSpPr>
        <p:spPr>
          <a:xfrm>
            <a:off x="6203951" y="3453845"/>
            <a:ext cx="2584450" cy="2604056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单击插入图片</a:t>
            </a:r>
            <a:endParaRPr lang="zh-TW" altLang="en-US" noProof="false"/>
          </a:p>
        </p:txBody>
      </p:sp>
      <p:sp>
        <p:nvSpPr>
          <p:cNvPr id="1372" name="Picture Placeholder 7"/>
          <p:cNvSpPr>
            <a:spLocks noGrp="true"/>
          </p:cNvSpPr>
          <p:nvPr>
            <p:ph type="pic" sz="quarter" idx="20" hasCustomPrompt="true"/>
          </p:nvPr>
        </p:nvSpPr>
        <p:spPr>
          <a:xfrm>
            <a:off x="9099549" y="3453845"/>
            <a:ext cx="2584450" cy="2604056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单击插入图片</a:t>
            </a:r>
            <a:endParaRPr lang="zh-TW" altLang="en-US" noProof="false"/>
          </a:p>
        </p:txBody>
      </p:sp>
      <p:sp>
        <p:nvSpPr>
          <p:cNvPr id="1373" name="Picture Placeholder 7"/>
          <p:cNvSpPr>
            <a:spLocks noGrp="true"/>
          </p:cNvSpPr>
          <p:nvPr>
            <p:ph type="pic" sz="quarter" idx="21" hasCustomPrompt="true"/>
          </p:nvPr>
        </p:nvSpPr>
        <p:spPr>
          <a:xfrm>
            <a:off x="6203951" y="519590"/>
            <a:ext cx="2584450" cy="2604056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单击插入图片</a:t>
            </a:r>
            <a:endParaRPr lang="zh-TW" altLang="en-US" noProof="false"/>
          </a:p>
        </p:txBody>
      </p:sp>
      <p:sp>
        <p:nvSpPr>
          <p:cNvPr id="1374" name="Picture Placeholder 7"/>
          <p:cNvSpPr>
            <a:spLocks noGrp="true"/>
          </p:cNvSpPr>
          <p:nvPr>
            <p:ph type="pic" sz="quarter" idx="22" hasCustomPrompt="true"/>
          </p:nvPr>
        </p:nvSpPr>
        <p:spPr>
          <a:xfrm>
            <a:off x="9099549" y="519590"/>
            <a:ext cx="2584450" cy="2604056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单击插入图片</a:t>
            </a:r>
            <a:endParaRPr lang="zh-TW" altLang="en-US" noProof="false"/>
          </a:p>
        </p:txBody>
      </p:sp>
      <p:sp>
        <p:nvSpPr>
          <p:cNvPr id="1375" name="Text Placeholder 8"/>
          <p:cNvSpPr>
            <a:spLocks noGrp="true"/>
          </p:cNvSpPr>
          <p:nvPr>
            <p:ph type="body" sz="quarter" idx="23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altLang="zh-CN" noProof="false" err="true"/>
              <a:t>来源</a:t>
            </a:r>
            <a:r>
              <a:rPr lang="zh-CN" altLang="en-US" noProof="false"/>
              <a:t>：</a:t>
            </a:r>
            <a:endParaRPr lang="en-US" altLang="zh-CN" noProof="false"/>
          </a:p>
        </p:txBody>
      </p:sp>
    </p:spTree>
  </p:cSld>
  <p:clrMapOvr>
    <a:masterClrMapping/>
  </p:clrMapOvr>
</p:sldLayout>
</file>

<file path=ppt/slideLayouts/slideLayout207.xml><?xml version="1.0" encoding="utf-8"?>
<p:sldLayout xmlns:a="http://schemas.openxmlformats.org/drawingml/2006/main" xmlns:p="http://schemas.openxmlformats.org/presentationml/2006/main">
  <p:cSld name="8 Images large and small">
    <p:spTree>
      <p:nvGrpSpPr>
        <p:cNvPr id="137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7" name="Slide Number Placeholder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1378" name="Picture Placeholder 7"/>
          <p:cNvSpPr>
            <a:spLocks noGrp="true"/>
          </p:cNvSpPr>
          <p:nvPr>
            <p:ph type="pic" sz="quarter" idx="18" hasCustomPrompt="true"/>
          </p:nvPr>
        </p:nvSpPr>
        <p:spPr>
          <a:xfrm>
            <a:off x="507365" y="4165600"/>
            <a:ext cx="2584450" cy="2003902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单击插入图片</a:t>
            </a:r>
            <a:endParaRPr lang="en-US" noProof="false"/>
          </a:p>
        </p:txBody>
      </p:sp>
      <p:sp>
        <p:nvSpPr>
          <p:cNvPr id="1379" name="Picture Placeholder 7"/>
          <p:cNvSpPr>
            <a:spLocks noGrp="true"/>
          </p:cNvSpPr>
          <p:nvPr>
            <p:ph type="pic" sz="quarter" idx="21" hasCustomPrompt="true"/>
          </p:nvPr>
        </p:nvSpPr>
        <p:spPr>
          <a:xfrm>
            <a:off x="507365" y="397670"/>
            <a:ext cx="2584450" cy="3542506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单击插入图片</a:t>
            </a:r>
            <a:endParaRPr lang="en-US" noProof="false"/>
          </a:p>
        </p:txBody>
      </p:sp>
      <p:sp>
        <p:nvSpPr>
          <p:cNvPr id="1380" name="Picture Placeholder 7"/>
          <p:cNvSpPr>
            <a:spLocks noGrp="true"/>
          </p:cNvSpPr>
          <p:nvPr>
            <p:ph type="pic" sz="quarter" idx="22" hasCustomPrompt="true"/>
          </p:nvPr>
        </p:nvSpPr>
        <p:spPr>
          <a:xfrm>
            <a:off x="6203950" y="4165600"/>
            <a:ext cx="2584450" cy="2003902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单击插入图片</a:t>
            </a:r>
            <a:endParaRPr lang="en-US" noProof="false"/>
          </a:p>
        </p:txBody>
      </p:sp>
      <p:sp>
        <p:nvSpPr>
          <p:cNvPr id="1381" name="Picture Placeholder 7"/>
          <p:cNvSpPr>
            <a:spLocks noGrp="true"/>
          </p:cNvSpPr>
          <p:nvPr>
            <p:ph type="pic" sz="quarter" idx="23" hasCustomPrompt="true"/>
          </p:nvPr>
        </p:nvSpPr>
        <p:spPr>
          <a:xfrm>
            <a:off x="6203950" y="397670"/>
            <a:ext cx="2584450" cy="3542506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单击插入图片</a:t>
            </a:r>
            <a:endParaRPr lang="en-US" noProof="false"/>
          </a:p>
        </p:txBody>
      </p:sp>
      <p:sp>
        <p:nvSpPr>
          <p:cNvPr id="1382" name="Picture Placeholder 7"/>
          <p:cNvSpPr>
            <a:spLocks noGrp="true"/>
          </p:cNvSpPr>
          <p:nvPr>
            <p:ph type="pic" sz="quarter" idx="24" hasCustomPrompt="true"/>
          </p:nvPr>
        </p:nvSpPr>
        <p:spPr>
          <a:xfrm>
            <a:off x="3355657" y="397670"/>
            <a:ext cx="2584450" cy="2003902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单击插入图片</a:t>
            </a:r>
            <a:endParaRPr lang="en-US" noProof="false"/>
          </a:p>
        </p:txBody>
      </p:sp>
      <p:sp>
        <p:nvSpPr>
          <p:cNvPr id="1383" name="Picture Placeholder 7"/>
          <p:cNvSpPr>
            <a:spLocks noGrp="true"/>
          </p:cNvSpPr>
          <p:nvPr>
            <p:ph type="pic" sz="quarter" idx="25" hasCustomPrompt="true"/>
          </p:nvPr>
        </p:nvSpPr>
        <p:spPr>
          <a:xfrm>
            <a:off x="3355657" y="2626996"/>
            <a:ext cx="2584450" cy="3542506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单击插入图片</a:t>
            </a:r>
            <a:endParaRPr lang="en-US" noProof="false"/>
          </a:p>
        </p:txBody>
      </p:sp>
      <p:sp>
        <p:nvSpPr>
          <p:cNvPr id="1384" name="Picture Placeholder 7"/>
          <p:cNvSpPr>
            <a:spLocks noGrp="true"/>
          </p:cNvSpPr>
          <p:nvPr>
            <p:ph type="pic" sz="quarter" idx="26" hasCustomPrompt="true"/>
          </p:nvPr>
        </p:nvSpPr>
        <p:spPr>
          <a:xfrm>
            <a:off x="9100185" y="397670"/>
            <a:ext cx="2584450" cy="2003902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单击插入图片</a:t>
            </a:r>
            <a:endParaRPr lang="en-US" noProof="false"/>
          </a:p>
        </p:txBody>
      </p:sp>
      <p:sp>
        <p:nvSpPr>
          <p:cNvPr id="1385" name="Picture Placeholder 7"/>
          <p:cNvSpPr>
            <a:spLocks noGrp="true"/>
          </p:cNvSpPr>
          <p:nvPr>
            <p:ph type="pic" sz="quarter" idx="27" hasCustomPrompt="true"/>
          </p:nvPr>
        </p:nvSpPr>
        <p:spPr>
          <a:xfrm>
            <a:off x="9100185" y="2626996"/>
            <a:ext cx="2584450" cy="3542506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单击插入图片</a:t>
            </a:r>
            <a:endParaRPr lang="en-US" noProof="false"/>
          </a:p>
        </p:txBody>
      </p:sp>
      <p:sp>
        <p:nvSpPr>
          <p:cNvPr id="1386" name="Text Placeholder 8"/>
          <p:cNvSpPr>
            <a:spLocks noGrp="true"/>
          </p:cNvSpPr>
          <p:nvPr>
            <p:ph type="body" sz="quarter" idx="28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altLang="zh-CN" noProof="false" err="true"/>
              <a:t>来源</a:t>
            </a:r>
            <a:r>
              <a:rPr lang="zh-CN" altLang="en-US" noProof="false"/>
              <a:t>：</a:t>
            </a:r>
            <a:endParaRPr lang="en-US" altLang="zh-CN" noProof="false"/>
          </a:p>
        </p:txBody>
      </p:sp>
    </p:spTree>
  </p:cSld>
  <p:clrMapOvr>
    <a:masterClrMapping/>
  </p:clrMapOvr>
</p:sldLayout>
</file>

<file path=ppt/slideLayouts/slideLayout208.xml><?xml version="1.0" encoding="utf-8"?>
<p:sldLayout xmlns:a="http://schemas.openxmlformats.org/drawingml/2006/main" xmlns:p="http://schemas.openxmlformats.org/presentationml/2006/main">
  <p:cSld name="2_8 Images large and small">
    <p:bg>
      <p:bgPr>
        <a:solidFill>
          <a:schemeClr val="tx1"/>
        </a:solidFill>
        <a:effectLst/>
      </p:bgPr>
    </p:bg>
    <p:spTree>
      <p:nvGrpSpPr>
        <p:cNvPr id="138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8" name="Slide Number Placeholder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1389" name="Picture Placeholder 7"/>
          <p:cNvSpPr>
            <a:spLocks noGrp="true"/>
          </p:cNvSpPr>
          <p:nvPr>
            <p:ph type="pic" sz="quarter" idx="18" hasCustomPrompt="true"/>
          </p:nvPr>
        </p:nvSpPr>
        <p:spPr>
          <a:xfrm>
            <a:off x="507365" y="4165600"/>
            <a:ext cx="2584450" cy="2003902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单击插入图片</a:t>
            </a:r>
            <a:endParaRPr lang="zh-TW" altLang="en-US" noProof="false"/>
          </a:p>
        </p:txBody>
      </p:sp>
      <p:sp>
        <p:nvSpPr>
          <p:cNvPr id="1390" name="Picture Placeholder 7"/>
          <p:cNvSpPr>
            <a:spLocks noGrp="true"/>
          </p:cNvSpPr>
          <p:nvPr>
            <p:ph type="pic" sz="quarter" idx="21" hasCustomPrompt="true"/>
          </p:nvPr>
        </p:nvSpPr>
        <p:spPr>
          <a:xfrm>
            <a:off x="507365" y="397670"/>
            <a:ext cx="2584450" cy="3542506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单击插入图片</a:t>
            </a:r>
            <a:endParaRPr lang="zh-TW" altLang="en-US" noProof="false"/>
          </a:p>
        </p:txBody>
      </p:sp>
      <p:sp>
        <p:nvSpPr>
          <p:cNvPr id="1391" name="Picture Placeholder 7"/>
          <p:cNvSpPr>
            <a:spLocks noGrp="true"/>
          </p:cNvSpPr>
          <p:nvPr>
            <p:ph type="pic" sz="quarter" idx="22" hasCustomPrompt="true"/>
          </p:nvPr>
        </p:nvSpPr>
        <p:spPr>
          <a:xfrm>
            <a:off x="6203950" y="4165600"/>
            <a:ext cx="2584450" cy="2003902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单击插入图片</a:t>
            </a:r>
            <a:endParaRPr lang="zh-TW" altLang="en-US" noProof="false"/>
          </a:p>
        </p:txBody>
      </p:sp>
      <p:sp>
        <p:nvSpPr>
          <p:cNvPr id="1392" name="Picture Placeholder 7"/>
          <p:cNvSpPr>
            <a:spLocks noGrp="true"/>
          </p:cNvSpPr>
          <p:nvPr>
            <p:ph type="pic" sz="quarter" idx="23" hasCustomPrompt="true"/>
          </p:nvPr>
        </p:nvSpPr>
        <p:spPr>
          <a:xfrm>
            <a:off x="6203950" y="397670"/>
            <a:ext cx="2584450" cy="3542506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单击插入图片</a:t>
            </a:r>
            <a:endParaRPr lang="zh-TW" altLang="en-US" noProof="false"/>
          </a:p>
        </p:txBody>
      </p:sp>
      <p:sp>
        <p:nvSpPr>
          <p:cNvPr id="1393" name="Picture Placeholder 7"/>
          <p:cNvSpPr>
            <a:spLocks noGrp="true"/>
          </p:cNvSpPr>
          <p:nvPr>
            <p:ph type="pic" sz="quarter" idx="24" hasCustomPrompt="true"/>
          </p:nvPr>
        </p:nvSpPr>
        <p:spPr>
          <a:xfrm>
            <a:off x="3355657" y="397670"/>
            <a:ext cx="2584450" cy="2003902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单击插入图片</a:t>
            </a:r>
            <a:endParaRPr lang="zh-TW" altLang="en-US" noProof="false"/>
          </a:p>
        </p:txBody>
      </p:sp>
      <p:sp>
        <p:nvSpPr>
          <p:cNvPr id="1394" name="Picture Placeholder 7"/>
          <p:cNvSpPr>
            <a:spLocks noGrp="true"/>
          </p:cNvSpPr>
          <p:nvPr>
            <p:ph type="pic" sz="quarter" idx="25" hasCustomPrompt="true"/>
          </p:nvPr>
        </p:nvSpPr>
        <p:spPr>
          <a:xfrm>
            <a:off x="3355657" y="2626996"/>
            <a:ext cx="2584450" cy="3542506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单击插入图片</a:t>
            </a:r>
            <a:endParaRPr lang="zh-TW" altLang="en-US" noProof="false"/>
          </a:p>
        </p:txBody>
      </p:sp>
      <p:sp>
        <p:nvSpPr>
          <p:cNvPr id="1395" name="Picture Placeholder 7"/>
          <p:cNvSpPr>
            <a:spLocks noGrp="true"/>
          </p:cNvSpPr>
          <p:nvPr>
            <p:ph type="pic" sz="quarter" idx="26" hasCustomPrompt="true"/>
          </p:nvPr>
        </p:nvSpPr>
        <p:spPr>
          <a:xfrm>
            <a:off x="9100185" y="397670"/>
            <a:ext cx="2584450" cy="2003902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单击插入图片</a:t>
            </a:r>
            <a:endParaRPr lang="zh-TW" altLang="en-US" noProof="false"/>
          </a:p>
        </p:txBody>
      </p:sp>
      <p:sp>
        <p:nvSpPr>
          <p:cNvPr id="1396" name="Picture Placeholder 7"/>
          <p:cNvSpPr>
            <a:spLocks noGrp="true"/>
          </p:cNvSpPr>
          <p:nvPr>
            <p:ph type="pic" sz="quarter" idx="27" hasCustomPrompt="true"/>
          </p:nvPr>
        </p:nvSpPr>
        <p:spPr>
          <a:xfrm>
            <a:off x="9100185" y="2626996"/>
            <a:ext cx="2584450" cy="3542506"/>
          </a:xfrm>
          <a:prstGeom prst="roundRect">
            <a:avLst>
              <a:gd name="adj" fmla="val 653"/>
            </a:avLst>
          </a:prstGeom>
          <a:noFill/>
          <a:ln>
            <a:noFill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TW" altLang="en-US" noProof="false"/>
              <a:t>单击插入图片</a:t>
            </a:r>
            <a:endParaRPr lang="zh-TW" altLang="en-US" noProof="false"/>
          </a:p>
        </p:txBody>
      </p:sp>
      <p:sp>
        <p:nvSpPr>
          <p:cNvPr id="1397" name="Text Placeholder 8"/>
          <p:cNvSpPr>
            <a:spLocks noGrp="true"/>
          </p:cNvSpPr>
          <p:nvPr>
            <p:ph type="body" sz="quarter" idx="28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altLang="zh-CN" noProof="false" err="true"/>
              <a:t>来源</a:t>
            </a:r>
            <a:r>
              <a:rPr lang="zh-CN" altLang="en-US" noProof="false"/>
              <a:t>：</a:t>
            </a:r>
            <a:endParaRPr lang="en-US" altLang="zh-CN" noProof="false"/>
          </a:p>
        </p:txBody>
      </p:sp>
    </p:spTree>
  </p:cSld>
  <p:clrMapOvr>
    <a:masterClrMapping/>
  </p:clrMapOvr>
</p:sldLayout>
</file>

<file path=ppt/slideLayouts/slideLayout209.xml><?xml version="1.0" encoding="utf-8"?>
<p:sldLayout xmlns:a="http://schemas.openxmlformats.org/drawingml/2006/main" xmlns:p="http://schemas.openxmlformats.org/presentationml/2006/main">
  <p:cSld name="Blank">
    <p:spTree>
      <p:nvGrpSpPr>
        <p:cNvPr id="139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9" name="Slide Number Placeholder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1400" name="Text Placeholder 8"/>
          <p:cNvSpPr>
            <a:spLocks noGrp="true"/>
          </p:cNvSpPr>
          <p:nvPr>
            <p:ph type="body" sz="quarter" idx="30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altLang="zh-CN" noProof="false" err="true"/>
              <a:t>来源</a:t>
            </a:r>
            <a:r>
              <a:rPr lang="zh-CN" altLang="en-US" noProof="false"/>
              <a:t>：</a:t>
            </a:r>
            <a:endParaRPr lang="en-US" altLang="zh-CN" noProof="false"/>
          </a:p>
        </p:txBody>
      </p:sp>
    </p:spTree>
  </p:cSld>
  <p:clrMapOvr>
    <a:masterClrMapping/>
  </p:clrMapOvr>
</p:sldLayout>
</file>

<file path=ppt/slideLayouts/slideLayout210.xml><?xml version="1.0" encoding="utf-8"?>
<p:sldLayout xmlns:a="http://schemas.openxmlformats.org/drawingml/2006/main" xmlns:p="http://schemas.openxmlformats.org/presentationml/2006/main" showMasterSp="false">
  <p:cSld name="2_Blank">
    <p:bg>
      <p:bgPr>
        <a:solidFill>
          <a:schemeClr val="tx1"/>
        </a:solidFill>
        <a:effectLst/>
      </p:bgPr>
    </p:bg>
    <p:spTree>
      <p:nvGrpSpPr>
        <p:cNvPr id="14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" name="Slide Number Placeholder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1403" name="Text Placeholder 8"/>
          <p:cNvSpPr>
            <a:spLocks noGrp="true"/>
          </p:cNvSpPr>
          <p:nvPr>
            <p:ph type="body" sz="quarter" idx="30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altLang="zh-CN" noProof="false" err="true"/>
              <a:t>来源</a:t>
            </a:r>
            <a:r>
              <a:rPr lang="zh-CN" altLang="en-US" noProof="false"/>
              <a:t>：</a:t>
            </a:r>
            <a:endParaRPr lang="en-US" altLang="zh-CN" noProof="false"/>
          </a:p>
        </p:txBody>
      </p:sp>
      <p:sp>
        <p:nvSpPr>
          <p:cNvPr id="1404" name="Footer Placeholder 4"/>
          <p:cNvSpPr txBox="true"/>
          <p:nvPr userDrawn="true"/>
        </p:nvSpPr>
        <p:spPr>
          <a:xfrm>
            <a:off x="8131175" y="6392544"/>
            <a:ext cx="3553460" cy="160655"/>
          </a:xfrm>
          <a:prstGeom prst="rect">
            <a:avLst/>
          </a:prstGeom>
        </p:spPr>
        <p:txBody>
          <a:bodyPr vert="horz" lIns="0" tIns="0" rIns="0" bIns="0" rtlCol="false" anchor="t" anchorCtr="false"/>
          <a:lstStyle>
            <a:defPPr>
              <a:defRPr lang="en-US"/>
            </a:defPPr>
            <a:lvl1pPr algn="r">
              <a:defRPr sz="700" b="false" i="false" cap="all" spc="0" baseline="0">
                <a:solidFill>
                  <a:srgbClr val="908D84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  <a:lvl2pPr marL="4572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zh-CN" altLang="en-US" noProof="false" dirty="false"/>
              <a:t>版权所有</a:t>
            </a:r>
            <a:r>
              <a:rPr lang="en-US" altLang="zh-CN" noProof="false" dirty="false"/>
              <a:t>© 2025 </a:t>
            </a:r>
            <a:r>
              <a:rPr lang="zh-CN" altLang="en-US" noProof="false" dirty="false"/>
              <a:t>亚马逊广告。保留所有权利。</a:t>
            </a:r>
            <a:endParaRPr lang="en-US" noProof="false" dirty="false"/>
          </a:p>
        </p:txBody>
      </p:sp>
    </p:spTree>
  </p:cSld>
  <p:clrMapOvr>
    <a:masterClrMapping/>
  </p:clrMapOvr>
</p:sldLayout>
</file>

<file path=ppt/slideLayouts/slideLayout211.xml><?xml version="1.0" encoding="utf-8"?>
<p:sldLayout xmlns:a="http://schemas.openxmlformats.org/drawingml/2006/main" xmlns:p="http://schemas.openxmlformats.org/presentationml/2006/main">
  <p:cSld name="Feature Columns 1 squid ink background">
    <p:spTree>
      <p:nvGrpSpPr>
        <p:cNvPr id="14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2" name="Rectangle: Rounded Corners 7"/>
          <p:cNvSpPr/>
          <p:nvPr userDrawn="true"/>
        </p:nvSpPr>
        <p:spPr>
          <a:xfrm>
            <a:off x="498475" y="1735358"/>
            <a:ext cx="11195050" cy="4523201"/>
          </a:xfrm>
          <a:prstGeom prst="roundRect">
            <a:avLst>
              <a:gd name="adj" fmla="val 448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 lang="en-US" b="false" i="false" noProof="false">
              <a:latin typeface="Noto Sans S Chinese Regular" panose="020B0500000000000000" pitchFamily="34" charset="-128"/>
            </a:endParaRPr>
          </a:p>
        </p:txBody>
      </p:sp>
      <p:sp>
        <p:nvSpPr>
          <p:cNvPr id="1423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/>
          <a:lstStyle/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1424" name="Title 11"/>
          <p:cNvSpPr>
            <a:spLocks noGrp="true"/>
          </p:cNvSpPr>
          <p:nvPr>
            <p:ph type="title" hasCustomPrompt="true"/>
          </p:nvPr>
        </p:nvSpPr>
        <p:spPr>
          <a:xfrm>
            <a:off x="498475" y="525784"/>
            <a:ext cx="11186160" cy="849791"/>
          </a:xfrm>
        </p:spPr>
        <p:txBody>
          <a:bodyPr/>
          <a:lstStyle>
            <a:lvl1pPr algn="ctr">
              <a:lnSpc>
                <a:spcPct val="90000"/>
              </a:lnSpc>
              <a:defRPr sz="3200" b="true" i="false" cap="none" spc="-50" baseline="0">
                <a:latin typeface="Noto Sans S Chinese Bold" panose="020B0500000000000000" pitchFamily="34" charset="-128"/>
                <a:ea typeface="Noto Sans S Chinese Bold" panose="020B0500000000000000" pitchFamily="34" charset="-128"/>
              </a:defRPr>
            </a:lvl1pPr>
          </a:lstStyle>
          <a:p>
            <a:pPr/>
            <a:r>
              <a:rPr lang="en-US" noProof="false" err="true"/>
              <a:t>请输入标题</a:t>
            </a:r>
            <a:br>
              <a:rPr lang="en-US" noProof="false"/>
            </a:br>
            <a:r>
              <a:rPr lang="en-US" noProof="false" err="true"/>
              <a:t>请输入标题</a:t>
            </a:r>
            <a:endParaRPr lang="en-US" noProof="false"/>
          </a:p>
        </p:txBody>
      </p:sp>
      <p:sp>
        <p:nvSpPr>
          <p:cNvPr id="1425" name="Text Placeholder 8"/>
          <p:cNvSpPr>
            <a:spLocks noGrp="true"/>
          </p:cNvSpPr>
          <p:nvPr>
            <p:ph type="body" sz="quarter" idx="16" hasCustomPrompt="true"/>
          </p:nvPr>
        </p:nvSpPr>
        <p:spPr>
          <a:xfrm>
            <a:off x="2128519" y="2090738"/>
            <a:ext cx="7934961" cy="1871662"/>
          </a:xfrm>
        </p:spPr>
        <p:txBody>
          <a:bodyPr>
            <a:noAutofit/>
          </a:bodyPr>
          <a:lstStyle>
            <a:lvl1pPr marL="0" indent="0" algn="ctr">
              <a:buNone/>
              <a:defRPr sz="14000" b="true" i="false">
                <a:solidFill>
                  <a:srgbClr val="FF6200"/>
                </a:solidFill>
                <a:latin typeface="+mj-lt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false"/>
              <a:t>#$%</a:t>
            </a:r>
            <a:endParaRPr lang="en-US" noProof="false"/>
          </a:p>
        </p:txBody>
      </p:sp>
      <p:sp>
        <p:nvSpPr>
          <p:cNvPr id="1426" name="Text Placeholder 15"/>
          <p:cNvSpPr>
            <a:spLocks noGrp="true"/>
          </p:cNvSpPr>
          <p:nvPr>
            <p:ph type="body" sz="quarter" idx="17" hasCustomPrompt="true"/>
          </p:nvPr>
        </p:nvSpPr>
        <p:spPr>
          <a:xfrm>
            <a:off x="2128519" y="4770120"/>
            <a:ext cx="7934961" cy="1188156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false" i="false">
                <a:solidFill>
                  <a:schemeClr val="tx1"/>
                </a:solidFill>
                <a:latin typeface="Noto Sans S Chinese Regular" panose="020B0500000000000000" pitchFamily="34" charset="-128"/>
              </a:defRPr>
            </a:lvl1pPr>
          </a:lstStyle>
          <a:p>
            <a:pPr lvl="0"/>
            <a:r>
              <a:rPr lang="en-US" noProof="false" err="true"/>
              <a:t>请输入正文内容</a:t>
            </a:r>
            <a:endParaRPr lang="en-US" noProof="false"/>
          </a:p>
        </p:txBody>
      </p:sp>
      <p:sp>
        <p:nvSpPr>
          <p:cNvPr id="1427" name="Text Placeholder 8"/>
          <p:cNvSpPr>
            <a:spLocks noGrp="true"/>
          </p:cNvSpPr>
          <p:nvPr>
            <p:ph type="body" sz="quarter" idx="23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noProof="false" err="true"/>
              <a:t>来源</a:t>
            </a:r>
            <a:r>
              <a:rPr lang="zh-CN" altLang="en-US" noProof="false"/>
              <a:t>：</a:t>
            </a:r>
            <a:endParaRPr lang="en-US" noProof="false"/>
          </a:p>
        </p:txBody>
      </p:sp>
    </p:spTree>
  </p:cSld>
  <p:clrMapOvr>
    <a:masterClrMapping/>
  </p:clrMapOvr>
</p:sldLayout>
</file>

<file path=ppt/slideLayouts/slideLayout212.xml><?xml version="1.0" encoding="utf-8"?>
<p:sldLayout xmlns:a="http://schemas.openxmlformats.org/drawingml/2006/main" xmlns:p="http://schemas.openxmlformats.org/presentationml/2006/main">
  <p:cSld name="Feature Columns 2 multi background">
    <p:spTree>
      <p:nvGrpSpPr>
        <p:cNvPr id="14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9" name="Rectangle 1"/>
          <p:cNvSpPr/>
          <p:nvPr userDrawn="true"/>
        </p:nvSpPr>
        <p:spPr>
          <a:xfrm>
            <a:off x="0" y="1731523"/>
            <a:ext cx="6096000" cy="5126477"/>
          </a:xfrm>
          <a:prstGeom prst="rect">
            <a:avLst/>
          </a:prstGeom>
          <a:solidFill>
            <a:srgbClr val="F986E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 lang="en-US" b="false" i="false" noProof="false">
              <a:latin typeface="Noto Sans S Chinese Regular" panose="020B0500000000000000" pitchFamily="34" charset="-128"/>
            </a:endParaRPr>
          </a:p>
        </p:txBody>
      </p:sp>
      <p:sp>
        <p:nvSpPr>
          <p:cNvPr id="1430" name="Rectangle 15"/>
          <p:cNvSpPr/>
          <p:nvPr userDrawn="true"/>
        </p:nvSpPr>
        <p:spPr>
          <a:xfrm>
            <a:off x="6091555" y="1731523"/>
            <a:ext cx="6096000" cy="512647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 lang="en-US" b="false" i="false" noProof="false">
              <a:latin typeface="Noto Sans S Chinese Regular" panose="020B0500000000000000" pitchFamily="34" charset="-128"/>
            </a:endParaRPr>
          </a:p>
        </p:txBody>
      </p:sp>
      <p:sp>
        <p:nvSpPr>
          <p:cNvPr id="1431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/>
          <a:lstStyle/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1432" name="Title 11"/>
          <p:cNvSpPr>
            <a:spLocks noGrp="true"/>
          </p:cNvSpPr>
          <p:nvPr>
            <p:ph type="title" hasCustomPrompt="true"/>
          </p:nvPr>
        </p:nvSpPr>
        <p:spPr>
          <a:xfrm>
            <a:off x="498475" y="525784"/>
            <a:ext cx="11186160" cy="872363"/>
          </a:xfrm>
        </p:spPr>
        <p:txBody>
          <a:bodyPr/>
          <a:lstStyle>
            <a:lvl1pPr algn="ctr" defTabSz="914400" rtl="false" eaLnBrk="true" latinLnBrk="false" hangingPunct="true">
              <a:lnSpc>
                <a:spcPct val="90000"/>
              </a:lnSpc>
              <a:spcBef>
                <a:spcPct val="1"/>
              </a:spcBef>
              <a:buNone/>
              <a:defRPr lang="en-US" sz="3200" b="true" i="false" kern="1200" cap="none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j-cs"/>
              </a:defRPr>
            </a:lvl1pPr>
          </a:lstStyle>
          <a:p>
            <a:pPr/>
            <a:r>
              <a:rPr lang="en-US" noProof="false" err="true"/>
              <a:t>请输入标题</a:t>
            </a:r>
            <a:br>
              <a:rPr lang="en-US" noProof="false"/>
            </a:br>
            <a:r>
              <a:rPr lang="en-US" noProof="false" err="true"/>
              <a:t>请输入标题</a:t>
            </a:r>
            <a:endParaRPr lang="en-US" noProof="false"/>
          </a:p>
        </p:txBody>
      </p:sp>
      <p:sp>
        <p:nvSpPr>
          <p:cNvPr id="1433" name="Text Placeholder 8"/>
          <p:cNvSpPr>
            <a:spLocks noGrp="true"/>
          </p:cNvSpPr>
          <p:nvPr>
            <p:ph type="body" sz="quarter" idx="16" hasCustomPrompt="true"/>
          </p:nvPr>
        </p:nvSpPr>
        <p:spPr>
          <a:xfrm>
            <a:off x="299641" y="2090738"/>
            <a:ext cx="5489575" cy="1871662"/>
          </a:xfrm>
        </p:spPr>
        <p:txBody>
          <a:bodyPr>
            <a:noAutofit/>
          </a:bodyPr>
          <a:lstStyle>
            <a:lvl1pPr marL="0" indent="0" algn="ctr">
              <a:buNone/>
              <a:defRPr sz="14000" b="true" i="false">
                <a:latin typeface="+mj-lt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false"/>
              <a:t>#$%</a:t>
            </a:r>
            <a:endParaRPr lang="en-US" noProof="false"/>
          </a:p>
        </p:txBody>
      </p:sp>
      <p:sp>
        <p:nvSpPr>
          <p:cNvPr id="1434" name="Text Placeholder 15"/>
          <p:cNvSpPr>
            <a:spLocks noGrp="true"/>
          </p:cNvSpPr>
          <p:nvPr>
            <p:ph type="body" sz="quarter" idx="17" hasCustomPrompt="true"/>
          </p:nvPr>
        </p:nvSpPr>
        <p:spPr>
          <a:xfrm>
            <a:off x="796367" y="4770120"/>
            <a:ext cx="4496119" cy="1188156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false" i="false">
                <a:latin typeface="Noto Sans S Chinese Regular" panose="020B0500000000000000" pitchFamily="34" charset="-128"/>
              </a:defRPr>
            </a:lvl1pPr>
          </a:lstStyle>
          <a:p>
            <a:pPr lvl="0"/>
            <a:r>
              <a:rPr lang="en-US" noProof="false" err="true"/>
              <a:t>请输入正文内容</a:t>
            </a:r>
            <a:endParaRPr lang="en-US" noProof="false"/>
          </a:p>
        </p:txBody>
      </p:sp>
      <p:sp>
        <p:nvSpPr>
          <p:cNvPr id="1435" name="Text Placeholder 8"/>
          <p:cNvSpPr>
            <a:spLocks noGrp="true"/>
          </p:cNvSpPr>
          <p:nvPr>
            <p:ph type="body" sz="quarter" idx="18" hasCustomPrompt="true"/>
          </p:nvPr>
        </p:nvSpPr>
        <p:spPr>
          <a:xfrm>
            <a:off x="6391196" y="2090738"/>
            <a:ext cx="5489575" cy="1871662"/>
          </a:xfrm>
        </p:spPr>
        <p:txBody>
          <a:bodyPr>
            <a:noAutofit/>
          </a:bodyPr>
          <a:lstStyle>
            <a:lvl1pPr marL="0" indent="0" algn="ctr">
              <a:buNone/>
              <a:defRPr lang="en-US" sz="14000" b="true" i="false" kern="1200" noProof="false" dirty="false">
                <a:solidFill>
                  <a:schemeClr val="tx1"/>
                </a:solidFill>
                <a:latin typeface="+mj-lt"/>
                <a:ea typeface="Noto Sans S Chinese Regular" panose="020B0500000000000000" pitchFamily="34" charset="-128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noProof="false"/>
              <a:t>#$%</a:t>
            </a:r>
            <a:endParaRPr lang="en-US" noProof="false"/>
          </a:p>
        </p:txBody>
      </p:sp>
      <p:sp>
        <p:nvSpPr>
          <p:cNvPr id="1436" name="Text Placeholder 15"/>
          <p:cNvSpPr>
            <a:spLocks noGrp="true"/>
          </p:cNvSpPr>
          <p:nvPr>
            <p:ph type="body" sz="quarter" idx="20" hasCustomPrompt="true"/>
          </p:nvPr>
        </p:nvSpPr>
        <p:spPr>
          <a:xfrm>
            <a:off x="6887922" y="4770120"/>
            <a:ext cx="4496119" cy="1188156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false" i="false">
                <a:latin typeface="Noto Sans S Chinese Regular" panose="020B0500000000000000" pitchFamily="34" charset="-128"/>
              </a:defRPr>
            </a:lvl1pPr>
          </a:lstStyle>
          <a:p>
            <a:pPr lvl="0"/>
            <a:r>
              <a:rPr lang="en-US" noProof="false" err="true"/>
              <a:t>请输入正文内容</a:t>
            </a:r>
            <a:endParaRPr lang="en-US" noProof="false"/>
          </a:p>
        </p:txBody>
      </p:sp>
      <p:sp>
        <p:nvSpPr>
          <p:cNvPr id="1437" name="Text Placeholder 8"/>
          <p:cNvSpPr>
            <a:spLocks noGrp="true"/>
          </p:cNvSpPr>
          <p:nvPr>
            <p:ph type="body" sz="quarter" idx="23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noProof="false" err="true"/>
              <a:t>来源</a:t>
            </a:r>
            <a:r>
              <a:rPr lang="zh-CN" altLang="en-US" noProof="false"/>
              <a:t>：</a:t>
            </a:r>
            <a:endParaRPr lang="en-US" noProof="false"/>
          </a:p>
        </p:txBody>
      </p:sp>
      <p:sp>
        <p:nvSpPr>
          <p:cNvPr id="1438" name="Footer Placeholder 4"/>
          <p:cNvSpPr txBox="true"/>
          <p:nvPr userDrawn="true"/>
        </p:nvSpPr>
        <p:spPr>
          <a:xfrm>
            <a:off x="8131175" y="6392544"/>
            <a:ext cx="3553460" cy="160655"/>
          </a:xfrm>
          <a:prstGeom prst="rect">
            <a:avLst/>
          </a:prstGeom>
        </p:spPr>
        <p:txBody>
          <a:bodyPr vert="horz" lIns="0" tIns="0" rIns="0" bIns="0" rtlCol="false" anchor="t" anchorCtr="false"/>
          <a:lstStyle>
            <a:defPPr>
              <a:defRPr lang="en-US"/>
            </a:defPPr>
            <a:lvl1pPr marL="0" algn="r" defTabSz="914400" rtl="false" eaLnBrk="true" latinLnBrk="false" hangingPunct="true">
              <a:defRPr sz="600" b="true" kern="1200" cap="all" spc="150" baseline="0">
                <a:solidFill>
                  <a:srgbClr val="908D84"/>
                </a:solidFill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1pPr>
            <a:lvl2pPr marL="4572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/>
            <a:r>
              <a:rPr lang="zh-CN" altLang="en-US" sz="700" b="false" i="false" spc="0" noProof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</a:rPr>
              <a:t>版权所有</a:t>
            </a:r>
            <a:r>
              <a:rPr lang="en-US" altLang="zh-CN" sz="700" b="false" i="false" spc="0" noProof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</a:rPr>
              <a:t>© 2025 </a:t>
            </a:r>
            <a:r>
              <a:rPr lang="zh-CN" altLang="en-US" sz="700" b="false" i="false" spc="0" noProof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</a:rPr>
              <a:t>亚马逊广告。保留所有权利。</a:t>
            </a:r>
            <a:endParaRPr lang="en-US" sz="700" b="false" i="false" spc="0" noProof="false">
              <a:solidFill>
                <a:schemeClr val="tx1"/>
              </a:solidFill>
              <a:latin typeface="Noto Sans S Chinese Regular" panose="020B0500000000000000" pitchFamily="34" charset="-128"/>
              <a:ea typeface="Noto Sans S Chinese Regular" panose="020B0500000000000000" pitchFamily="34" charset="-128"/>
            </a:endParaRPr>
          </a:p>
        </p:txBody>
      </p:sp>
    </p:spTree>
  </p:cSld>
  <p:clrMapOvr>
    <a:masterClrMapping/>
  </p:clrMapOvr>
</p:sldLayout>
</file>

<file path=ppt/slideLayouts/slideLayout213.xml><?xml version="1.0" encoding="utf-8"?>
<p:sldLayout xmlns:a="http://schemas.openxmlformats.org/drawingml/2006/main" xmlns:p="http://schemas.openxmlformats.org/presentationml/2006/main">
  <p:cSld name="1_Feature Columns 2 multi background">
    <p:bg>
      <p:bgPr>
        <a:solidFill>
          <a:schemeClr val="tx1"/>
        </a:solidFill>
        <a:effectLst/>
      </p:bgPr>
    </p:bg>
    <p:spTree>
      <p:nvGrpSpPr>
        <p:cNvPr id="14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0" name="Rectangle 1"/>
          <p:cNvSpPr/>
          <p:nvPr userDrawn="true"/>
        </p:nvSpPr>
        <p:spPr>
          <a:xfrm>
            <a:off x="0" y="1731523"/>
            <a:ext cx="6096000" cy="5126477"/>
          </a:xfrm>
          <a:prstGeom prst="rect">
            <a:avLst/>
          </a:prstGeom>
          <a:solidFill>
            <a:srgbClr val="F986E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 lang="en-US" b="false" i="false" noProof="false">
              <a:latin typeface="Noto Sans S Chinese Regular" panose="020B0500000000000000" pitchFamily="34" charset="-128"/>
            </a:endParaRPr>
          </a:p>
        </p:txBody>
      </p:sp>
      <p:sp>
        <p:nvSpPr>
          <p:cNvPr id="1441" name="Rectangle 15"/>
          <p:cNvSpPr/>
          <p:nvPr userDrawn="true"/>
        </p:nvSpPr>
        <p:spPr>
          <a:xfrm>
            <a:off x="6091554" y="1731523"/>
            <a:ext cx="6100445" cy="512647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 lang="en-US" b="false" i="false" noProof="false">
              <a:latin typeface="Noto Sans S Chinese Regular" panose="020B0500000000000000" pitchFamily="34" charset="-128"/>
            </a:endParaRPr>
          </a:p>
        </p:txBody>
      </p:sp>
      <p:sp>
        <p:nvSpPr>
          <p:cNvPr id="1442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/>
          <a:lstStyle/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1443" name="Title 11"/>
          <p:cNvSpPr>
            <a:spLocks noGrp="true"/>
          </p:cNvSpPr>
          <p:nvPr>
            <p:ph type="title" hasCustomPrompt="true"/>
          </p:nvPr>
        </p:nvSpPr>
        <p:spPr>
          <a:xfrm>
            <a:off x="498475" y="525784"/>
            <a:ext cx="11186160" cy="872363"/>
          </a:xfrm>
        </p:spPr>
        <p:txBody>
          <a:bodyPr/>
          <a:lstStyle>
            <a:lvl1pPr algn="ctr" defTabSz="914400" rtl="false" eaLnBrk="true" latinLnBrk="false" hangingPunct="true">
              <a:lnSpc>
                <a:spcPct val="90000"/>
              </a:lnSpc>
              <a:spcBef>
                <a:spcPct val="1"/>
              </a:spcBef>
              <a:buNone/>
              <a:defRPr lang="en-US" sz="3200" b="true" i="false" kern="1200" cap="none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j-cs"/>
              </a:defRPr>
            </a:lvl1pPr>
          </a:lstStyle>
          <a:p>
            <a:pPr/>
            <a:r>
              <a:rPr lang="en-US" altLang="zh-CN" noProof="false" err="true"/>
              <a:t>请输入标题</a:t>
            </a:r>
            <a:br>
              <a:rPr lang="en-US" altLang="zh-CN" noProof="false"/>
            </a:br>
            <a:r>
              <a:rPr lang="en-US" altLang="zh-CN" noProof="false" err="true"/>
              <a:t>请输入标题</a:t>
            </a:r>
            <a:endParaRPr lang="en-US" noProof="false"/>
          </a:p>
        </p:txBody>
      </p:sp>
      <p:sp>
        <p:nvSpPr>
          <p:cNvPr id="1444" name="Text Placeholder 8"/>
          <p:cNvSpPr>
            <a:spLocks noGrp="true"/>
          </p:cNvSpPr>
          <p:nvPr>
            <p:ph type="body" sz="quarter" idx="16" hasCustomPrompt="true"/>
          </p:nvPr>
        </p:nvSpPr>
        <p:spPr>
          <a:xfrm>
            <a:off x="299641" y="2090738"/>
            <a:ext cx="5489575" cy="1871662"/>
          </a:xfrm>
        </p:spPr>
        <p:txBody>
          <a:bodyPr>
            <a:noAutofit/>
          </a:bodyPr>
          <a:lstStyle>
            <a:lvl1pPr marL="0" indent="0" algn="ctr">
              <a:buNone/>
              <a:defRPr sz="14000" b="true" i="false">
                <a:latin typeface="+mj-lt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false"/>
              <a:t>#$%</a:t>
            </a:r>
            <a:endParaRPr lang="en-US" noProof="false"/>
          </a:p>
        </p:txBody>
      </p:sp>
      <p:sp>
        <p:nvSpPr>
          <p:cNvPr id="1445" name="Text Placeholder 15"/>
          <p:cNvSpPr>
            <a:spLocks noGrp="true"/>
          </p:cNvSpPr>
          <p:nvPr>
            <p:ph type="body" sz="quarter" idx="17" hasCustomPrompt="true"/>
          </p:nvPr>
        </p:nvSpPr>
        <p:spPr>
          <a:xfrm>
            <a:off x="796367" y="4770120"/>
            <a:ext cx="4496119" cy="1188156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false" i="false">
                <a:latin typeface="Noto Sans S Chinese Regular" panose="020B0500000000000000" pitchFamily="34" charset="-128"/>
              </a:defRPr>
            </a:lvl1pPr>
          </a:lstStyle>
          <a:p>
            <a:pPr lvl="0"/>
            <a:r>
              <a:rPr lang="en-US" altLang="zh-CN" noProof="false" err="true"/>
              <a:t>请输入正文内容</a:t>
            </a:r>
            <a:endParaRPr lang="en-US" altLang="zh-CN" noProof="false"/>
          </a:p>
        </p:txBody>
      </p:sp>
      <p:sp>
        <p:nvSpPr>
          <p:cNvPr id="1446" name="Text Placeholder 8"/>
          <p:cNvSpPr>
            <a:spLocks noGrp="true"/>
          </p:cNvSpPr>
          <p:nvPr>
            <p:ph type="body" sz="quarter" idx="18" hasCustomPrompt="true"/>
          </p:nvPr>
        </p:nvSpPr>
        <p:spPr>
          <a:xfrm>
            <a:off x="6391196" y="2090738"/>
            <a:ext cx="5489575" cy="1871662"/>
          </a:xfrm>
        </p:spPr>
        <p:txBody>
          <a:bodyPr>
            <a:noAutofit/>
          </a:bodyPr>
          <a:lstStyle>
            <a:lvl1pPr marL="0" indent="0" algn="ctr">
              <a:buNone/>
              <a:defRPr lang="en-US" sz="14000" b="true" i="false" kern="1200" noProof="false" dirty="false">
                <a:solidFill>
                  <a:schemeClr val="tx1"/>
                </a:solidFill>
                <a:latin typeface="+mj-lt"/>
                <a:ea typeface="Noto Sans S Chinese Regular" panose="020B0500000000000000" pitchFamily="34" charset="-128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noProof="false"/>
              <a:t>#$%</a:t>
            </a:r>
            <a:endParaRPr lang="en-US" noProof="false"/>
          </a:p>
        </p:txBody>
      </p:sp>
      <p:sp>
        <p:nvSpPr>
          <p:cNvPr id="1447" name="Text Placeholder 15"/>
          <p:cNvSpPr>
            <a:spLocks noGrp="true"/>
          </p:cNvSpPr>
          <p:nvPr>
            <p:ph type="body" sz="quarter" idx="20" hasCustomPrompt="true"/>
          </p:nvPr>
        </p:nvSpPr>
        <p:spPr>
          <a:xfrm>
            <a:off x="6887922" y="4770120"/>
            <a:ext cx="4496119" cy="1188156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false" i="false">
                <a:latin typeface="Noto Sans S Chinese Regular" panose="020B0500000000000000" pitchFamily="34" charset="-128"/>
              </a:defRPr>
            </a:lvl1pPr>
          </a:lstStyle>
          <a:p>
            <a:pPr lvl="0"/>
            <a:r>
              <a:rPr lang="en-US" altLang="zh-CN" noProof="false" err="true"/>
              <a:t>请输入正文内容</a:t>
            </a:r>
            <a:endParaRPr lang="en-US" altLang="zh-CN" noProof="false"/>
          </a:p>
        </p:txBody>
      </p:sp>
      <p:sp>
        <p:nvSpPr>
          <p:cNvPr id="1448" name="Text Placeholder 8"/>
          <p:cNvSpPr>
            <a:spLocks noGrp="true"/>
          </p:cNvSpPr>
          <p:nvPr>
            <p:ph type="body" sz="quarter" idx="23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noProof="false" err="true"/>
              <a:t>来源</a:t>
            </a:r>
            <a:r>
              <a:rPr lang="zh-CN" altLang="en-US" noProof="false"/>
              <a:t>：</a:t>
            </a:r>
            <a:endParaRPr lang="en-US" noProof="false"/>
          </a:p>
        </p:txBody>
      </p:sp>
      <p:sp>
        <p:nvSpPr>
          <p:cNvPr id="1449" name="Footer Placeholder 4"/>
          <p:cNvSpPr txBox="true"/>
          <p:nvPr userDrawn="true"/>
        </p:nvSpPr>
        <p:spPr>
          <a:xfrm>
            <a:off x="8131175" y="6392544"/>
            <a:ext cx="3553460" cy="160655"/>
          </a:xfrm>
          <a:prstGeom prst="rect">
            <a:avLst/>
          </a:prstGeom>
        </p:spPr>
        <p:txBody>
          <a:bodyPr vert="horz" lIns="0" tIns="0" rIns="0" bIns="0" rtlCol="false" anchor="t" anchorCtr="false"/>
          <a:lstStyle>
            <a:defPPr>
              <a:defRPr lang="en-US"/>
            </a:defPPr>
            <a:lvl1pPr marL="0" algn="r" defTabSz="914400" rtl="false" eaLnBrk="true" latinLnBrk="false" hangingPunct="true">
              <a:defRPr sz="600" b="true" kern="1200" cap="all" spc="150" baseline="0">
                <a:solidFill>
                  <a:srgbClr val="908D84"/>
                </a:solidFill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1pPr>
            <a:lvl2pPr marL="4572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/>
            <a:r>
              <a:rPr lang="zh-CN" altLang="en-US" sz="700" b="false" i="false" spc="0" noProof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</a:rPr>
              <a:t>版权所有</a:t>
            </a:r>
            <a:r>
              <a:rPr lang="en-US" altLang="zh-CN" sz="700" b="false" i="false" spc="0" noProof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</a:rPr>
              <a:t>© 2025 </a:t>
            </a:r>
            <a:r>
              <a:rPr lang="zh-CN" altLang="en-US" sz="700" b="false" i="false" spc="0" noProof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</a:rPr>
              <a:t>亚马逊广告。保留所有权利。</a:t>
            </a:r>
            <a:endParaRPr lang="en-US" sz="700" b="false" i="false" spc="0" noProof="false">
              <a:solidFill>
                <a:schemeClr val="tx1"/>
              </a:solidFill>
              <a:latin typeface="Noto Sans S Chinese Regular" panose="020B0500000000000000" pitchFamily="34" charset="-128"/>
              <a:ea typeface="Noto Sans S Chinese Regular" panose="020B0500000000000000" pitchFamily="34" charset="-128"/>
            </a:endParaRPr>
          </a:p>
        </p:txBody>
      </p:sp>
    </p:spTree>
  </p:cSld>
  <p:clrMapOvr>
    <a:masterClrMapping/>
  </p:clrMapOvr>
</p:sldLayout>
</file>

<file path=ppt/slideLayouts/slideLayout214.xml><?xml version="1.0" encoding="utf-8"?>
<p:sldLayout xmlns:a="http://schemas.openxmlformats.org/drawingml/2006/main" xmlns:p="http://schemas.openxmlformats.org/presentationml/2006/main">
  <p:cSld name="2_Feature Columns 1 yellow background">
    <p:bg>
      <p:bgPr>
        <a:solidFill>
          <a:schemeClr val="tx1"/>
        </a:solidFill>
        <a:effectLst/>
      </p:bgPr>
    </p:bg>
    <p:spTree>
      <p:nvGrpSpPr>
        <p:cNvPr id="14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1" name="Rectangle: Rounded Corners 7"/>
          <p:cNvSpPr/>
          <p:nvPr userDrawn="true"/>
        </p:nvSpPr>
        <p:spPr>
          <a:xfrm>
            <a:off x="498475" y="1809014"/>
            <a:ext cx="11195050" cy="4523201"/>
          </a:xfrm>
          <a:prstGeom prst="roundRect">
            <a:avLst>
              <a:gd name="adj" fmla="val 4485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 lang="en-US" b="false" i="false" noProof="false">
              <a:latin typeface="Noto Sans S Chinese Regular" panose="020B0500000000000000" pitchFamily="34" charset="-128"/>
            </a:endParaRPr>
          </a:p>
        </p:txBody>
      </p:sp>
      <p:sp>
        <p:nvSpPr>
          <p:cNvPr id="1452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1453" name="Title 11"/>
          <p:cNvSpPr>
            <a:spLocks noGrp="true"/>
          </p:cNvSpPr>
          <p:nvPr>
            <p:ph type="title" hasCustomPrompt="true"/>
          </p:nvPr>
        </p:nvSpPr>
        <p:spPr>
          <a:xfrm>
            <a:off x="498475" y="525784"/>
            <a:ext cx="11186160" cy="849791"/>
          </a:xfrm>
        </p:spPr>
        <p:txBody>
          <a:bodyPr/>
          <a:lstStyle>
            <a:lvl1pPr algn="ctr" defTabSz="914400" rtl="false" eaLnBrk="true" latinLnBrk="false" hangingPunct="true">
              <a:lnSpc>
                <a:spcPct val="90000"/>
              </a:lnSpc>
              <a:spcBef>
                <a:spcPct val="1"/>
              </a:spcBef>
              <a:buNone/>
              <a:defRPr lang="en-US" sz="3200" b="true" i="false" kern="1200" cap="none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j-cs"/>
              </a:defRPr>
            </a:lvl1pPr>
          </a:lstStyle>
          <a:p>
            <a:pPr/>
            <a:r>
              <a:rPr lang="en-US" altLang="zh-CN" noProof="false" err="true"/>
              <a:t>请输入标题</a:t>
            </a:r>
            <a:br>
              <a:rPr lang="en-US" altLang="zh-CN" noProof="false"/>
            </a:br>
            <a:r>
              <a:rPr lang="en-US" altLang="zh-CN" noProof="false" err="true"/>
              <a:t>请输入标题</a:t>
            </a:r>
            <a:endParaRPr lang="en-US" noProof="false"/>
          </a:p>
        </p:txBody>
      </p:sp>
      <p:sp>
        <p:nvSpPr>
          <p:cNvPr id="1454" name="Text Placeholder 8"/>
          <p:cNvSpPr>
            <a:spLocks noGrp="true"/>
          </p:cNvSpPr>
          <p:nvPr>
            <p:ph type="body" sz="quarter" idx="16" hasCustomPrompt="true"/>
          </p:nvPr>
        </p:nvSpPr>
        <p:spPr>
          <a:xfrm>
            <a:off x="2128519" y="2090738"/>
            <a:ext cx="7934961" cy="1871662"/>
          </a:xfrm>
        </p:spPr>
        <p:txBody>
          <a:bodyPr>
            <a:noAutofit/>
          </a:bodyPr>
          <a:lstStyle>
            <a:lvl1pPr marL="0" indent="0" algn="ctr">
              <a:buNone/>
              <a:defRPr sz="14000" b="true" i="false">
                <a:solidFill>
                  <a:schemeClr val="accent2"/>
                </a:solidFill>
                <a:latin typeface="+mj-lt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false"/>
              <a:t>#$%</a:t>
            </a:r>
            <a:endParaRPr lang="en-US" noProof="false"/>
          </a:p>
        </p:txBody>
      </p:sp>
      <p:sp>
        <p:nvSpPr>
          <p:cNvPr id="1455" name="Text Placeholder 15"/>
          <p:cNvSpPr>
            <a:spLocks noGrp="true"/>
          </p:cNvSpPr>
          <p:nvPr>
            <p:ph type="body" sz="quarter" idx="17" hasCustomPrompt="true"/>
          </p:nvPr>
        </p:nvSpPr>
        <p:spPr>
          <a:xfrm>
            <a:off x="2128519" y="4770120"/>
            <a:ext cx="7934961" cy="1188156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false" i="false">
                <a:solidFill>
                  <a:schemeClr val="bg1"/>
                </a:solidFill>
                <a:latin typeface="Noto Sans S Chinese Regular" panose="020B0500000000000000" pitchFamily="34" charset="-128"/>
              </a:defRPr>
            </a:lvl1pPr>
          </a:lstStyle>
          <a:p>
            <a:pPr lvl="0"/>
            <a:r>
              <a:rPr lang="en-US" altLang="zh-CN" noProof="false" err="true"/>
              <a:t>请输入正文内容</a:t>
            </a:r>
            <a:endParaRPr lang="en-US" altLang="zh-CN" noProof="false"/>
          </a:p>
        </p:txBody>
      </p:sp>
      <p:sp>
        <p:nvSpPr>
          <p:cNvPr id="1456" name="Text Placeholder 8"/>
          <p:cNvSpPr>
            <a:spLocks noGrp="true"/>
          </p:cNvSpPr>
          <p:nvPr>
            <p:ph type="body" sz="quarter" idx="23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noProof="false" err="true"/>
              <a:t>来源</a:t>
            </a:r>
            <a:r>
              <a:rPr lang="zh-CN" altLang="en-US" noProof="false"/>
              <a:t>：</a:t>
            </a:r>
            <a:endParaRPr lang="en-US" noProof="false"/>
          </a:p>
        </p:txBody>
      </p:sp>
    </p:spTree>
  </p:cSld>
  <p:clrMapOvr>
    <a:masterClrMapping/>
  </p:clrMapOvr>
</p:sldLayout>
</file>

<file path=ppt/slideLayouts/slideLayout215.xml><?xml version="1.0" encoding="utf-8"?>
<p:sldLayout xmlns:a="http://schemas.openxmlformats.org/drawingml/2006/main" xmlns:p="http://schemas.openxmlformats.org/presentationml/2006/main">
  <p:cSld name="2_Feature Columns 2 yellow background">
    <p:spTree>
      <p:nvGrpSpPr>
        <p:cNvPr id="14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8" name="Rectangle: Rounded Corners 7"/>
          <p:cNvSpPr/>
          <p:nvPr userDrawn="true"/>
        </p:nvSpPr>
        <p:spPr>
          <a:xfrm>
            <a:off x="498475" y="1735358"/>
            <a:ext cx="5489575" cy="4523201"/>
          </a:xfrm>
          <a:prstGeom prst="roundRect">
            <a:avLst>
              <a:gd name="adj" fmla="val 448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 lang="en-US" b="false" i="false" noProof="false">
              <a:latin typeface="Noto Sans S Chinese Regular" panose="020B0500000000000000" pitchFamily="34" charset="-128"/>
            </a:endParaRPr>
          </a:p>
        </p:txBody>
      </p:sp>
      <p:sp>
        <p:nvSpPr>
          <p:cNvPr id="1459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/>
          <a:lstStyle/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1460" name="Title 11"/>
          <p:cNvSpPr>
            <a:spLocks noGrp="true"/>
          </p:cNvSpPr>
          <p:nvPr>
            <p:ph type="title" hasCustomPrompt="true"/>
          </p:nvPr>
        </p:nvSpPr>
        <p:spPr>
          <a:xfrm>
            <a:off x="498475" y="525784"/>
            <a:ext cx="11186160" cy="894104"/>
          </a:xfrm>
        </p:spPr>
        <p:txBody>
          <a:bodyPr/>
          <a:lstStyle>
            <a:lvl1pPr algn="ctr" defTabSz="914400" rtl="false" eaLnBrk="true" latinLnBrk="false" hangingPunct="true">
              <a:lnSpc>
                <a:spcPct val="90000"/>
              </a:lnSpc>
              <a:spcBef>
                <a:spcPct val="1"/>
              </a:spcBef>
              <a:buNone/>
              <a:defRPr lang="en-US" sz="3200" b="true" i="false" kern="1200" cap="none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j-cs"/>
              </a:defRPr>
            </a:lvl1pPr>
          </a:lstStyle>
          <a:p>
            <a:pPr/>
            <a:r>
              <a:rPr lang="en-US" noProof="false" err="true"/>
              <a:t>请输入标题</a:t>
            </a:r>
            <a:br>
              <a:rPr lang="en-US" noProof="false"/>
            </a:br>
            <a:r>
              <a:rPr lang="en-US" noProof="false" err="true"/>
              <a:t>请输入标题</a:t>
            </a:r>
            <a:endParaRPr lang="en-US" noProof="false"/>
          </a:p>
        </p:txBody>
      </p:sp>
      <p:sp>
        <p:nvSpPr>
          <p:cNvPr id="1461" name="Text Placeholder 8"/>
          <p:cNvSpPr>
            <a:spLocks noGrp="true"/>
          </p:cNvSpPr>
          <p:nvPr>
            <p:ph type="body" sz="quarter" idx="16" hasCustomPrompt="true"/>
          </p:nvPr>
        </p:nvSpPr>
        <p:spPr>
          <a:xfrm>
            <a:off x="498475" y="2090738"/>
            <a:ext cx="5489575" cy="1871662"/>
          </a:xfrm>
        </p:spPr>
        <p:txBody>
          <a:bodyPr>
            <a:noAutofit/>
          </a:bodyPr>
          <a:lstStyle>
            <a:lvl1pPr marL="0" indent="0" algn="ctr">
              <a:buNone/>
              <a:defRPr sz="14000" b="true" i="false">
                <a:solidFill>
                  <a:schemeClr val="accent2"/>
                </a:solidFill>
                <a:latin typeface="+mj-lt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false"/>
              <a:t>#$%</a:t>
            </a:r>
            <a:endParaRPr lang="en-US" noProof="false"/>
          </a:p>
        </p:txBody>
      </p:sp>
      <p:sp>
        <p:nvSpPr>
          <p:cNvPr id="1462" name="Rectangle: Rounded Corners 11"/>
          <p:cNvSpPr/>
          <p:nvPr userDrawn="true"/>
        </p:nvSpPr>
        <p:spPr>
          <a:xfrm>
            <a:off x="6203956" y="1735358"/>
            <a:ext cx="5489575" cy="4523201"/>
          </a:xfrm>
          <a:prstGeom prst="roundRect">
            <a:avLst>
              <a:gd name="adj" fmla="val 448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 lang="en-US" b="false" i="false" noProof="false">
              <a:latin typeface="Noto Sans S Chinese Regular" panose="020B0500000000000000" pitchFamily="34" charset="-128"/>
            </a:endParaRPr>
          </a:p>
        </p:txBody>
      </p:sp>
      <p:sp>
        <p:nvSpPr>
          <p:cNvPr id="1463" name="Text Placeholder 8"/>
          <p:cNvSpPr>
            <a:spLocks noGrp="true"/>
          </p:cNvSpPr>
          <p:nvPr>
            <p:ph type="body" sz="quarter" idx="18" hasCustomPrompt="true"/>
          </p:nvPr>
        </p:nvSpPr>
        <p:spPr>
          <a:xfrm>
            <a:off x="6203956" y="2090738"/>
            <a:ext cx="5489575" cy="1871662"/>
          </a:xfrm>
        </p:spPr>
        <p:txBody>
          <a:bodyPr>
            <a:noAutofit/>
          </a:bodyPr>
          <a:lstStyle>
            <a:lvl1pPr marL="0" indent="0" algn="ctr">
              <a:buNone/>
              <a:defRPr lang="en-US" sz="14000" b="true" i="false" kern="1200" noProof="false" dirty="false">
                <a:solidFill>
                  <a:schemeClr val="accent2"/>
                </a:solidFill>
                <a:latin typeface="+mj-lt"/>
                <a:ea typeface="Noto Sans S Chinese Regular" panose="020B0500000000000000" pitchFamily="34" charset="-128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noProof="false"/>
              <a:t>#$%</a:t>
            </a:r>
            <a:endParaRPr lang="en-US" noProof="false"/>
          </a:p>
        </p:txBody>
      </p:sp>
      <p:sp>
        <p:nvSpPr>
          <p:cNvPr id="1464" name="Text Placeholder 8"/>
          <p:cNvSpPr>
            <a:spLocks noGrp="true"/>
          </p:cNvSpPr>
          <p:nvPr>
            <p:ph type="body" sz="quarter" idx="23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noProof="false" err="true"/>
              <a:t>来源</a:t>
            </a:r>
            <a:r>
              <a:rPr lang="zh-CN" altLang="en-US" noProof="false"/>
              <a:t>：</a:t>
            </a:r>
            <a:endParaRPr lang="en-US" noProof="false"/>
          </a:p>
        </p:txBody>
      </p:sp>
      <p:sp>
        <p:nvSpPr>
          <p:cNvPr id="1465" name="Text Placeholder 15"/>
          <p:cNvSpPr>
            <a:spLocks noGrp="true"/>
          </p:cNvSpPr>
          <p:nvPr>
            <p:ph type="body" sz="quarter" idx="17" hasCustomPrompt="true"/>
          </p:nvPr>
        </p:nvSpPr>
        <p:spPr>
          <a:xfrm>
            <a:off x="995201" y="4277870"/>
            <a:ext cx="4496119" cy="1680405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false" i="false">
                <a:solidFill>
                  <a:schemeClr val="tx1"/>
                </a:solidFill>
                <a:latin typeface="Noto Sans S Chinese Regular" panose="020B0500000000000000" pitchFamily="34" charset="-128"/>
              </a:defRPr>
            </a:lvl1pPr>
          </a:lstStyle>
          <a:p>
            <a:pPr lvl="0"/>
            <a:r>
              <a:rPr lang="en-US" noProof="false" err="true"/>
              <a:t>请输入正文内容</a:t>
            </a:r>
            <a:endParaRPr lang="en-US" noProof="false"/>
          </a:p>
        </p:txBody>
      </p:sp>
      <p:sp>
        <p:nvSpPr>
          <p:cNvPr id="1466" name="Text Placeholder 15"/>
          <p:cNvSpPr>
            <a:spLocks noGrp="true"/>
          </p:cNvSpPr>
          <p:nvPr>
            <p:ph type="body" sz="quarter" idx="20" hasCustomPrompt="true"/>
          </p:nvPr>
        </p:nvSpPr>
        <p:spPr>
          <a:xfrm>
            <a:off x="6700682" y="4277870"/>
            <a:ext cx="4496119" cy="1680405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false" i="false">
                <a:solidFill>
                  <a:schemeClr val="tx1"/>
                </a:solidFill>
                <a:latin typeface="Noto Sans S Chinese Regular" panose="020B0500000000000000" pitchFamily="34" charset="-128"/>
              </a:defRPr>
            </a:lvl1pPr>
          </a:lstStyle>
          <a:p>
            <a:pPr lvl="0"/>
            <a:r>
              <a:rPr lang="en-US" altLang="zh-CN" noProof="false" err="true"/>
              <a:t>请输入正文内容</a:t>
            </a:r>
            <a:endParaRPr lang="en-US" altLang="zh-CN" noProof="false"/>
          </a:p>
        </p:txBody>
      </p:sp>
    </p:spTree>
  </p:cSld>
  <p:clrMapOvr>
    <a:masterClrMapping/>
  </p:clrMapOvr>
</p:sldLayout>
</file>

<file path=ppt/slideLayouts/slideLayout216.xml><?xml version="1.0" encoding="utf-8"?>
<p:sldLayout xmlns:a="http://schemas.openxmlformats.org/drawingml/2006/main" xmlns:p="http://schemas.openxmlformats.org/presentationml/2006/main">
  <p:cSld name="Feature Columns 3 multi background">
    <p:spTree>
      <p:nvGrpSpPr>
        <p:cNvPr id="146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8" name="Rectangle 13"/>
          <p:cNvSpPr/>
          <p:nvPr userDrawn="true"/>
        </p:nvSpPr>
        <p:spPr>
          <a:xfrm>
            <a:off x="0" y="1731523"/>
            <a:ext cx="4082049" cy="5126477"/>
          </a:xfrm>
          <a:prstGeom prst="rect">
            <a:avLst/>
          </a:prstGeom>
          <a:solidFill>
            <a:srgbClr val="9178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 lang="en-US" b="false" i="false" noProof="false">
              <a:latin typeface="Noto Sans S Chinese Regular" panose="020B0500000000000000" pitchFamily="34" charset="-128"/>
            </a:endParaRPr>
          </a:p>
        </p:txBody>
      </p:sp>
      <p:sp>
        <p:nvSpPr>
          <p:cNvPr id="1469" name="Rectangle 14"/>
          <p:cNvSpPr/>
          <p:nvPr userDrawn="true"/>
        </p:nvSpPr>
        <p:spPr>
          <a:xfrm>
            <a:off x="4082049" y="1731523"/>
            <a:ext cx="4065588" cy="512647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 lang="en-US" b="false" i="false" noProof="false">
              <a:latin typeface="Noto Sans S Chinese Regular" panose="020B0500000000000000" pitchFamily="34" charset="-128"/>
            </a:endParaRPr>
          </a:p>
        </p:txBody>
      </p:sp>
      <p:sp>
        <p:nvSpPr>
          <p:cNvPr id="1470" name="Rectangle 15"/>
          <p:cNvSpPr/>
          <p:nvPr userDrawn="true"/>
        </p:nvSpPr>
        <p:spPr>
          <a:xfrm>
            <a:off x="8131175" y="1731523"/>
            <a:ext cx="4060826" cy="512647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 lang="en-US" b="false" i="false" noProof="false">
              <a:latin typeface="Noto Sans S Chinese Regular" panose="020B0500000000000000" pitchFamily="34" charset="-128"/>
            </a:endParaRPr>
          </a:p>
        </p:txBody>
      </p:sp>
      <p:sp>
        <p:nvSpPr>
          <p:cNvPr id="1471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/>
          <a:lstStyle/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1472" name="Title 11"/>
          <p:cNvSpPr>
            <a:spLocks noGrp="true"/>
          </p:cNvSpPr>
          <p:nvPr>
            <p:ph type="title" hasCustomPrompt="true"/>
          </p:nvPr>
        </p:nvSpPr>
        <p:spPr>
          <a:xfrm>
            <a:off x="498475" y="525784"/>
            <a:ext cx="11186160" cy="872363"/>
          </a:xfrm>
        </p:spPr>
        <p:txBody>
          <a:bodyPr/>
          <a:lstStyle>
            <a:lvl1pPr algn="ctr" defTabSz="914400" rtl="false" eaLnBrk="true" latinLnBrk="false" hangingPunct="true">
              <a:lnSpc>
                <a:spcPct val="90000"/>
              </a:lnSpc>
              <a:spcBef>
                <a:spcPct val="1"/>
              </a:spcBef>
              <a:buNone/>
              <a:defRPr lang="en-US" sz="3200" b="true" i="false" kern="1200" cap="none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j-cs"/>
              </a:defRPr>
            </a:lvl1pPr>
          </a:lstStyle>
          <a:p>
            <a:pPr/>
            <a:r>
              <a:rPr lang="en-US" noProof="false" err="true"/>
              <a:t>请输入标题</a:t>
            </a:r>
            <a:br>
              <a:rPr lang="en-US" noProof="false"/>
            </a:br>
            <a:r>
              <a:rPr lang="en-US" noProof="false" err="true"/>
              <a:t>请输入标题</a:t>
            </a:r>
            <a:endParaRPr lang="en-US" noProof="false"/>
          </a:p>
        </p:txBody>
      </p:sp>
      <p:sp>
        <p:nvSpPr>
          <p:cNvPr id="1473" name="Text Placeholder 8"/>
          <p:cNvSpPr>
            <a:spLocks noGrp="true"/>
          </p:cNvSpPr>
          <p:nvPr>
            <p:ph type="body" sz="quarter" idx="16" hasCustomPrompt="true"/>
          </p:nvPr>
        </p:nvSpPr>
        <p:spPr>
          <a:xfrm>
            <a:off x="249237" y="2286000"/>
            <a:ext cx="3563938" cy="1514608"/>
          </a:xfrm>
        </p:spPr>
        <p:txBody>
          <a:bodyPr>
            <a:noAutofit/>
          </a:bodyPr>
          <a:lstStyle>
            <a:lvl1pPr marL="0" indent="0" algn="ctr">
              <a:buNone/>
              <a:defRPr sz="11000" b="true" i="false">
                <a:latin typeface="+mj-lt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false"/>
              <a:t>#$%</a:t>
            </a:r>
            <a:endParaRPr lang="en-US" noProof="false"/>
          </a:p>
        </p:txBody>
      </p:sp>
      <p:sp>
        <p:nvSpPr>
          <p:cNvPr id="1474" name="Text Placeholder 15"/>
          <p:cNvSpPr>
            <a:spLocks noGrp="true"/>
          </p:cNvSpPr>
          <p:nvPr>
            <p:ph type="body" sz="quarter" idx="17" hasCustomPrompt="true"/>
          </p:nvPr>
        </p:nvSpPr>
        <p:spPr>
          <a:xfrm>
            <a:off x="618126" y="4199648"/>
            <a:ext cx="2841035" cy="1646868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false" i="false">
                <a:latin typeface="Noto Sans S Chinese Regular" panose="020B0500000000000000" pitchFamily="34" charset="-128"/>
              </a:defRPr>
            </a:lvl1pPr>
          </a:lstStyle>
          <a:p>
            <a:pPr lvl="0"/>
            <a:r>
              <a:rPr lang="en-US" noProof="false" err="true"/>
              <a:t>请输入正文内容</a:t>
            </a:r>
            <a:endParaRPr lang="en-US" noProof="false"/>
          </a:p>
        </p:txBody>
      </p:sp>
      <p:sp>
        <p:nvSpPr>
          <p:cNvPr id="1475" name="Text Placeholder 8"/>
          <p:cNvSpPr>
            <a:spLocks noGrp="true"/>
          </p:cNvSpPr>
          <p:nvPr>
            <p:ph type="body" sz="quarter" idx="18" hasCustomPrompt="true"/>
          </p:nvPr>
        </p:nvSpPr>
        <p:spPr>
          <a:xfrm>
            <a:off x="4314825" y="2286000"/>
            <a:ext cx="3563938" cy="1514608"/>
          </a:xfrm>
        </p:spPr>
        <p:txBody>
          <a:bodyPr>
            <a:noAutofit/>
          </a:bodyPr>
          <a:lstStyle>
            <a:lvl1pPr marL="0" indent="0" algn="ctr">
              <a:buNone/>
              <a:defRPr lang="en-US" sz="11000" b="true" i="false" kern="1200" noProof="false" dirty="false">
                <a:solidFill>
                  <a:schemeClr val="tx1"/>
                </a:solidFill>
                <a:latin typeface="+mj-lt"/>
                <a:ea typeface="Noto Sans S Chinese Regular" panose="020B0500000000000000" pitchFamily="34" charset="-128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noProof="false"/>
              <a:t>#$%</a:t>
            </a:r>
            <a:endParaRPr lang="en-US" noProof="false"/>
          </a:p>
        </p:txBody>
      </p:sp>
      <p:sp>
        <p:nvSpPr>
          <p:cNvPr id="1476" name="Text Placeholder 15"/>
          <p:cNvSpPr>
            <a:spLocks noGrp="true"/>
          </p:cNvSpPr>
          <p:nvPr>
            <p:ph type="body" sz="quarter" idx="20" hasCustomPrompt="true"/>
          </p:nvPr>
        </p:nvSpPr>
        <p:spPr>
          <a:xfrm>
            <a:off x="4683714" y="4199648"/>
            <a:ext cx="2841035" cy="1646868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false" i="false">
                <a:latin typeface="Noto Sans S Chinese Regular" panose="020B0500000000000000" pitchFamily="34" charset="-128"/>
              </a:defRPr>
            </a:lvl1pPr>
          </a:lstStyle>
          <a:p>
            <a:pPr lvl="0"/>
            <a:r>
              <a:rPr lang="en-US" noProof="false" err="true"/>
              <a:t>请输入正文内容</a:t>
            </a:r>
            <a:endParaRPr lang="en-US" noProof="false"/>
          </a:p>
        </p:txBody>
      </p:sp>
      <p:sp>
        <p:nvSpPr>
          <p:cNvPr id="1477" name="Text Placeholder 8"/>
          <p:cNvSpPr>
            <a:spLocks noGrp="true"/>
          </p:cNvSpPr>
          <p:nvPr>
            <p:ph type="body" sz="quarter" idx="21" hasCustomPrompt="true"/>
          </p:nvPr>
        </p:nvSpPr>
        <p:spPr>
          <a:xfrm>
            <a:off x="8379619" y="2286000"/>
            <a:ext cx="3563938" cy="1514608"/>
          </a:xfrm>
        </p:spPr>
        <p:txBody>
          <a:bodyPr>
            <a:noAutofit/>
          </a:bodyPr>
          <a:lstStyle>
            <a:lvl1pPr marL="0" indent="0" algn="ctr">
              <a:buNone/>
              <a:defRPr lang="en-US" sz="11000" b="true" i="false" kern="1200" noProof="false" dirty="false">
                <a:solidFill>
                  <a:schemeClr val="tx1"/>
                </a:solidFill>
                <a:latin typeface="+mj-lt"/>
                <a:ea typeface="Noto Sans S Chinese Regular" panose="020B0500000000000000" pitchFamily="34" charset="-128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noProof="false"/>
              <a:t>#$%</a:t>
            </a:r>
            <a:endParaRPr lang="en-US" noProof="false"/>
          </a:p>
        </p:txBody>
      </p:sp>
      <p:sp>
        <p:nvSpPr>
          <p:cNvPr id="1478" name="Text Placeholder 15"/>
          <p:cNvSpPr>
            <a:spLocks noGrp="true"/>
          </p:cNvSpPr>
          <p:nvPr>
            <p:ph type="body" sz="quarter" idx="23" hasCustomPrompt="true"/>
          </p:nvPr>
        </p:nvSpPr>
        <p:spPr>
          <a:xfrm>
            <a:off x="8748508" y="4199648"/>
            <a:ext cx="2841035" cy="1646868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false" i="false">
                <a:latin typeface="Noto Sans S Chinese Regular" panose="020B0500000000000000" pitchFamily="34" charset="-128"/>
              </a:defRPr>
            </a:lvl1pPr>
          </a:lstStyle>
          <a:p>
            <a:pPr lvl="0"/>
            <a:r>
              <a:rPr lang="en-US" altLang="zh-CN" noProof="false" err="true"/>
              <a:t>请输入正文内容</a:t>
            </a:r>
            <a:endParaRPr lang="en-US" altLang="zh-CN" noProof="false"/>
          </a:p>
        </p:txBody>
      </p:sp>
      <p:sp>
        <p:nvSpPr>
          <p:cNvPr id="1479" name="Text Placeholder 8"/>
          <p:cNvSpPr>
            <a:spLocks noGrp="true"/>
          </p:cNvSpPr>
          <p:nvPr>
            <p:ph type="body" sz="quarter" idx="24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noProof="false" err="true"/>
              <a:t>来源</a:t>
            </a:r>
            <a:r>
              <a:rPr lang="zh-CN" altLang="en-US" noProof="false"/>
              <a:t>：</a:t>
            </a:r>
            <a:endParaRPr lang="en-US" noProof="false"/>
          </a:p>
        </p:txBody>
      </p:sp>
      <p:sp>
        <p:nvSpPr>
          <p:cNvPr id="1480" name="Footer Placeholder 4"/>
          <p:cNvSpPr txBox="true"/>
          <p:nvPr userDrawn="true"/>
        </p:nvSpPr>
        <p:spPr>
          <a:xfrm>
            <a:off x="8131175" y="6392544"/>
            <a:ext cx="3553460" cy="160655"/>
          </a:xfrm>
          <a:prstGeom prst="rect">
            <a:avLst/>
          </a:prstGeom>
        </p:spPr>
        <p:txBody>
          <a:bodyPr vert="horz" lIns="0" tIns="0" rIns="0" bIns="0" rtlCol="false" anchor="t" anchorCtr="false"/>
          <a:lstStyle>
            <a:defPPr>
              <a:defRPr lang="en-US"/>
            </a:defPPr>
            <a:lvl1pPr marL="0" algn="r" defTabSz="914400" rtl="false" eaLnBrk="true" latinLnBrk="false" hangingPunct="true">
              <a:defRPr sz="600" b="true" kern="1200" cap="all" spc="150" baseline="0">
                <a:solidFill>
                  <a:srgbClr val="908D84"/>
                </a:solidFill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1pPr>
            <a:lvl2pPr marL="4572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/>
            <a:r>
              <a:rPr lang="zh-CN" altLang="en-US" sz="700" b="false" i="false" spc="0" noProof="false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</a:rPr>
              <a:t>版权所有</a:t>
            </a:r>
            <a:r>
              <a:rPr lang="en-US" altLang="zh-CN" sz="700" b="false" i="false" spc="0" noProof="false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</a:rPr>
              <a:t>© 2025 </a:t>
            </a:r>
            <a:r>
              <a:rPr lang="zh-CN" altLang="en-US" sz="700" b="false" i="false" spc="0" noProof="false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</a:rPr>
              <a:t>亚马逊广告。保留所有权利。</a:t>
            </a:r>
            <a:endParaRPr lang="en-US" sz="700" b="false" i="false" spc="0" noProof="false" dirty="false">
              <a:solidFill>
                <a:schemeClr val="tx1"/>
              </a:solidFill>
              <a:latin typeface="Noto Sans S Chinese Regular" panose="020B0500000000000000" pitchFamily="34" charset="-128"/>
              <a:ea typeface="Noto Sans S Chinese Regular" panose="020B0500000000000000" pitchFamily="34" charset="-128"/>
            </a:endParaRPr>
          </a:p>
        </p:txBody>
      </p:sp>
    </p:spTree>
  </p:cSld>
  <p:clrMapOvr>
    <a:masterClrMapping/>
  </p:clrMapOvr>
</p:sldLayout>
</file>

<file path=ppt/slideLayouts/slideLayout217.xml><?xml version="1.0" encoding="utf-8"?>
<p:sldLayout xmlns:a="http://schemas.openxmlformats.org/drawingml/2006/main" xmlns:p="http://schemas.openxmlformats.org/presentationml/2006/main">
  <p:cSld name="3_Feature Columns 2 yellow background">
    <p:bg>
      <p:bgPr>
        <a:solidFill>
          <a:schemeClr val="tx1"/>
        </a:solidFill>
        <a:effectLst/>
      </p:bgPr>
    </p:bg>
    <p:spTree>
      <p:nvGrpSpPr>
        <p:cNvPr id="148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2" name="Rectangle: Rounded Corners 7"/>
          <p:cNvSpPr/>
          <p:nvPr userDrawn="true"/>
        </p:nvSpPr>
        <p:spPr>
          <a:xfrm>
            <a:off x="498475" y="1735358"/>
            <a:ext cx="5489575" cy="4523201"/>
          </a:xfrm>
          <a:prstGeom prst="roundRect">
            <a:avLst>
              <a:gd name="adj" fmla="val 4485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 lang="en-US" b="false" i="false" noProof="false">
              <a:latin typeface="Noto Sans S Chinese Regular" panose="020B0500000000000000" pitchFamily="34" charset="-128"/>
            </a:endParaRPr>
          </a:p>
        </p:txBody>
      </p:sp>
      <p:sp>
        <p:nvSpPr>
          <p:cNvPr id="1483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1484" name="Title 11"/>
          <p:cNvSpPr>
            <a:spLocks noGrp="true"/>
          </p:cNvSpPr>
          <p:nvPr>
            <p:ph type="title" hasCustomPrompt="true"/>
          </p:nvPr>
        </p:nvSpPr>
        <p:spPr>
          <a:xfrm>
            <a:off x="498475" y="525784"/>
            <a:ext cx="11186160" cy="894103"/>
          </a:xfrm>
        </p:spPr>
        <p:txBody>
          <a:bodyPr/>
          <a:lstStyle>
            <a:lvl1pPr algn="ctr" defTabSz="914400" rtl="false" eaLnBrk="true" latinLnBrk="false" hangingPunct="true">
              <a:lnSpc>
                <a:spcPct val="90000"/>
              </a:lnSpc>
              <a:spcBef>
                <a:spcPct val="1"/>
              </a:spcBef>
              <a:buNone/>
              <a:defRPr lang="en-US" sz="3200" b="true" i="false" kern="1200" cap="none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j-cs"/>
              </a:defRPr>
            </a:lvl1pPr>
          </a:lstStyle>
          <a:p>
            <a:pPr/>
            <a:r>
              <a:rPr lang="en-US" altLang="zh-CN" noProof="false" err="true"/>
              <a:t>请输入标题</a:t>
            </a:r>
            <a:br>
              <a:rPr lang="en-US" altLang="zh-CN" noProof="false"/>
            </a:br>
            <a:r>
              <a:rPr lang="en-US" altLang="zh-CN" noProof="false" err="true"/>
              <a:t>请输入标题</a:t>
            </a:r>
            <a:endParaRPr lang="en-US" noProof="false"/>
          </a:p>
        </p:txBody>
      </p:sp>
      <p:sp>
        <p:nvSpPr>
          <p:cNvPr id="1485" name="Text Placeholder 8"/>
          <p:cNvSpPr>
            <a:spLocks noGrp="true"/>
          </p:cNvSpPr>
          <p:nvPr>
            <p:ph type="body" sz="quarter" idx="16" hasCustomPrompt="true"/>
          </p:nvPr>
        </p:nvSpPr>
        <p:spPr>
          <a:xfrm>
            <a:off x="498475" y="2090738"/>
            <a:ext cx="5489575" cy="1871662"/>
          </a:xfrm>
        </p:spPr>
        <p:txBody>
          <a:bodyPr>
            <a:noAutofit/>
          </a:bodyPr>
          <a:lstStyle>
            <a:lvl1pPr marL="0" indent="0" algn="ctr">
              <a:buNone/>
              <a:defRPr lang="en-US" sz="14000" b="true" i="false" kern="1200" noProof="false" dirty="false">
                <a:solidFill>
                  <a:schemeClr val="accent2"/>
                </a:solidFill>
                <a:latin typeface="+mj-lt"/>
                <a:ea typeface="Noto Sans S Chinese Regular" panose="020B0500000000000000" pitchFamily="34" charset="-128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noProof="false"/>
              <a:t>#$%</a:t>
            </a:r>
            <a:endParaRPr lang="en-US" noProof="false"/>
          </a:p>
        </p:txBody>
      </p:sp>
      <p:sp>
        <p:nvSpPr>
          <p:cNvPr id="1486" name="Text Placeholder 15"/>
          <p:cNvSpPr>
            <a:spLocks noGrp="true"/>
          </p:cNvSpPr>
          <p:nvPr>
            <p:ph type="body" sz="quarter" idx="17" hasCustomPrompt="true"/>
          </p:nvPr>
        </p:nvSpPr>
        <p:spPr>
          <a:xfrm>
            <a:off x="995201" y="4277870"/>
            <a:ext cx="4496119" cy="1680405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false" i="false">
                <a:solidFill>
                  <a:schemeClr val="bg1"/>
                </a:solidFill>
                <a:latin typeface="Noto Sans S Chinese Regular" panose="020B0500000000000000" pitchFamily="34" charset="-128"/>
              </a:defRPr>
            </a:lvl1pPr>
          </a:lstStyle>
          <a:p>
            <a:pPr lvl="0"/>
            <a:r>
              <a:rPr lang="en-US" altLang="zh-CN" noProof="false" err="true"/>
              <a:t>请输入正文内容</a:t>
            </a:r>
            <a:endParaRPr lang="en-US" altLang="zh-CN" noProof="false"/>
          </a:p>
        </p:txBody>
      </p:sp>
      <p:sp>
        <p:nvSpPr>
          <p:cNvPr id="1487" name="Rectangle: Rounded Corners 11"/>
          <p:cNvSpPr/>
          <p:nvPr userDrawn="true"/>
        </p:nvSpPr>
        <p:spPr>
          <a:xfrm>
            <a:off x="6203956" y="1735358"/>
            <a:ext cx="5489575" cy="4523201"/>
          </a:xfrm>
          <a:prstGeom prst="roundRect">
            <a:avLst>
              <a:gd name="adj" fmla="val 4485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 lang="en-US" b="false" i="false" noProof="false">
              <a:latin typeface="Noto Sans S Chinese Regular" panose="020B0500000000000000" pitchFamily="34" charset="-128"/>
            </a:endParaRPr>
          </a:p>
        </p:txBody>
      </p:sp>
      <p:sp>
        <p:nvSpPr>
          <p:cNvPr id="1488" name="Text Placeholder 8"/>
          <p:cNvSpPr>
            <a:spLocks noGrp="true"/>
          </p:cNvSpPr>
          <p:nvPr>
            <p:ph type="body" sz="quarter" idx="18" hasCustomPrompt="true"/>
          </p:nvPr>
        </p:nvSpPr>
        <p:spPr>
          <a:xfrm>
            <a:off x="6203956" y="2090738"/>
            <a:ext cx="5489575" cy="1871662"/>
          </a:xfrm>
        </p:spPr>
        <p:txBody>
          <a:bodyPr>
            <a:noAutofit/>
          </a:bodyPr>
          <a:lstStyle>
            <a:lvl1pPr marL="0" indent="0" algn="ctr">
              <a:buNone/>
              <a:defRPr lang="en-US" sz="14000" b="true" i="false" kern="1200" noProof="false" dirty="false">
                <a:solidFill>
                  <a:schemeClr val="accent2"/>
                </a:solidFill>
                <a:latin typeface="+mj-lt"/>
                <a:ea typeface="Noto Sans S Chinese Regular" panose="020B0500000000000000" pitchFamily="34" charset="-128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noProof="false"/>
              <a:t>#$%</a:t>
            </a:r>
            <a:endParaRPr lang="en-US" noProof="false"/>
          </a:p>
        </p:txBody>
      </p:sp>
      <p:sp>
        <p:nvSpPr>
          <p:cNvPr id="1489" name="Text Placeholder 15"/>
          <p:cNvSpPr>
            <a:spLocks noGrp="true"/>
          </p:cNvSpPr>
          <p:nvPr>
            <p:ph type="body" sz="quarter" idx="20" hasCustomPrompt="true"/>
          </p:nvPr>
        </p:nvSpPr>
        <p:spPr>
          <a:xfrm>
            <a:off x="6700682" y="4277870"/>
            <a:ext cx="4496119" cy="1680405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false" i="false">
                <a:solidFill>
                  <a:schemeClr val="bg1"/>
                </a:solidFill>
                <a:latin typeface="Noto Sans S Chinese Regular" panose="020B0500000000000000" pitchFamily="34" charset="-128"/>
              </a:defRPr>
            </a:lvl1pPr>
          </a:lstStyle>
          <a:p>
            <a:pPr lvl="0"/>
            <a:r>
              <a:rPr lang="en-US" altLang="zh-CN" noProof="false" err="true"/>
              <a:t>请输入正文内容</a:t>
            </a:r>
            <a:endParaRPr lang="en-US" altLang="zh-CN" noProof="false"/>
          </a:p>
        </p:txBody>
      </p:sp>
      <p:sp>
        <p:nvSpPr>
          <p:cNvPr id="1490" name="Text Placeholder 8"/>
          <p:cNvSpPr>
            <a:spLocks noGrp="true"/>
          </p:cNvSpPr>
          <p:nvPr>
            <p:ph type="body" sz="quarter" idx="23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noProof="false" err="true"/>
              <a:t>来源</a:t>
            </a:r>
            <a:r>
              <a:rPr lang="zh-CN" altLang="en-US" noProof="false"/>
              <a:t>：</a:t>
            </a:r>
            <a:endParaRPr lang="en-US" noProof="false"/>
          </a:p>
        </p:txBody>
      </p:sp>
    </p:spTree>
  </p:cSld>
  <p:clrMapOvr>
    <a:masterClrMapping/>
  </p:clrMapOvr>
</p:sldLayout>
</file>

<file path=ppt/slideLayouts/slideLayout218.xml><?xml version="1.0" encoding="utf-8"?>
<p:sldLayout xmlns:a="http://schemas.openxmlformats.org/drawingml/2006/main" xmlns:p="http://schemas.openxmlformats.org/presentationml/2006/main">
  <p:cSld name="1_Feature Columns 3 multi background">
    <p:bg>
      <p:bgPr>
        <a:solidFill>
          <a:schemeClr val="tx1"/>
        </a:solidFill>
        <a:effectLst/>
      </p:bgPr>
    </p:bg>
    <p:spTree>
      <p:nvGrpSpPr>
        <p:cNvPr id="149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2" name="Rectangle 1"/>
          <p:cNvSpPr/>
          <p:nvPr userDrawn="true"/>
        </p:nvSpPr>
        <p:spPr>
          <a:xfrm>
            <a:off x="0" y="1731523"/>
            <a:ext cx="4082049" cy="5126477"/>
          </a:xfrm>
          <a:prstGeom prst="rect">
            <a:avLst/>
          </a:prstGeom>
          <a:solidFill>
            <a:srgbClr val="9178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 lang="en-US" b="false" i="false" noProof="false">
              <a:latin typeface="Noto Sans S Chinese Regular" panose="020B0500000000000000" pitchFamily="34" charset="-128"/>
            </a:endParaRPr>
          </a:p>
        </p:txBody>
      </p:sp>
      <p:sp>
        <p:nvSpPr>
          <p:cNvPr id="1493" name="Rectangle 11"/>
          <p:cNvSpPr/>
          <p:nvPr userDrawn="true"/>
        </p:nvSpPr>
        <p:spPr>
          <a:xfrm>
            <a:off x="4065587" y="1731523"/>
            <a:ext cx="4065588" cy="512647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 lang="en-US" b="false" i="false" noProof="false">
              <a:latin typeface="Noto Sans S Chinese Regular" panose="020B0500000000000000" pitchFamily="34" charset="-128"/>
            </a:endParaRPr>
          </a:p>
        </p:txBody>
      </p:sp>
      <p:sp>
        <p:nvSpPr>
          <p:cNvPr id="1494" name="Rectangle 12"/>
          <p:cNvSpPr/>
          <p:nvPr userDrawn="true"/>
        </p:nvSpPr>
        <p:spPr>
          <a:xfrm>
            <a:off x="8131175" y="1731523"/>
            <a:ext cx="4060826" cy="512647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 lang="en-US" b="false" i="false" noProof="false">
              <a:latin typeface="Noto Sans S Chinese Regular" panose="020B0500000000000000" pitchFamily="34" charset="-128"/>
            </a:endParaRPr>
          </a:p>
        </p:txBody>
      </p:sp>
      <p:sp>
        <p:nvSpPr>
          <p:cNvPr id="1495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/>
          <a:lstStyle/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1496" name="Title 11"/>
          <p:cNvSpPr>
            <a:spLocks noGrp="true"/>
          </p:cNvSpPr>
          <p:nvPr>
            <p:ph type="title" hasCustomPrompt="true"/>
          </p:nvPr>
        </p:nvSpPr>
        <p:spPr>
          <a:xfrm>
            <a:off x="498475" y="525784"/>
            <a:ext cx="11186160" cy="872363"/>
          </a:xfrm>
        </p:spPr>
        <p:txBody>
          <a:bodyPr/>
          <a:lstStyle>
            <a:lvl1pPr algn="ctr" defTabSz="914400" rtl="false" eaLnBrk="true" latinLnBrk="false" hangingPunct="true">
              <a:lnSpc>
                <a:spcPct val="90000"/>
              </a:lnSpc>
              <a:spcBef>
                <a:spcPct val="1"/>
              </a:spcBef>
              <a:buNone/>
              <a:defRPr lang="en-US" sz="3200" b="true" i="false" kern="1200" cap="none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j-cs"/>
              </a:defRPr>
            </a:lvl1pPr>
          </a:lstStyle>
          <a:p>
            <a:pPr/>
            <a:r>
              <a:rPr lang="en-US" altLang="zh-CN" noProof="false" err="true"/>
              <a:t>请输入标题</a:t>
            </a:r>
            <a:br>
              <a:rPr lang="en-US" altLang="zh-CN" noProof="false"/>
            </a:br>
            <a:r>
              <a:rPr lang="en-US" altLang="zh-CN" noProof="false" err="true"/>
              <a:t>请输入标题</a:t>
            </a:r>
            <a:endParaRPr lang="en-US" noProof="false"/>
          </a:p>
        </p:txBody>
      </p:sp>
      <p:sp>
        <p:nvSpPr>
          <p:cNvPr id="1497" name="Text Placeholder 8"/>
          <p:cNvSpPr>
            <a:spLocks noGrp="true"/>
          </p:cNvSpPr>
          <p:nvPr>
            <p:ph type="body" sz="quarter" idx="16" hasCustomPrompt="true"/>
          </p:nvPr>
        </p:nvSpPr>
        <p:spPr>
          <a:xfrm>
            <a:off x="249237" y="2286000"/>
            <a:ext cx="3563938" cy="1514608"/>
          </a:xfrm>
        </p:spPr>
        <p:txBody>
          <a:bodyPr>
            <a:noAutofit/>
          </a:bodyPr>
          <a:lstStyle>
            <a:lvl1pPr marL="0" indent="0" algn="ctr">
              <a:buNone/>
              <a:defRPr lang="en-US" sz="11000" b="true" i="false" kern="1200" noProof="false" dirty="false">
                <a:solidFill>
                  <a:schemeClr val="tx1"/>
                </a:solidFill>
                <a:latin typeface="+mj-lt"/>
                <a:ea typeface="Noto Sans S Chinese Regular" panose="020B0500000000000000" pitchFamily="34" charset="-128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noProof="false"/>
              <a:t>#$%</a:t>
            </a:r>
            <a:endParaRPr lang="en-US" noProof="false"/>
          </a:p>
        </p:txBody>
      </p:sp>
      <p:sp>
        <p:nvSpPr>
          <p:cNvPr id="1498" name="Text Placeholder 8"/>
          <p:cNvSpPr>
            <a:spLocks noGrp="true"/>
          </p:cNvSpPr>
          <p:nvPr>
            <p:ph type="body" sz="quarter" idx="18" hasCustomPrompt="true"/>
          </p:nvPr>
        </p:nvSpPr>
        <p:spPr>
          <a:xfrm>
            <a:off x="4314825" y="2286000"/>
            <a:ext cx="3563938" cy="1514608"/>
          </a:xfrm>
        </p:spPr>
        <p:txBody>
          <a:bodyPr>
            <a:noAutofit/>
          </a:bodyPr>
          <a:lstStyle>
            <a:lvl1pPr marL="0" indent="0" algn="ctr">
              <a:buNone/>
              <a:defRPr lang="en-US" sz="11000" b="true" i="false" kern="1200" noProof="false" dirty="false">
                <a:solidFill>
                  <a:schemeClr val="tx1"/>
                </a:solidFill>
                <a:latin typeface="+mj-lt"/>
                <a:ea typeface="Noto Sans S Chinese Regular" panose="020B0500000000000000" pitchFamily="34" charset="-128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noProof="false"/>
              <a:t>#$%</a:t>
            </a:r>
            <a:endParaRPr lang="en-US" noProof="false"/>
          </a:p>
        </p:txBody>
      </p:sp>
      <p:sp>
        <p:nvSpPr>
          <p:cNvPr id="1499" name="Text Placeholder 8"/>
          <p:cNvSpPr>
            <a:spLocks noGrp="true"/>
          </p:cNvSpPr>
          <p:nvPr>
            <p:ph type="body" sz="quarter" idx="21" hasCustomPrompt="true"/>
          </p:nvPr>
        </p:nvSpPr>
        <p:spPr>
          <a:xfrm>
            <a:off x="8379619" y="2286000"/>
            <a:ext cx="3563938" cy="1514608"/>
          </a:xfrm>
        </p:spPr>
        <p:txBody>
          <a:bodyPr>
            <a:noAutofit/>
          </a:bodyPr>
          <a:lstStyle>
            <a:lvl1pPr marL="0" indent="0" algn="ctr">
              <a:buNone/>
              <a:defRPr lang="en-US" sz="11000" b="true" i="false" kern="1200" noProof="false" dirty="false">
                <a:solidFill>
                  <a:schemeClr val="tx1"/>
                </a:solidFill>
                <a:latin typeface="+mj-lt"/>
                <a:ea typeface="Noto Sans S Chinese Regular" panose="020B0500000000000000" pitchFamily="34" charset="-128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noProof="false"/>
              <a:t>#$%</a:t>
            </a:r>
            <a:endParaRPr lang="en-US" noProof="false"/>
          </a:p>
        </p:txBody>
      </p:sp>
      <p:sp>
        <p:nvSpPr>
          <p:cNvPr id="1500" name="Text Placeholder 8"/>
          <p:cNvSpPr>
            <a:spLocks noGrp="true"/>
          </p:cNvSpPr>
          <p:nvPr>
            <p:ph type="body" sz="quarter" idx="24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noProof="false" err="true"/>
              <a:t>来源</a:t>
            </a:r>
            <a:r>
              <a:rPr lang="zh-CN" altLang="en-US" noProof="false"/>
              <a:t>：</a:t>
            </a:r>
            <a:endParaRPr lang="en-US" noProof="false"/>
          </a:p>
        </p:txBody>
      </p:sp>
      <p:sp>
        <p:nvSpPr>
          <p:cNvPr id="1501" name="Footer Placeholder 4"/>
          <p:cNvSpPr txBox="true"/>
          <p:nvPr userDrawn="true"/>
        </p:nvSpPr>
        <p:spPr>
          <a:xfrm>
            <a:off x="8131175" y="6392544"/>
            <a:ext cx="3553460" cy="160655"/>
          </a:xfrm>
          <a:prstGeom prst="rect">
            <a:avLst/>
          </a:prstGeom>
        </p:spPr>
        <p:txBody>
          <a:bodyPr vert="horz" lIns="0" tIns="0" rIns="0" bIns="0" rtlCol="false" anchor="t" anchorCtr="false"/>
          <a:lstStyle>
            <a:defPPr>
              <a:defRPr lang="en-US"/>
            </a:defPPr>
            <a:lvl1pPr marL="0" algn="r" defTabSz="914400" rtl="false" eaLnBrk="true" latinLnBrk="false" hangingPunct="true">
              <a:defRPr sz="600" b="true" kern="1200" cap="all" spc="150" baseline="0">
                <a:solidFill>
                  <a:srgbClr val="908D84"/>
                </a:solidFill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1pPr>
            <a:lvl2pPr marL="4572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/>
            <a:r>
              <a:rPr lang="zh-CN" altLang="en-US" sz="700" b="false" i="false" spc="0" noProof="false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</a:rPr>
              <a:t>版权所有</a:t>
            </a:r>
            <a:r>
              <a:rPr lang="en-US" altLang="zh-CN" sz="700" b="false" i="false" spc="0" noProof="false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</a:rPr>
              <a:t>© 2025 </a:t>
            </a:r>
            <a:r>
              <a:rPr lang="zh-CN" altLang="en-US" sz="700" b="false" i="false" spc="0" noProof="false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</a:rPr>
              <a:t>亚马逊广告。保留所有权利。</a:t>
            </a:r>
            <a:endParaRPr lang="en-US" sz="700" b="false" i="false" noProof="false" dirty="false">
              <a:solidFill>
                <a:schemeClr val="tx1"/>
              </a:solidFill>
              <a:latin typeface="Noto Sans S Chinese Regular" panose="020B0500000000000000" pitchFamily="34" charset="-128"/>
              <a:ea typeface="Noto Sans S Chinese Regular" panose="020B0500000000000000" pitchFamily="34" charset="-128"/>
            </a:endParaRPr>
          </a:p>
        </p:txBody>
      </p:sp>
      <p:sp>
        <p:nvSpPr>
          <p:cNvPr id="1502" name="Text Placeholder 15"/>
          <p:cNvSpPr>
            <a:spLocks noGrp="true"/>
          </p:cNvSpPr>
          <p:nvPr>
            <p:ph type="body" sz="quarter" idx="17" hasCustomPrompt="true"/>
          </p:nvPr>
        </p:nvSpPr>
        <p:spPr>
          <a:xfrm>
            <a:off x="618126" y="4199648"/>
            <a:ext cx="2841035" cy="1646868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false" i="false">
                <a:latin typeface="Noto Sans S Chinese Regular" panose="020B0500000000000000" pitchFamily="34" charset="-128"/>
              </a:defRPr>
            </a:lvl1pPr>
          </a:lstStyle>
          <a:p>
            <a:pPr lvl="0"/>
            <a:r>
              <a:rPr lang="en-US" noProof="false" err="true"/>
              <a:t>请输入正文内容</a:t>
            </a:r>
            <a:endParaRPr lang="en-US" noProof="false"/>
          </a:p>
        </p:txBody>
      </p:sp>
      <p:sp>
        <p:nvSpPr>
          <p:cNvPr id="1503" name="Text Placeholder 15"/>
          <p:cNvSpPr>
            <a:spLocks noGrp="true"/>
          </p:cNvSpPr>
          <p:nvPr>
            <p:ph type="body" sz="quarter" idx="20" hasCustomPrompt="true"/>
          </p:nvPr>
        </p:nvSpPr>
        <p:spPr>
          <a:xfrm>
            <a:off x="4683714" y="4199648"/>
            <a:ext cx="2841035" cy="1646868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false" i="false">
                <a:latin typeface="Noto Sans S Chinese Regular" panose="020B0500000000000000" pitchFamily="34" charset="-128"/>
              </a:defRPr>
            </a:lvl1pPr>
          </a:lstStyle>
          <a:p>
            <a:pPr lvl="0"/>
            <a:r>
              <a:rPr lang="en-US" noProof="false" err="true"/>
              <a:t>请输入正文内容</a:t>
            </a:r>
            <a:endParaRPr lang="en-US" noProof="false"/>
          </a:p>
        </p:txBody>
      </p:sp>
      <p:sp>
        <p:nvSpPr>
          <p:cNvPr id="1504" name="Text Placeholder 15"/>
          <p:cNvSpPr>
            <a:spLocks noGrp="true"/>
          </p:cNvSpPr>
          <p:nvPr>
            <p:ph type="body" sz="quarter" idx="23" hasCustomPrompt="true"/>
          </p:nvPr>
        </p:nvSpPr>
        <p:spPr>
          <a:xfrm>
            <a:off x="8748508" y="4199648"/>
            <a:ext cx="2841035" cy="1646868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false" i="false">
                <a:latin typeface="Noto Sans S Chinese Regular" panose="020B0500000000000000" pitchFamily="34" charset="-128"/>
              </a:defRPr>
            </a:lvl1pPr>
          </a:lstStyle>
          <a:p>
            <a:pPr lvl="0"/>
            <a:r>
              <a:rPr lang="en-US" noProof="false" err="true"/>
              <a:t>请输入正文内容</a:t>
            </a:r>
            <a:endParaRPr lang="en-US" noProof="false"/>
          </a:p>
        </p:txBody>
      </p:sp>
    </p:spTree>
  </p:cSld>
  <p:clrMapOvr>
    <a:masterClrMapping/>
  </p:clrMapOvr>
</p:sldLayout>
</file>

<file path=ppt/slideLayouts/slideLayout219.xml><?xml version="1.0" encoding="utf-8"?>
<p:sldLayout xmlns:a="http://schemas.openxmlformats.org/drawingml/2006/main" xmlns:p="http://schemas.openxmlformats.org/presentationml/2006/main">
  <p:cSld name="Feature Columns 3">
    <p:spTree>
      <p:nvGrpSpPr>
        <p:cNvPr id="150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6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/>
          <a:lstStyle/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1507" name="Text Placeholder 8"/>
          <p:cNvSpPr>
            <a:spLocks noGrp="true"/>
          </p:cNvSpPr>
          <p:nvPr>
            <p:ph type="body" sz="quarter" idx="16" hasCustomPrompt="true"/>
          </p:nvPr>
        </p:nvSpPr>
        <p:spPr>
          <a:xfrm>
            <a:off x="1497330" y="729940"/>
            <a:ext cx="1997075" cy="96931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28575">
            <a:noFill/>
          </a:ln>
        </p:spPr>
        <p:txBody>
          <a:bodyPr anchor="ctr" anchorCtr="false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00" b="true" i="false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false"/>
              <a:t>#$%</a:t>
            </a:r>
            <a:endParaRPr lang="en-US" noProof="false"/>
          </a:p>
        </p:txBody>
      </p:sp>
      <p:sp>
        <p:nvSpPr>
          <p:cNvPr id="1508" name="Text Placeholder 8"/>
          <p:cNvSpPr>
            <a:spLocks noGrp="true"/>
          </p:cNvSpPr>
          <p:nvPr>
            <p:ph type="body" sz="quarter" idx="23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noProof="false" err="true"/>
              <a:t>来源</a:t>
            </a:r>
            <a:endParaRPr lang="en-US" noProof="false"/>
          </a:p>
        </p:txBody>
      </p:sp>
      <p:sp>
        <p:nvSpPr>
          <p:cNvPr id="1509" name="Text Placeholder 9"/>
          <p:cNvSpPr>
            <a:spLocks noGrp="true"/>
          </p:cNvSpPr>
          <p:nvPr>
            <p:ph type="body" sz="quarter" idx="24" hasCustomPrompt="true"/>
          </p:nvPr>
        </p:nvSpPr>
        <p:spPr>
          <a:xfrm>
            <a:off x="1206182" y="2045335"/>
            <a:ext cx="2579370" cy="746760"/>
          </a:xfr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sz="26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  <a:lvl2pPr marL="0" indent="0" algn="ctr">
              <a:buNone/>
              <a:defRPr sz="1200"/>
            </a:lvl2pPr>
          </a:lstStyle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noProof="false" err="true"/>
              <a:t>请输入标题</a:t>
            </a:r>
            <a:endParaRPr lang="en-US" noProof="false"/>
          </a:p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请输入标题</a:t>
            </a:r>
            <a:endParaRPr lang="en-US" altLang="zh-CN" noProof="false"/>
          </a:p>
        </p:txBody>
      </p:sp>
      <p:sp>
        <p:nvSpPr>
          <p:cNvPr id="1510" name="Text Placeholder 7"/>
          <p:cNvSpPr>
            <a:spLocks noGrp="true"/>
          </p:cNvSpPr>
          <p:nvPr>
            <p:ph type="body" sz="quarter" idx="25" hasCustomPrompt="true"/>
          </p:nvPr>
        </p:nvSpPr>
        <p:spPr>
          <a:xfrm>
            <a:off x="1206182" y="2901253"/>
            <a:ext cx="2579372" cy="527748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false" err="true"/>
              <a:t>请输入正文内容</a:t>
            </a:r>
            <a:endParaRPr lang="en-US" noProof="false"/>
          </a:p>
        </p:txBody>
      </p:sp>
      <p:sp>
        <p:nvSpPr>
          <p:cNvPr id="1511" name="Text Placeholder 8"/>
          <p:cNvSpPr>
            <a:spLocks noGrp="true"/>
          </p:cNvSpPr>
          <p:nvPr>
            <p:ph type="body" sz="quarter" idx="26" hasCustomPrompt="true"/>
          </p:nvPr>
        </p:nvSpPr>
        <p:spPr>
          <a:xfrm>
            <a:off x="5097462" y="729940"/>
            <a:ext cx="1997075" cy="96931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28575">
            <a:noFill/>
          </a:ln>
        </p:spPr>
        <p:txBody>
          <a:bodyPr anchor="ctr" anchorCtr="false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6700" b="true" i="false" kern="1200" noProof="false" dirty="false">
                <a:solidFill>
                  <a:schemeClr val="bg1"/>
                </a:solidFill>
                <a:latin typeface="+mj-lt"/>
                <a:ea typeface="Noto Sans S Chinese Regular" panose="020B0500000000000000" pitchFamily="34" charset="-128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marL="0" lvl="0" indent="0" algn="ctr" defTabSz="914400" rtl="false" eaLnBrk="true" latinLnBrk="false" hangingPunct="true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noProof="false"/>
              <a:t>#$%</a:t>
            </a:r>
            <a:endParaRPr lang="en-US" noProof="false"/>
          </a:p>
        </p:txBody>
      </p:sp>
      <p:sp>
        <p:nvSpPr>
          <p:cNvPr id="1512" name="Text Placeholder 9"/>
          <p:cNvSpPr>
            <a:spLocks noGrp="true"/>
          </p:cNvSpPr>
          <p:nvPr>
            <p:ph type="body" sz="quarter" idx="27" hasCustomPrompt="true"/>
          </p:nvPr>
        </p:nvSpPr>
        <p:spPr>
          <a:xfrm>
            <a:off x="4806314" y="2045335"/>
            <a:ext cx="2579370" cy="746760"/>
          </a:xfr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lang="en-US" altLang="zh-CN" sz="26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  <a:lvl2pPr marL="0" indent="0" algn="ctr">
              <a:buNone/>
              <a:defRPr sz="1200"/>
            </a:lvl2pPr>
          </a:lstStyle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请输入标题</a:t>
            </a:r>
            <a:endParaRPr lang="en-US" altLang="zh-CN" noProof="false"/>
          </a:p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请输入标题</a:t>
            </a:r>
            <a:endParaRPr lang="en-US" altLang="zh-CN" noProof="false"/>
          </a:p>
        </p:txBody>
      </p:sp>
      <p:sp>
        <p:nvSpPr>
          <p:cNvPr id="1513" name="Text Placeholder 7"/>
          <p:cNvSpPr>
            <a:spLocks noGrp="true"/>
          </p:cNvSpPr>
          <p:nvPr>
            <p:ph type="body" sz="quarter" idx="28" hasCustomPrompt="true"/>
          </p:nvPr>
        </p:nvSpPr>
        <p:spPr>
          <a:xfrm>
            <a:off x="4806314" y="2901253"/>
            <a:ext cx="2579372" cy="527748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altLang="zh-CN" noProof="false" err="true"/>
              <a:t>请输入正文内容</a:t>
            </a:r>
            <a:endParaRPr lang="en-US" altLang="zh-CN" noProof="false"/>
          </a:p>
        </p:txBody>
      </p:sp>
      <p:sp>
        <p:nvSpPr>
          <p:cNvPr id="1514" name="Text Placeholder 8"/>
          <p:cNvSpPr>
            <a:spLocks noGrp="true"/>
          </p:cNvSpPr>
          <p:nvPr>
            <p:ph type="body" sz="quarter" idx="29" hasCustomPrompt="true"/>
          </p:nvPr>
        </p:nvSpPr>
        <p:spPr>
          <a:xfrm>
            <a:off x="8697592" y="729940"/>
            <a:ext cx="1997075" cy="96931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28575">
            <a:noFill/>
          </a:ln>
        </p:spPr>
        <p:txBody>
          <a:bodyPr anchor="ctr" anchorCtr="false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6700" b="true" i="false" kern="1200" noProof="false" dirty="false">
                <a:solidFill>
                  <a:schemeClr val="bg1"/>
                </a:solidFill>
                <a:latin typeface="+mj-lt"/>
                <a:ea typeface="Noto Sans S Chinese Regular" panose="020B0500000000000000" pitchFamily="34" charset="-128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marL="0" lvl="0" indent="0" algn="ctr" defTabSz="914400" rtl="false" eaLnBrk="true" latinLnBrk="false" hangingPunct="true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noProof="false"/>
              <a:t>#$%</a:t>
            </a:r>
            <a:endParaRPr lang="en-US" noProof="false"/>
          </a:p>
        </p:txBody>
      </p:sp>
      <p:sp>
        <p:nvSpPr>
          <p:cNvPr id="1515" name="Text Placeholder 9"/>
          <p:cNvSpPr>
            <a:spLocks noGrp="true"/>
          </p:cNvSpPr>
          <p:nvPr>
            <p:ph type="body" sz="quarter" idx="30" hasCustomPrompt="true"/>
          </p:nvPr>
        </p:nvSpPr>
        <p:spPr>
          <a:xfrm>
            <a:off x="8406444" y="2045335"/>
            <a:ext cx="2579370" cy="746760"/>
          </a:xfrm>
        </p:spPr>
        <p:txBody>
          <a:bodyPr/>
          <a:lstStyle>
            <a:lvl1pPr marL="0" indent="0" algn="ctr">
              <a:lnSpc>
                <a:spcPct val="80000"/>
              </a:lnSpc>
              <a:buNone/>
              <a:defRPr lang="en-US" altLang="zh-CN" sz="26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  <a:lvl2pPr marL="0" indent="0" algn="ctr">
              <a:buNone/>
              <a:defRPr sz="1200"/>
            </a:lvl2pPr>
          </a:lstStyle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请输入标题</a:t>
            </a:r>
            <a:endParaRPr lang="en-US" altLang="zh-CN" noProof="false"/>
          </a:p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请输入标题</a:t>
            </a:r>
            <a:endParaRPr lang="en-US" altLang="zh-CN" noProof="false"/>
          </a:p>
        </p:txBody>
      </p:sp>
      <p:sp>
        <p:nvSpPr>
          <p:cNvPr id="1516" name="Text Placeholder 7"/>
          <p:cNvSpPr>
            <a:spLocks noGrp="true"/>
          </p:cNvSpPr>
          <p:nvPr>
            <p:ph type="body" sz="quarter" idx="31" hasCustomPrompt="true"/>
          </p:nvPr>
        </p:nvSpPr>
        <p:spPr>
          <a:xfrm>
            <a:off x="8406444" y="2901253"/>
            <a:ext cx="2579372" cy="527748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altLang="zh-CN" noProof="false" err="true"/>
              <a:t>请输入正文内容</a:t>
            </a:r>
            <a:endParaRPr lang="en-US" altLang="zh-CN" noProof="false"/>
          </a:p>
        </p:txBody>
      </p:sp>
      <p:sp>
        <p:nvSpPr>
          <p:cNvPr id="1517" name="Text Placeholder 8"/>
          <p:cNvSpPr>
            <a:spLocks noGrp="true"/>
          </p:cNvSpPr>
          <p:nvPr>
            <p:ph type="body" sz="quarter" idx="32" hasCustomPrompt="true"/>
          </p:nvPr>
        </p:nvSpPr>
        <p:spPr>
          <a:xfrm>
            <a:off x="1497330" y="3579942"/>
            <a:ext cx="1997075" cy="96931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28575">
            <a:noFill/>
          </a:ln>
        </p:spPr>
        <p:txBody>
          <a:bodyPr anchor="ctr" anchorCtr="false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6700" b="true" i="false" kern="1200" noProof="false" dirty="false">
                <a:solidFill>
                  <a:schemeClr val="bg1"/>
                </a:solidFill>
                <a:latin typeface="+mj-lt"/>
                <a:ea typeface="Noto Sans S Chinese Regular" panose="020B0500000000000000" pitchFamily="34" charset="-128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marL="0" lvl="0" indent="0" algn="ctr" defTabSz="914400" rtl="false" eaLnBrk="true" latinLnBrk="false" hangingPunct="true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noProof="false"/>
              <a:t>#$%</a:t>
            </a:r>
            <a:endParaRPr lang="en-US" noProof="false"/>
          </a:p>
        </p:txBody>
      </p:sp>
      <p:sp>
        <p:nvSpPr>
          <p:cNvPr id="1518" name="Text Placeholder 9"/>
          <p:cNvSpPr>
            <a:spLocks noGrp="true"/>
          </p:cNvSpPr>
          <p:nvPr>
            <p:ph type="body" sz="quarter" idx="33" hasCustomPrompt="true"/>
          </p:nvPr>
        </p:nvSpPr>
        <p:spPr>
          <a:xfrm>
            <a:off x="1206182" y="4895337"/>
            <a:ext cx="2579370" cy="746760"/>
          </a:xfrm>
        </p:spPr>
        <p:txBody>
          <a:bodyPr/>
          <a:lstStyle>
            <a:lvl1pPr marL="0" indent="0" algn="ctr">
              <a:lnSpc>
                <a:spcPct val="80000"/>
              </a:lnSpc>
              <a:buNone/>
              <a:defRPr lang="en-US" altLang="zh-CN" sz="26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  <a:lvl2pPr marL="0" indent="0" algn="ctr">
              <a:buNone/>
              <a:defRPr sz="1200"/>
            </a:lvl2pPr>
          </a:lstStyle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请输入标题</a:t>
            </a:r>
            <a:endParaRPr lang="en-US" altLang="zh-CN" noProof="false"/>
          </a:p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请输入标题</a:t>
            </a:r>
            <a:endParaRPr lang="en-US" altLang="zh-CN" noProof="false"/>
          </a:p>
        </p:txBody>
      </p:sp>
      <p:sp>
        <p:nvSpPr>
          <p:cNvPr id="1519" name="Text Placeholder 7"/>
          <p:cNvSpPr>
            <a:spLocks noGrp="true"/>
          </p:cNvSpPr>
          <p:nvPr>
            <p:ph type="body" sz="quarter" idx="34" hasCustomPrompt="true"/>
          </p:nvPr>
        </p:nvSpPr>
        <p:spPr>
          <a:xfrm>
            <a:off x="1206182" y="5751255"/>
            <a:ext cx="2579372" cy="527748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altLang="zh-CN" noProof="false" err="true"/>
              <a:t>请输入正文内容</a:t>
            </a:r>
            <a:endParaRPr lang="en-US" altLang="zh-CN" noProof="false"/>
          </a:p>
        </p:txBody>
      </p:sp>
      <p:sp>
        <p:nvSpPr>
          <p:cNvPr id="1520" name="Text Placeholder 8"/>
          <p:cNvSpPr>
            <a:spLocks noGrp="true"/>
          </p:cNvSpPr>
          <p:nvPr>
            <p:ph type="body" sz="quarter" idx="35" hasCustomPrompt="true"/>
          </p:nvPr>
        </p:nvSpPr>
        <p:spPr>
          <a:xfrm>
            <a:off x="5097462" y="3579942"/>
            <a:ext cx="1997075" cy="96931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28575">
            <a:noFill/>
          </a:ln>
        </p:spPr>
        <p:txBody>
          <a:bodyPr anchor="ctr" anchorCtr="false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6700" b="true" i="false" kern="1200" noProof="false" dirty="false">
                <a:solidFill>
                  <a:schemeClr val="bg1"/>
                </a:solidFill>
                <a:latin typeface="+mj-lt"/>
                <a:ea typeface="Noto Sans S Chinese Regular" panose="020B0500000000000000" pitchFamily="34" charset="-128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marL="0" lvl="0" indent="0" algn="ctr" defTabSz="914400" rtl="false" eaLnBrk="true" latinLnBrk="false" hangingPunct="true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noProof="false"/>
              <a:t>#$%</a:t>
            </a:r>
            <a:endParaRPr lang="en-US" noProof="false"/>
          </a:p>
        </p:txBody>
      </p:sp>
      <p:sp>
        <p:nvSpPr>
          <p:cNvPr id="1521" name="Text Placeholder 9"/>
          <p:cNvSpPr>
            <a:spLocks noGrp="true"/>
          </p:cNvSpPr>
          <p:nvPr>
            <p:ph type="body" sz="quarter" idx="36" hasCustomPrompt="true"/>
          </p:nvPr>
        </p:nvSpPr>
        <p:spPr>
          <a:xfrm>
            <a:off x="4806314" y="4895337"/>
            <a:ext cx="2579370" cy="746760"/>
          </a:xfrm>
        </p:spPr>
        <p:txBody>
          <a:bodyPr/>
          <a:lstStyle>
            <a:lvl1pPr marL="0" indent="0" algn="ctr">
              <a:lnSpc>
                <a:spcPct val="80000"/>
              </a:lnSpc>
              <a:buNone/>
              <a:defRPr lang="en-US" altLang="zh-CN" sz="26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  <a:lvl2pPr marL="0" indent="0" algn="ctr">
              <a:buNone/>
              <a:defRPr sz="1200"/>
            </a:lvl2pPr>
          </a:lstStyle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请输入标题</a:t>
            </a:r>
            <a:endParaRPr lang="en-US" altLang="zh-CN" noProof="false"/>
          </a:p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请输入标题</a:t>
            </a:r>
            <a:endParaRPr lang="en-US" altLang="zh-CN" noProof="false"/>
          </a:p>
        </p:txBody>
      </p:sp>
      <p:sp>
        <p:nvSpPr>
          <p:cNvPr id="1522" name="Text Placeholder 7"/>
          <p:cNvSpPr>
            <a:spLocks noGrp="true"/>
          </p:cNvSpPr>
          <p:nvPr>
            <p:ph type="body" sz="quarter" idx="37" hasCustomPrompt="true"/>
          </p:nvPr>
        </p:nvSpPr>
        <p:spPr>
          <a:xfrm>
            <a:off x="4806314" y="5751255"/>
            <a:ext cx="2579372" cy="527748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altLang="zh-CN" noProof="false" err="true"/>
              <a:t>请输入正文内容</a:t>
            </a:r>
            <a:endParaRPr lang="en-US" altLang="zh-CN" noProof="false"/>
          </a:p>
        </p:txBody>
      </p:sp>
      <p:sp>
        <p:nvSpPr>
          <p:cNvPr id="1523" name="Text Placeholder 8"/>
          <p:cNvSpPr>
            <a:spLocks noGrp="true"/>
          </p:cNvSpPr>
          <p:nvPr>
            <p:ph type="body" sz="quarter" idx="38" hasCustomPrompt="true"/>
          </p:nvPr>
        </p:nvSpPr>
        <p:spPr>
          <a:xfrm>
            <a:off x="8697592" y="3579942"/>
            <a:ext cx="1997075" cy="96931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28575">
            <a:noFill/>
          </a:ln>
        </p:spPr>
        <p:txBody>
          <a:bodyPr anchor="ctr" anchorCtr="false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6700" b="true" i="false" kern="1200" noProof="false" dirty="false">
                <a:solidFill>
                  <a:schemeClr val="bg1"/>
                </a:solidFill>
                <a:latin typeface="+mj-lt"/>
                <a:ea typeface="Noto Sans S Chinese Regular" panose="020B0500000000000000" pitchFamily="34" charset="-128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marL="0" lvl="0" indent="0" algn="ctr" defTabSz="914400" rtl="false" eaLnBrk="true" latinLnBrk="false" hangingPunct="true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noProof="false"/>
              <a:t>#$%</a:t>
            </a:r>
            <a:endParaRPr lang="en-US" noProof="false"/>
          </a:p>
        </p:txBody>
      </p:sp>
      <p:sp>
        <p:nvSpPr>
          <p:cNvPr id="1524" name="Text Placeholder 9"/>
          <p:cNvSpPr>
            <a:spLocks noGrp="true"/>
          </p:cNvSpPr>
          <p:nvPr>
            <p:ph type="body" sz="quarter" idx="39" hasCustomPrompt="true"/>
          </p:nvPr>
        </p:nvSpPr>
        <p:spPr>
          <a:xfrm>
            <a:off x="8406444" y="4895337"/>
            <a:ext cx="2579370" cy="746760"/>
          </a:xfrm>
        </p:spPr>
        <p:txBody>
          <a:bodyPr/>
          <a:lstStyle>
            <a:lvl1pPr marL="0" indent="0" algn="ctr">
              <a:lnSpc>
                <a:spcPct val="80000"/>
              </a:lnSpc>
              <a:buNone/>
              <a:defRPr lang="en-US" altLang="zh-CN" sz="26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  <a:lvl2pPr marL="0" indent="0" algn="ctr">
              <a:buNone/>
              <a:defRPr sz="1200"/>
            </a:lvl2pPr>
          </a:lstStyle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请输入标题</a:t>
            </a:r>
            <a:endParaRPr lang="en-US" altLang="zh-CN" noProof="false"/>
          </a:p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请输入标题</a:t>
            </a:r>
            <a:endParaRPr lang="en-US" altLang="zh-CN" noProof="false"/>
          </a:p>
        </p:txBody>
      </p:sp>
      <p:sp>
        <p:nvSpPr>
          <p:cNvPr id="1525" name="Text Placeholder 7"/>
          <p:cNvSpPr>
            <a:spLocks noGrp="true"/>
          </p:cNvSpPr>
          <p:nvPr>
            <p:ph type="body" sz="quarter" idx="40" hasCustomPrompt="true"/>
          </p:nvPr>
        </p:nvSpPr>
        <p:spPr>
          <a:xfrm>
            <a:off x="8406444" y="5751255"/>
            <a:ext cx="2579372" cy="527748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altLang="zh-CN" noProof="false" err="true"/>
              <a:t>请输入正文内容</a:t>
            </a:r>
            <a:endParaRPr lang="en-US" altLang="zh-CN" noProof="false"/>
          </a:p>
        </p:txBody>
      </p:sp>
    </p:spTree>
  </p:cSld>
  <p:clrMapOvr>
    <a:masterClrMapping/>
  </p:clrMapOvr>
</p:sldLayout>
</file>

<file path=ppt/slideLayouts/slideLayout220.xml><?xml version="1.0" encoding="utf-8"?>
<p:sldLayout xmlns:a="http://schemas.openxmlformats.org/drawingml/2006/main" xmlns:p="http://schemas.openxmlformats.org/presentationml/2006/main">
  <p:cSld name="1_Feature Columns 3">
    <p:bg>
      <p:bgRef idx="1001">
        <a:schemeClr val="bg1"/>
      </p:bgRef>
    </p:bg>
    <p:spTree>
      <p:nvGrpSpPr>
        <p:cNvPr id="15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7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/>
          <a:lstStyle/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1528" name="Text Placeholder 8"/>
          <p:cNvSpPr>
            <a:spLocks noGrp="true"/>
          </p:cNvSpPr>
          <p:nvPr>
            <p:ph type="body" sz="quarter" idx="16" hasCustomPrompt="true"/>
          </p:nvPr>
        </p:nvSpPr>
        <p:spPr>
          <a:xfrm>
            <a:off x="1497330" y="729940"/>
            <a:ext cx="1997075" cy="96931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28575">
            <a:noFill/>
          </a:ln>
        </p:spPr>
        <p:txBody>
          <a:bodyPr anchor="ctr" anchorCtr="false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00" b="true" i="false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false"/>
              <a:t>#$%</a:t>
            </a:r>
            <a:endParaRPr lang="en-US" noProof="false"/>
          </a:p>
        </p:txBody>
      </p:sp>
      <p:sp>
        <p:nvSpPr>
          <p:cNvPr id="1529" name="Text Placeholder 8"/>
          <p:cNvSpPr>
            <a:spLocks noGrp="true"/>
          </p:cNvSpPr>
          <p:nvPr>
            <p:ph type="body" sz="quarter" idx="23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noProof="false" err="true"/>
              <a:t>来源</a:t>
            </a:r>
            <a:r>
              <a:rPr lang="zh-CN" altLang="en-US" noProof="false"/>
              <a:t>：</a:t>
            </a:r>
            <a:endParaRPr lang="en-US" noProof="false"/>
          </a:p>
        </p:txBody>
      </p:sp>
      <p:sp>
        <p:nvSpPr>
          <p:cNvPr id="1530" name="Text Placeholder 9"/>
          <p:cNvSpPr>
            <a:spLocks noGrp="true"/>
          </p:cNvSpPr>
          <p:nvPr>
            <p:ph type="body" sz="quarter" idx="24" hasCustomPrompt="true"/>
          </p:nvPr>
        </p:nvSpPr>
        <p:spPr>
          <a:xfrm>
            <a:off x="1206182" y="2045335"/>
            <a:ext cx="2579370" cy="746760"/>
          </a:xfrm>
        </p:spPr>
        <p:txBody>
          <a:bodyPr/>
          <a:lstStyle>
            <a:lvl1pPr marL="0" indent="0" algn="ctr">
              <a:lnSpc>
                <a:spcPct val="80000"/>
              </a:lnSpc>
              <a:buNone/>
              <a:defRPr lang="en-US" sz="26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  <a:lvl2pPr marL="0" indent="0" algn="ctr">
              <a:buNone/>
              <a:defRPr sz="1200"/>
            </a:lvl2pPr>
          </a:lstStyle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noProof="false" err="true"/>
              <a:t>请输入标题</a:t>
            </a:r>
            <a:endParaRPr lang="en-US" noProof="false"/>
          </a:p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请输入标题</a:t>
            </a:r>
            <a:endParaRPr lang="en-US" altLang="zh-CN" noProof="false"/>
          </a:p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noProof="false"/>
          </a:p>
        </p:txBody>
      </p:sp>
      <p:sp>
        <p:nvSpPr>
          <p:cNvPr id="1531" name="Text Placeholder 7"/>
          <p:cNvSpPr>
            <a:spLocks noGrp="true"/>
          </p:cNvSpPr>
          <p:nvPr>
            <p:ph type="body" sz="quarter" idx="25" hasCustomPrompt="true"/>
          </p:nvPr>
        </p:nvSpPr>
        <p:spPr>
          <a:xfrm>
            <a:off x="1206182" y="2901253"/>
            <a:ext cx="2579372" cy="527748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false" err="true"/>
              <a:t>请输入正文内容</a:t>
            </a:r>
            <a:endParaRPr lang="en-US" noProof="false"/>
          </a:p>
        </p:txBody>
      </p:sp>
      <p:sp>
        <p:nvSpPr>
          <p:cNvPr id="1532" name="Text Placeholder 8"/>
          <p:cNvSpPr>
            <a:spLocks noGrp="true"/>
          </p:cNvSpPr>
          <p:nvPr>
            <p:ph type="body" sz="quarter" idx="26" hasCustomPrompt="true"/>
          </p:nvPr>
        </p:nvSpPr>
        <p:spPr>
          <a:xfrm>
            <a:off x="5097462" y="729940"/>
            <a:ext cx="1997075" cy="96931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28575">
            <a:noFill/>
          </a:ln>
        </p:spPr>
        <p:txBody>
          <a:bodyPr anchor="ctr" anchorCtr="false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6700" b="true" i="false" kern="1200" noProof="false" dirty="false">
                <a:solidFill>
                  <a:schemeClr val="tx1"/>
                </a:solidFill>
                <a:latin typeface="+mj-lt"/>
                <a:ea typeface="Noto Sans S Chinese Regular" panose="020B0500000000000000" pitchFamily="34" charset="-128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marL="0" lvl="0" indent="0" algn="ctr" defTabSz="914400" rtl="false" eaLnBrk="true" latinLnBrk="false" hangingPunct="true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noProof="false"/>
              <a:t>#$%</a:t>
            </a:r>
            <a:endParaRPr lang="en-US" noProof="false"/>
          </a:p>
        </p:txBody>
      </p:sp>
      <p:sp>
        <p:nvSpPr>
          <p:cNvPr id="1533" name="Text Placeholder 9"/>
          <p:cNvSpPr>
            <a:spLocks noGrp="true"/>
          </p:cNvSpPr>
          <p:nvPr>
            <p:ph type="body" sz="quarter" idx="27" hasCustomPrompt="true"/>
          </p:nvPr>
        </p:nvSpPr>
        <p:spPr>
          <a:xfrm>
            <a:off x="4806314" y="2045335"/>
            <a:ext cx="2579370" cy="746760"/>
          </a:xfr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lang="en-US" altLang="zh-CN" sz="26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  <a:lvl2pPr marL="0" indent="0" algn="ctr">
              <a:buNone/>
              <a:defRPr sz="1200"/>
            </a:lvl2pPr>
          </a:lstStyle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请输入标题</a:t>
            </a:r>
            <a:endParaRPr lang="en-US" altLang="zh-CN" noProof="false"/>
          </a:p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请输入标题</a:t>
            </a:r>
            <a:endParaRPr lang="en-US" altLang="zh-CN" noProof="false"/>
          </a:p>
        </p:txBody>
      </p:sp>
      <p:sp>
        <p:nvSpPr>
          <p:cNvPr id="1534" name="Text Placeholder 7"/>
          <p:cNvSpPr>
            <a:spLocks noGrp="true"/>
          </p:cNvSpPr>
          <p:nvPr>
            <p:ph type="body" sz="quarter" idx="28" hasCustomPrompt="true"/>
          </p:nvPr>
        </p:nvSpPr>
        <p:spPr>
          <a:xfrm>
            <a:off x="4806314" y="2901253"/>
            <a:ext cx="2579372" cy="527748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altLang="zh-CN" noProof="false" err="true"/>
              <a:t>请输入正文内容</a:t>
            </a:r>
            <a:endParaRPr lang="en-US" altLang="zh-CN" noProof="false"/>
          </a:p>
        </p:txBody>
      </p:sp>
      <p:sp>
        <p:nvSpPr>
          <p:cNvPr id="1535" name="Text Placeholder 8"/>
          <p:cNvSpPr>
            <a:spLocks noGrp="true"/>
          </p:cNvSpPr>
          <p:nvPr>
            <p:ph type="body" sz="quarter" idx="29" hasCustomPrompt="true"/>
          </p:nvPr>
        </p:nvSpPr>
        <p:spPr>
          <a:xfrm>
            <a:off x="8697592" y="729940"/>
            <a:ext cx="1997075" cy="96931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28575">
            <a:noFill/>
          </a:ln>
        </p:spPr>
        <p:txBody>
          <a:bodyPr anchor="ctr" anchorCtr="false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6700" b="true" i="false" kern="1200" noProof="false" dirty="false">
                <a:solidFill>
                  <a:schemeClr val="tx1"/>
                </a:solidFill>
                <a:latin typeface="+mj-lt"/>
                <a:ea typeface="Noto Sans S Chinese Regular" panose="020B0500000000000000" pitchFamily="34" charset="-128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marL="0" lvl="0" indent="0" algn="ctr" defTabSz="914400" rtl="false" eaLnBrk="true" latinLnBrk="false" hangingPunct="true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noProof="false"/>
              <a:t>#$%</a:t>
            </a:r>
            <a:endParaRPr lang="en-US" noProof="false"/>
          </a:p>
        </p:txBody>
      </p:sp>
      <p:sp>
        <p:nvSpPr>
          <p:cNvPr id="1536" name="Text Placeholder 9"/>
          <p:cNvSpPr>
            <a:spLocks noGrp="true"/>
          </p:cNvSpPr>
          <p:nvPr>
            <p:ph type="body" sz="quarter" idx="30" hasCustomPrompt="true"/>
          </p:nvPr>
        </p:nvSpPr>
        <p:spPr>
          <a:xfrm>
            <a:off x="8406444" y="2045335"/>
            <a:ext cx="2579370" cy="746760"/>
          </a:xfrm>
        </p:spPr>
        <p:txBody>
          <a:bodyPr/>
          <a:lstStyle>
            <a:lvl1pPr marL="0" indent="0" algn="ctr">
              <a:lnSpc>
                <a:spcPct val="80000"/>
              </a:lnSpc>
              <a:buNone/>
              <a:defRPr lang="en-US" altLang="zh-CN" sz="26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  <a:lvl2pPr marL="0" indent="0" algn="ctr">
              <a:buNone/>
              <a:defRPr sz="1200"/>
            </a:lvl2pPr>
          </a:lstStyle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请输入标题</a:t>
            </a:r>
            <a:endParaRPr lang="en-US" altLang="zh-CN" noProof="false"/>
          </a:p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请输入标题</a:t>
            </a:r>
            <a:endParaRPr lang="en-US" altLang="zh-CN" noProof="false"/>
          </a:p>
        </p:txBody>
      </p:sp>
      <p:sp>
        <p:nvSpPr>
          <p:cNvPr id="1537" name="Text Placeholder 7"/>
          <p:cNvSpPr>
            <a:spLocks noGrp="true"/>
          </p:cNvSpPr>
          <p:nvPr>
            <p:ph type="body" sz="quarter" idx="31" hasCustomPrompt="true"/>
          </p:nvPr>
        </p:nvSpPr>
        <p:spPr>
          <a:xfrm>
            <a:off x="8406444" y="2901253"/>
            <a:ext cx="2579372" cy="527748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altLang="zh-CN" noProof="false" err="true"/>
              <a:t>请输入正文内容</a:t>
            </a:r>
            <a:endParaRPr lang="en-US" altLang="zh-CN" noProof="false"/>
          </a:p>
        </p:txBody>
      </p:sp>
      <p:sp>
        <p:nvSpPr>
          <p:cNvPr id="1538" name="Text Placeholder 8"/>
          <p:cNvSpPr>
            <a:spLocks noGrp="true"/>
          </p:cNvSpPr>
          <p:nvPr>
            <p:ph type="body" sz="quarter" idx="32" hasCustomPrompt="true"/>
          </p:nvPr>
        </p:nvSpPr>
        <p:spPr>
          <a:xfrm>
            <a:off x="1497330" y="3579942"/>
            <a:ext cx="1997075" cy="96931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28575">
            <a:noFill/>
          </a:ln>
        </p:spPr>
        <p:txBody>
          <a:bodyPr anchor="ctr" anchorCtr="false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6700" b="true" i="false" kern="1200" noProof="false" dirty="false">
                <a:solidFill>
                  <a:schemeClr val="tx1"/>
                </a:solidFill>
                <a:latin typeface="+mj-lt"/>
                <a:ea typeface="Noto Sans S Chinese Regular" panose="020B0500000000000000" pitchFamily="34" charset="-128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marL="0" lvl="0" indent="0" algn="ctr" defTabSz="914400" rtl="false" eaLnBrk="true" latinLnBrk="false" hangingPunct="true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noProof="false"/>
              <a:t>#$%</a:t>
            </a:r>
            <a:endParaRPr lang="en-US" noProof="false"/>
          </a:p>
        </p:txBody>
      </p:sp>
      <p:sp>
        <p:nvSpPr>
          <p:cNvPr id="1539" name="Text Placeholder 9"/>
          <p:cNvSpPr>
            <a:spLocks noGrp="true"/>
          </p:cNvSpPr>
          <p:nvPr>
            <p:ph type="body" sz="quarter" idx="33" hasCustomPrompt="true"/>
          </p:nvPr>
        </p:nvSpPr>
        <p:spPr>
          <a:xfrm>
            <a:off x="1206182" y="4895337"/>
            <a:ext cx="2579370" cy="746760"/>
          </a:xfrm>
        </p:spPr>
        <p:txBody>
          <a:bodyPr/>
          <a:lstStyle>
            <a:lvl1pPr marL="0" indent="0" algn="ctr">
              <a:lnSpc>
                <a:spcPct val="80000"/>
              </a:lnSpc>
              <a:buNone/>
              <a:defRPr lang="en-US" altLang="zh-CN" sz="26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  <a:lvl2pPr marL="0" indent="0" algn="ctr">
              <a:buNone/>
              <a:defRPr sz="1200"/>
            </a:lvl2pPr>
          </a:lstStyle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请输入标题</a:t>
            </a:r>
            <a:endParaRPr lang="en-US" altLang="zh-CN" noProof="false"/>
          </a:p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请输入标题</a:t>
            </a:r>
            <a:endParaRPr lang="en-US" altLang="zh-CN" noProof="false"/>
          </a:p>
        </p:txBody>
      </p:sp>
      <p:sp>
        <p:nvSpPr>
          <p:cNvPr id="1540" name="Text Placeholder 7"/>
          <p:cNvSpPr>
            <a:spLocks noGrp="true"/>
          </p:cNvSpPr>
          <p:nvPr>
            <p:ph type="body" sz="quarter" idx="34" hasCustomPrompt="true"/>
          </p:nvPr>
        </p:nvSpPr>
        <p:spPr>
          <a:xfrm>
            <a:off x="1206182" y="5751255"/>
            <a:ext cx="2579372" cy="527748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altLang="zh-CN" noProof="false" err="true"/>
              <a:t>请输入正文内容</a:t>
            </a:r>
            <a:endParaRPr lang="en-US" altLang="zh-CN" noProof="false"/>
          </a:p>
        </p:txBody>
      </p:sp>
      <p:sp>
        <p:nvSpPr>
          <p:cNvPr id="1541" name="Text Placeholder 8"/>
          <p:cNvSpPr>
            <a:spLocks noGrp="true"/>
          </p:cNvSpPr>
          <p:nvPr>
            <p:ph type="body" sz="quarter" idx="35" hasCustomPrompt="true"/>
          </p:nvPr>
        </p:nvSpPr>
        <p:spPr>
          <a:xfrm>
            <a:off x="5097462" y="3579942"/>
            <a:ext cx="1997075" cy="96931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28575">
            <a:noFill/>
          </a:ln>
        </p:spPr>
        <p:txBody>
          <a:bodyPr anchor="ctr" anchorCtr="false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6700" b="true" i="false" kern="1200" noProof="false" dirty="false">
                <a:solidFill>
                  <a:schemeClr val="tx1"/>
                </a:solidFill>
                <a:latin typeface="+mj-lt"/>
                <a:ea typeface="Noto Sans S Chinese Regular" panose="020B0500000000000000" pitchFamily="34" charset="-128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marL="0" lvl="0" indent="0" algn="ctr" defTabSz="914400" rtl="false" eaLnBrk="true" latinLnBrk="false" hangingPunct="true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noProof="false"/>
              <a:t>#$%</a:t>
            </a:r>
            <a:endParaRPr lang="en-US" noProof="false"/>
          </a:p>
        </p:txBody>
      </p:sp>
      <p:sp>
        <p:nvSpPr>
          <p:cNvPr id="1542" name="Text Placeholder 9"/>
          <p:cNvSpPr>
            <a:spLocks noGrp="true"/>
          </p:cNvSpPr>
          <p:nvPr>
            <p:ph type="body" sz="quarter" idx="36" hasCustomPrompt="true"/>
          </p:nvPr>
        </p:nvSpPr>
        <p:spPr>
          <a:xfrm>
            <a:off x="4806314" y="4895337"/>
            <a:ext cx="2579370" cy="746760"/>
          </a:xfrm>
        </p:spPr>
        <p:txBody>
          <a:bodyPr/>
          <a:lstStyle>
            <a:lvl1pPr marL="0" indent="0" algn="ctr">
              <a:lnSpc>
                <a:spcPct val="80000"/>
              </a:lnSpc>
              <a:buNone/>
              <a:defRPr lang="en-US" altLang="zh-CN" sz="26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  <a:lvl2pPr marL="0" indent="0" algn="ctr">
              <a:buNone/>
              <a:defRPr sz="1200"/>
            </a:lvl2pPr>
          </a:lstStyle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请输入标题</a:t>
            </a:r>
            <a:endParaRPr lang="en-US" altLang="zh-CN" noProof="false"/>
          </a:p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请输入标题</a:t>
            </a:r>
            <a:endParaRPr lang="en-US" altLang="zh-CN" noProof="false"/>
          </a:p>
        </p:txBody>
      </p:sp>
      <p:sp>
        <p:nvSpPr>
          <p:cNvPr id="1543" name="Text Placeholder 7"/>
          <p:cNvSpPr>
            <a:spLocks noGrp="true"/>
          </p:cNvSpPr>
          <p:nvPr>
            <p:ph type="body" sz="quarter" idx="37" hasCustomPrompt="true"/>
          </p:nvPr>
        </p:nvSpPr>
        <p:spPr>
          <a:xfrm>
            <a:off x="4806314" y="5751255"/>
            <a:ext cx="2579372" cy="527748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altLang="zh-CN" noProof="false" err="true"/>
              <a:t>请输入正文内容</a:t>
            </a:r>
            <a:endParaRPr lang="en-US" altLang="zh-CN" noProof="false"/>
          </a:p>
        </p:txBody>
      </p:sp>
      <p:sp>
        <p:nvSpPr>
          <p:cNvPr id="1544" name="Text Placeholder 8"/>
          <p:cNvSpPr>
            <a:spLocks noGrp="true"/>
          </p:cNvSpPr>
          <p:nvPr>
            <p:ph type="body" sz="quarter" idx="38" hasCustomPrompt="true"/>
          </p:nvPr>
        </p:nvSpPr>
        <p:spPr>
          <a:xfrm>
            <a:off x="8697592" y="3579942"/>
            <a:ext cx="1997075" cy="96931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28575">
            <a:noFill/>
          </a:ln>
        </p:spPr>
        <p:txBody>
          <a:bodyPr anchor="ctr" anchorCtr="false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6700" b="true" i="false" kern="1200" noProof="false" dirty="false">
                <a:solidFill>
                  <a:schemeClr val="tx1"/>
                </a:solidFill>
                <a:latin typeface="+mj-lt"/>
                <a:ea typeface="Noto Sans S Chinese Regular" panose="020B0500000000000000" pitchFamily="34" charset="-128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marL="0" lvl="0" indent="0" algn="ctr" defTabSz="914400" rtl="false" eaLnBrk="true" latinLnBrk="false" hangingPunct="true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noProof="false"/>
              <a:t>#$%</a:t>
            </a:r>
            <a:endParaRPr lang="en-US" noProof="false"/>
          </a:p>
        </p:txBody>
      </p:sp>
      <p:sp>
        <p:nvSpPr>
          <p:cNvPr id="1545" name="Text Placeholder 9"/>
          <p:cNvSpPr>
            <a:spLocks noGrp="true"/>
          </p:cNvSpPr>
          <p:nvPr>
            <p:ph type="body" sz="quarter" idx="39" hasCustomPrompt="true"/>
          </p:nvPr>
        </p:nvSpPr>
        <p:spPr>
          <a:xfrm>
            <a:off x="8406444" y="4895337"/>
            <a:ext cx="2579370" cy="746760"/>
          </a:xfrm>
        </p:spPr>
        <p:txBody>
          <a:bodyPr/>
          <a:lstStyle>
            <a:lvl1pPr marL="0" indent="0" algn="ctr">
              <a:lnSpc>
                <a:spcPct val="80000"/>
              </a:lnSpc>
              <a:buNone/>
              <a:defRPr lang="en-US" altLang="zh-CN" sz="26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  <a:lvl2pPr marL="0" indent="0" algn="ctr">
              <a:buNone/>
              <a:defRPr sz="1200"/>
            </a:lvl2pPr>
          </a:lstStyle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noProof="false" err="true"/>
              <a:t>请输入标题</a:t>
            </a:r>
            <a:endParaRPr lang="en-US" altLang="zh-CN" noProof="false"/>
          </a:p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请输入标题</a:t>
            </a:r>
            <a:endParaRPr lang="en-US" altLang="zh-CN" noProof="false"/>
          </a:p>
        </p:txBody>
      </p:sp>
      <p:sp>
        <p:nvSpPr>
          <p:cNvPr id="1546" name="Text Placeholder 7"/>
          <p:cNvSpPr>
            <a:spLocks noGrp="true"/>
          </p:cNvSpPr>
          <p:nvPr>
            <p:ph type="body" sz="quarter" idx="40" hasCustomPrompt="true"/>
          </p:nvPr>
        </p:nvSpPr>
        <p:spPr>
          <a:xfrm>
            <a:off x="8406444" y="5751255"/>
            <a:ext cx="2579372" cy="527748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altLang="zh-CN" noProof="false" err="true"/>
              <a:t>请输入正文内容</a:t>
            </a:r>
            <a:endParaRPr lang="en-US" altLang="zh-CN" noProof="false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21.xml><?xml version="1.0" encoding="utf-8"?>
<p:sldLayout xmlns:a="http://schemas.openxmlformats.org/drawingml/2006/main" xmlns:p="http://schemas.openxmlformats.org/presentationml/2006/main">
  <p:cSld name="6_Feature Columns 3 yellow background">
    <p:spTree>
      <p:nvGrpSpPr>
        <p:cNvPr id="15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5" name="Rectangle: Rounded Corners 7"/>
          <p:cNvSpPr/>
          <p:nvPr userDrawn="true"/>
        </p:nvSpPr>
        <p:spPr>
          <a:xfrm>
            <a:off x="498476" y="1735358"/>
            <a:ext cx="3563938" cy="4523201"/>
          </a:xfrm>
          <a:prstGeom prst="roundRect">
            <a:avLst>
              <a:gd name="adj" fmla="val 448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 lang="en-US" b="false" i="false" noProof="false">
              <a:latin typeface="Noto Sans S Chinese Regular" panose="020B0500000000000000" pitchFamily="34" charset="-128"/>
            </a:endParaRPr>
          </a:p>
        </p:txBody>
      </p:sp>
      <p:sp>
        <p:nvSpPr>
          <p:cNvPr id="1566" name="Rectangle: Rounded Corners 15"/>
          <p:cNvSpPr/>
          <p:nvPr userDrawn="true"/>
        </p:nvSpPr>
        <p:spPr>
          <a:xfrm>
            <a:off x="4314825" y="1735358"/>
            <a:ext cx="3563938" cy="4523201"/>
          </a:xfrm>
          <a:prstGeom prst="roundRect">
            <a:avLst>
              <a:gd name="adj" fmla="val 448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 lang="en-US" b="false" i="false" noProof="false">
              <a:latin typeface="Noto Sans S Chinese Regular" panose="020B0500000000000000" pitchFamily="34" charset="-128"/>
            </a:endParaRPr>
          </a:p>
        </p:txBody>
      </p:sp>
      <p:sp>
        <p:nvSpPr>
          <p:cNvPr id="1567" name="Rectangle: Rounded Corners 19"/>
          <p:cNvSpPr/>
          <p:nvPr userDrawn="true"/>
        </p:nvSpPr>
        <p:spPr>
          <a:xfrm>
            <a:off x="8131175" y="1735358"/>
            <a:ext cx="3563938" cy="4523201"/>
          </a:xfrm>
          <a:prstGeom prst="roundRect">
            <a:avLst>
              <a:gd name="adj" fmla="val 448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 lang="en-US" b="false" i="false" noProof="false">
              <a:latin typeface="Noto Sans S Chinese Regular" panose="020B0500000000000000" pitchFamily="34" charset="-128"/>
            </a:endParaRPr>
          </a:p>
        </p:txBody>
      </p:sp>
      <p:sp>
        <p:nvSpPr>
          <p:cNvPr id="1568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/>
          <a:lstStyle/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1569" name="Title 11"/>
          <p:cNvSpPr>
            <a:spLocks noGrp="true"/>
          </p:cNvSpPr>
          <p:nvPr>
            <p:ph type="title" hasCustomPrompt="true"/>
          </p:nvPr>
        </p:nvSpPr>
        <p:spPr>
          <a:xfrm>
            <a:off x="498475" y="525784"/>
            <a:ext cx="11186160" cy="865693"/>
          </a:xfrm>
        </p:spPr>
        <p:txBody>
          <a:bodyPr/>
          <a:lstStyle>
            <a:lvl1pPr algn="ctr" defTabSz="914400" rtl="false" eaLnBrk="true" latinLnBrk="false" hangingPunct="true">
              <a:lnSpc>
                <a:spcPct val="90000"/>
              </a:lnSpc>
              <a:spcBef>
                <a:spcPct val="1"/>
              </a:spcBef>
              <a:buNone/>
              <a:defRPr lang="en-US" sz="3200" b="true" i="false" kern="1200" cap="none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j-cs"/>
              </a:defRPr>
            </a:lvl1pPr>
          </a:lstStyle>
          <a:p>
            <a:pPr/>
            <a:r>
              <a:rPr lang="en-US" altLang="zh-CN" noProof="false" err="true"/>
              <a:t>请输入标题</a:t>
            </a:r>
            <a:br>
              <a:rPr lang="en-US" altLang="zh-CN" noProof="false"/>
            </a:br>
            <a:r>
              <a:rPr lang="en-US" altLang="zh-CN" noProof="false" err="true"/>
              <a:t>请输入标题</a:t>
            </a:r>
            <a:endParaRPr lang="en-US" noProof="false"/>
          </a:p>
        </p:txBody>
      </p:sp>
      <p:sp>
        <p:nvSpPr>
          <p:cNvPr id="1570" name="Text Placeholder 8"/>
          <p:cNvSpPr>
            <a:spLocks noGrp="true"/>
          </p:cNvSpPr>
          <p:nvPr>
            <p:ph type="body" sz="quarter" idx="16" hasCustomPrompt="true"/>
          </p:nvPr>
        </p:nvSpPr>
        <p:spPr>
          <a:xfrm>
            <a:off x="498476" y="2286000"/>
            <a:ext cx="3563938" cy="1514608"/>
          </a:xfrm>
        </p:spPr>
        <p:txBody>
          <a:bodyPr>
            <a:noAutofit/>
          </a:bodyPr>
          <a:lstStyle>
            <a:lvl1pPr marL="0" indent="0" algn="ctr">
              <a:buNone/>
              <a:defRPr sz="11000" b="true" i="false">
                <a:solidFill>
                  <a:srgbClr val="FF6200"/>
                </a:solidFill>
                <a:latin typeface="+mj-lt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false"/>
              <a:t>#$%</a:t>
            </a:r>
            <a:endParaRPr lang="en-US" noProof="false"/>
          </a:p>
        </p:txBody>
      </p:sp>
      <p:sp>
        <p:nvSpPr>
          <p:cNvPr id="1571" name="Text Placeholder 15"/>
          <p:cNvSpPr>
            <a:spLocks noGrp="true"/>
          </p:cNvSpPr>
          <p:nvPr>
            <p:ph type="body" sz="quarter" idx="17" hasCustomPrompt="true"/>
          </p:nvPr>
        </p:nvSpPr>
        <p:spPr>
          <a:xfrm>
            <a:off x="867365" y="4212651"/>
            <a:ext cx="2841035" cy="1633865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false" i="false">
                <a:solidFill>
                  <a:schemeClr val="tx1"/>
                </a:solidFill>
                <a:latin typeface="Noto Sans S Chinese Regular" panose="020B0500000000000000" pitchFamily="34" charset="-128"/>
              </a:defRPr>
            </a:lvl1pPr>
          </a:lstStyle>
          <a:p>
            <a:pPr lvl="0"/>
            <a:r>
              <a:rPr lang="en-US" noProof="false" err="true"/>
              <a:t>请输入正文内容</a:t>
            </a:r>
            <a:endParaRPr lang="en-US" noProof="false"/>
          </a:p>
        </p:txBody>
      </p:sp>
      <p:sp>
        <p:nvSpPr>
          <p:cNvPr id="1572" name="Text Placeholder 8"/>
          <p:cNvSpPr>
            <a:spLocks noGrp="true"/>
          </p:cNvSpPr>
          <p:nvPr>
            <p:ph type="body" sz="quarter" idx="18" hasCustomPrompt="true"/>
          </p:nvPr>
        </p:nvSpPr>
        <p:spPr>
          <a:xfrm>
            <a:off x="4314825" y="2286000"/>
            <a:ext cx="3563938" cy="1514608"/>
          </a:xfrm>
        </p:spPr>
        <p:txBody>
          <a:bodyPr>
            <a:noAutofit/>
          </a:bodyPr>
          <a:lstStyle>
            <a:lvl1pPr marL="0" indent="0" algn="ctr">
              <a:buNone/>
              <a:defRPr lang="en-US" sz="11000" b="true" i="false" kern="1200" noProof="false" dirty="false">
                <a:solidFill>
                  <a:srgbClr val="FF6200"/>
                </a:solidFill>
                <a:latin typeface="+mj-lt"/>
                <a:ea typeface="Noto Sans S Chinese Regular" panose="020B0500000000000000" pitchFamily="34" charset="-128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noProof="false"/>
              <a:t>#$%</a:t>
            </a:r>
            <a:endParaRPr lang="en-US" noProof="false"/>
          </a:p>
        </p:txBody>
      </p:sp>
      <p:sp>
        <p:nvSpPr>
          <p:cNvPr id="1573" name="Text Placeholder 15"/>
          <p:cNvSpPr>
            <a:spLocks noGrp="true"/>
          </p:cNvSpPr>
          <p:nvPr>
            <p:ph type="body" sz="quarter" idx="20" hasCustomPrompt="true"/>
          </p:nvPr>
        </p:nvSpPr>
        <p:spPr>
          <a:xfrm>
            <a:off x="4683714" y="4212651"/>
            <a:ext cx="2841035" cy="1633865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false" i="false">
                <a:solidFill>
                  <a:schemeClr val="tx1"/>
                </a:solidFill>
                <a:latin typeface="Noto Sans S Chinese Regular" panose="020B0500000000000000" pitchFamily="34" charset="-128"/>
              </a:defRPr>
            </a:lvl1pPr>
          </a:lstStyle>
          <a:p>
            <a:pPr lvl="0"/>
            <a:r>
              <a:rPr lang="en-US" altLang="zh-CN" noProof="false" err="true"/>
              <a:t>请输入正文内容</a:t>
            </a:r>
            <a:endParaRPr lang="en-US" altLang="zh-CN" noProof="false"/>
          </a:p>
        </p:txBody>
      </p:sp>
      <p:sp>
        <p:nvSpPr>
          <p:cNvPr id="1574" name="Text Placeholder 8"/>
          <p:cNvSpPr>
            <a:spLocks noGrp="true"/>
          </p:cNvSpPr>
          <p:nvPr>
            <p:ph type="body" sz="quarter" idx="21" hasCustomPrompt="true"/>
          </p:nvPr>
        </p:nvSpPr>
        <p:spPr>
          <a:xfrm>
            <a:off x="8131175" y="2286000"/>
            <a:ext cx="3563938" cy="1514608"/>
          </a:xfrm>
        </p:spPr>
        <p:txBody>
          <a:bodyPr>
            <a:noAutofit/>
          </a:bodyPr>
          <a:lstStyle>
            <a:lvl1pPr marL="0" indent="0" algn="ctr">
              <a:buNone/>
              <a:defRPr lang="en-US" sz="11000" b="true" i="false" kern="1200" noProof="false" dirty="false">
                <a:solidFill>
                  <a:srgbClr val="FF6200"/>
                </a:solidFill>
                <a:latin typeface="+mj-lt"/>
                <a:ea typeface="Noto Sans S Chinese Regular" panose="020B0500000000000000" pitchFamily="34" charset="-128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noProof="false"/>
              <a:t>#$%</a:t>
            </a:r>
            <a:endParaRPr lang="en-US" noProof="false"/>
          </a:p>
        </p:txBody>
      </p:sp>
      <p:sp>
        <p:nvSpPr>
          <p:cNvPr id="1575" name="Text Placeholder 15"/>
          <p:cNvSpPr>
            <a:spLocks noGrp="true"/>
          </p:cNvSpPr>
          <p:nvPr>
            <p:ph type="body" sz="quarter" idx="23" hasCustomPrompt="true"/>
          </p:nvPr>
        </p:nvSpPr>
        <p:spPr>
          <a:xfrm>
            <a:off x="8500064" y="4212651"/>
            <a:ext cx="2841035" cy="1633865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false" i="false">
                <a:solidFill>
                  <a:schemeClr val="tx1"/>
                </a:solidFill>
                <a:latin typeface="Noto Sans S Chinese Regular" panose="020B0500000000000000" pitchFamily="34" charset="-128"/>
              </a:defRPr>
            </a:lvl1pPr>
          </a:lstStyle>
          <a:p>
            <a:pPr lvl="0"/>
            <a:r>
              <a:rPr lang="en-US" altLang="zh-CN" noProof="false" err="true"/>
              <a:t>请输入正文内容</a:t>
            </a:r>
            <a:endParaRPr lang="en-US" altLang="zh-CN" noProof="false"/>
          </a:p>
        </p:txBody>
      </p:sp>
      <p:sp>
        <p:nvSpPr>
          <p:cNvPr id="1576" name="Text Placeholder 8"/>
          <p:cNvSpPr>
            <a:spLocks noGrp="true"/>
          </p:cNvSpPr>
          <p:nvPr>
            <p:ph type="body" sz="quarter" idx="24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noProof="false" err="true"/>
              <a:t>来源</a:t>
            </a:r>
            <a:r>
              <a:rPr lang="zh-CN" altLang="en-US" noProof="false"/>
              <a:t>：</a:t>
            </a:r>
            <a:endParaRPr lang="en-US" noProof="false"/>
          </a:p>
        </p:txBody>
      </p:sp>
    </p:spTree>
  </p:cSld>
  <p:clrMapOvr>
    <a:masterClrMapping/>
  </p:clrMapOvr>
</p:sldLayout>
</file>

<file path=ppt/slideLayouts/slideLayout222.xml><?xml version="1.0" encoding="utf-8"?>
<p:sldLayout xmlns:a="http://schemas.openxmlformats.org/drawingml/2006/main" xmlns:p="http://schemas.openxmlformats.org/presentationml/2006/main">
  <p:cSld name="Feature Columns 4 multi background">
    <p:spTree>
      <p:nvGrpSpPr>
        <p:cNvPr id="157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8" name="Rectangle 20"/>
          <p:cNvSpPr/>
          <p:nvPr userDrawn="true"/>
        </p:nvSpPr>
        <p:spPr>
          <a:xfrm>
            <a:off x="0" y="1731523"/>
            <a:ext cx="3052800" cy="5126477"/>
          </a:xfrm>
          <a:prstGeom prst="rect">
            <a:avLst/>
          </a:prstGeom>
          <a:solidFill>
            <a:srgbClr val="9178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 lang="en-US" b="false" i="false" noProof="false">
              <a:latin typeface="Noto Sans S Chinese Regular" panose="020B0500000000000000" pitchFamily="34" charset="-128"/>
            </a:endParaRPr>
          </a:p>
        </p:txBody>
      </p:sp>
      <p:sp>
        <p:nvSpPr>
          <p:cNvPr id="1579" name="Rectangle 31"/>
          <p:cNvSpPr/>
          <p:nvPr userDrawn="true"/>
        </p:nvSpPr>
        <p:spPr>
          <a:xfrm>
            <a:off x="3048326" y="1731523"/>
            <a:ext cx="3052800" cy="5126477"/>
          </a:xfrm>
          <a:prstGeom prst="rect">
            <a:avLst/>
          </a:prstGeom>
          <a:solidFill>
            <a:srgbClr val="25CB5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 lang="en-US" b="false" i="false" noProof="false">
              <a:latin typeface="Noto Sans S Chinese Regular" panose="020B0500000000000000" pitchFamily="34" charset="-128"/>
            </a:endParaRPr>
          </a:p>
        </p:txBody>
      </p:sp>
      <p:sp>
        <p:nvSpPr>
          <p:cNvPr id="1580" name="Rectangle 32"/>
          <p:cNvSpPr/>
          <p:nvPr userDrawn="true"/>
        </p:nvSpPr>
        <p:spPr>
          <a:xfrm>
            <a:off x="6101126" y="1731523"/>
            <a:ext cx="3052800" cy="512647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 lang="en-US" b="false" i="false" noProof="false">
              <a:latin typeface="Noto Sans S Chinese Regular" panose="020B0500000000000000" pitchFamily="34" charset="-128"/>
            </a:endParaRPr>
          </a:p>
        </p:txBody>
      </p:sp>
      <p:sp>
        <p:nvSpPr>
          <p:cNvPr id="1581" name="Rectangle 33"/>
          <p:cNvSpPr/>
          <p:nvPr userDrawn="true"/>
        </p:nvSpPr>
        <p:spPr>
          <a:xfrm>
            <a:off x="9153926" y="1731523"/>
            <a:ext cx="3052800" cy="5126477"/>
          </a:xfrm>
          <a:prstGeom prst="rect">
            <a:avLst/>
          </a:prstGeom>
          <a:solidFill>
            <a:srgbClr val="F986E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 lang="en-US" b="false" i="false" noProof="false">
              <a:latin typeface="Noto Sans S Chinese Regular" panose="020B0500000000000000" pitchFamily="34" charset="-128"/>
            </a:endParaRPr>
          </a:p>
        </p:txBody>
      </p:sp>
      <p:sp>
        <p:nvSpPr>
          <p:cNvPr id="1582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/>
          <a:lstStyle/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1583" name="Title 11"/>
          <p:cNvSpPr>
            <a:spLocks noGrp="true"/>
          </p:cNvSpPr>
          <p:nvPr>
            <p:ph type="title" hasCustomPrompt="true"/>
          </p:nvPr>
        </p:nvSpPr>
        <p:spPr>
          <a:xfrm>
            <a:off x="498475" y="525784"/>
            <a:ext cx="11186160" cy="872363"/>
          </a:xfrm>
        </p:spPr>
        <p:txBody>
          <a:bodyPr/>
          <a:lstStyle>
            <a:lvl1pPr algn="ctr" defTabSz="914400" rtl="false" eaLnBrk="true" latinLnBrk="false" hangingPunct="true">
              <a:lnSpc>
                <a:spcPct val="90000"/>
              </a:lnSpc>
              <a:spcBef>
                <a:spcPct val="1"/>
              </a:spcBef>
              <a:buNone/>
              <a:defRPr lang="en-US" sz="3200" b="true" i="false" kern="1200" cap="none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j-cs"/>
              </a:defRPr>
            </a:lvl1pPr>
          </a:lstStyle>
          <a:p>
            <a:pPr/>
            <a:r>
              <a:rPr lang="en-US" noProof="false" err="true"/>
              <a:t>请输入标题</a:t>
            </a:r>
            <a:br>
              <a:rPr lang="en-US" noProof="false"/>
            </a:br>
            <a:r>
              <a:rPr lang="en-US" altLang="zh-CN" noProof="false" err="true"/>
              <a:t>请输入标题</a:t>
            </a:r>
            <a:endParaRPr lang="en-US" noProof="false"/>
          </a:p>
        </p:txBody>
      </p:sp>
      <p:sp>
        <p:nvSpPr>
          <p:cNvPr id="1584" name="Text Placeholder 8"/>
          <p:cNvSpPr>
            <a:spLocks noGrp="true"/>
          </p:cNvSpPr>
          <p:nvPr>
            <p:ph type="body" sz="quarter" idx="16" hasCustomPrompt="true"/>
          </p:nvPr>
        </p:nvSpPr>
        <p:spPr>
          <a:xfrm>
            <a:off x="219797" y="2286000"/>
            <a:ext cx="2610484" cy="1143000"/>
          </a:xfrm>
        </p:spPr>
        <p:txBody>
          <a:bodyPr>
            <a:noAutofit/>
          </a:bodyPr>
          <a:lstStyle>
            <a:lvl1pPr marL="0" indent="0" algn="ctr">
              <a:buNone/>
              <a:defRPr sz="8000" b="true" i="false">
                <a:latin typeface="+mj-lt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false"/>
              <a:t>#$%</a:t>
            </a:r>
            <a:endParaRPr lang="en-US" noProof="false"/>
          </a:p>
        </p:txBody>
      </p:sp>
      <p:sp>
        <p:nvSpPr>
          <p:cNvPr id="1585" name="Text Placeholder 15"/>
          <p:cNvSpPr>
            <a:spLocks noGrp="true"/>
          </p:cNvSpPr>
          <p:nvPr>
            <p:ph type="body" sz="quarter" idx="17" hasCustomPrompt="true"/>
          </p:nvPr>
        </p:nvSpPr>
        <p:spPr>
          <a:xfrm>
            <a:off x="418041" y="3979642"/>
            <a:ext cx="2206752" cy="1818106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false" i="false">
                <a:latin typeface="Noto Sans S Chinese Regular" panose="020B0500000000000000" pitchFamily="34" charset="-128"/>
              </a:defRPr>
            </a:lvl1pPr>
          </a:lstStyle>
          <a:p>
            <a:pPr lvl="0"/>
            <a:r>
              <a:rPr lang="en-US" noProof="false" err="true"/>
              <a:t>请输入正文内容</a:t>
            </a:r>
            <a:endParaRPr lang="en-US" noProof="false"/>
          </a:p>
        </p:txBody>
      </p:sp>
      <p:sp>
        <p:nvSpPr>
          <p:cNvPr id="1586" name="Text Placeholder 8"/>
          <p:cNvSpPr>
            <a:spLocks noGrp="true"/>
          </p:cNvSpPr>
          <p:nvPr>
            <p:ph type="body" sz="quarter" idx="18" hasCustomPrompt="true"/>
          </p:nvPr>
        </p:nvSpPr>
        <p:spPr>
          <a:xfrm>
            <a:off x="9370610" y="2286000"/>
            <a:ext cx="2610484" cy="1143000"/>
          </a:xfrm>
        </p:spPr>
        <p:txBody>
          <a:bodyPr>
            <a:noAutofit/>
          </a:bodyPr>
          <a:lstStyle>
            <a:lvl1pPr marL="0" indent="0" algn="ctr">
              <a:buNone/>
              <a:defRPr lang="en-US" sz="8000" b="true" i="false" kern="1200" noProof="false" dirty="false">
                <a:solidFill>
                  <a:schemeClr val="tx1"/>
                </a:solidFill>
                <a:latin typeface="+mj-lt"/>
                <a:ea typeface="Noto Sans S Chinese Regular" panose="020B0500000000000000" pitchFamily="34" charset="-128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noProof="false"/>
              <a:t>#$%</a:t>
            </a:r>
            <a:endParaRPr lang="en-US" noProof="false"/>
          </a:p>
        </p:txBody>
      </p:sp>
      <p:sp>
        <p:nvSpPr>
          <p:cNvPr id="1587" name="Text Placeholder 15"/>
          <p:cNvSpPr>
            <a:spLocks noGrp="true"/>
          </p:cNvSpPr>
          <p:nvPr>
            <p:ph type="body" sz="quarter" idx="20" hasCustomPrompt="true"/>
          </p:nvPr>
        </p:nvSpPr>
        <p:spPr>
          <a:xfrm>
            <a:off x="9572476" y="3979642"/>
            <a:ext cx="2206752" cy="1818106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false" i="false">
                <a:latin typeface="Noto Sans S Chinese Regular" panose="020B0500000000000000" pitchFamily="34" charset="-128"/>
              </a:defRPr>
            </a:lvl1pPr>
          </a:lstStyle>
          <a:p>
            <a:pPr lvl="0"/>
            <a:r>
              <a:rPr lang="en-US" altLang="zh-CN" noProof="false" err="true"/>
              <a:t>请输入正文内容</a:t>
            </a:r>
            <a:endParaRPr lang="en-US" altLang="zh-CN" noProof="false"/>
          </a:p>
        </p:txBody>
      </p:sp>
      <p:sp>
        <p:nvSpPr>
          <p:cNvPr id="1588" name="Text Placeholder 8"/>
          <p:cNvSpPr>
            <a:spLocks noGrp="true"/>
          </p:cNvSpPr>
          <p:nvPr>
            <p:ph type="body" sz="quarter" idx="21" hasCustomPrompt="true"/>
          </p:nvPr>
        </p:nvSpPr>
        <p:spPr>
          <a:xfrm>
            <a:off x="3269484" y="2286000"/>
            <a:ext cx="2610484" cy="1143000"/>
          </a:xfrm>
        </p:spPr>
        <p:txBody>
          <a:bodyPr>
            <a:noAutofit/>
          </a:bodyPr>
          <a:lstStyle>
            <a:lvl1pPr marL="0" indent="0" algn="ctr">
              <a:buNone/>
              <a:defRPr lang="en-US" sz="8000" b="true" i="false" kern="1200" noProof="false" dirty="false">
                <a:solidFill>
                  <a:schemeClr val="tx1"/>
                </a:solidFill>
                <a:latin typeface="+mj-lt"/>
                <a:ea typeface="Noto Sans S Chinese Regular" panose="020B0500000000000000" pitchFamily="34" charset="-128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noProof="false"/>
              <a:t>#$%</a:t>
            </a:r>
            <a:endParaRPr lang="en-US" noProof="false"/>
          </a:p>
        </p:txBody>
      </p:sp>
      <p:sp>
        <p:nvSpPr>
          <p:cNvPr id="1589" name="Text Placeholder 15"/>
          <p:cNvSpPr>
            <a:spLocks noGrp="true"/>
          </p:cNvSpPr>
          <p:nvPr>
            <p:ph type="body" sz="quarter" idx="23" hasCustomPrompt="true"/>
          </p:nvPr>
        </p:nvSpPr>
        <p:spPr>
          <a:xfrm>
            <a:off x="3471350" y="3979642"/>
            <a:ext cx="2206752" cy="1818106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false" i="false">
                <a:latin typeface="Noto Sans S Chinese Regular" panose="020B0500000000000000" pitchFamily="34" charset="-128"/>
              </a:defRPr>
            </a:lvl1pPr>
          </a:lstStyle>
          <a:p>
            <a:pPr lvl="0"/>
            <a:r>
              <a:rPr lang="en-US" altLang="zh-CN" noProof="false" err="true"/>
              <a:t>请输入正文内容</a:t>
            </a:r>
            <a:endParaRPr lang="en-US" altLang="zh-CN" noProof="false"/>
          </a:p>
        </p:txBody>
      </p:sp>
      <p:sp>
        <p:nvSpPr>
          <p:cNvPr id="1590" name="Text Placeholder 8"/>
          <p:cNvSpPr>
            <a:spLocks noGrp="true"/>
          </p:cNvSpPr>
          <p:nvPr>
            <p:ph type="body" sz="quarter" idx="24" hasCustomPrompt="true"/>
          </p:nvPr>
        </p:nvSpPr>
        <p:spPr>
          <a:xfrm>
            <a:off x="6322284" y="2286000"/>
            <a:ext cx="2610484" cy="1143000"/>
          </a:xfrm>
        </p:spPr>
        <p:txBody>
          <a:bodyPr>
            <a:noAutofit/>
          </a:bodyPr>
          <a:lstStyle>
            <a:lvl1pPr marL="0" indent="0" algn="ctr">
              <a:buNone/>
              <a:defRPr lang="en-US" sz="8000" b="true" i="false" kern="1200" noProof="false" dirty="false">
                <a:solidFill>
                  <a:schemeClr val="tx1"/>
                </a:solidFill>
                <a:latin typeface="+mj-lt"/>
                <a:ea typeface="Noto Sans S Chinese Regular" panose="020B0500000000000000" pitchFamily="34" charset="-128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noProof="false"/>
              <a:t>#$%</a:t>
            </a:r>
            <a:endParaRPr lang="en-US" noProof="false"/>
          </a:p>
        </p:txBody>
      </p:sp>
      <p:sp>
        <p:nvSpPr>
          <p:cNvPr id="1591" name="Text Placeholder 15"/>
          <p:cNvSpPr>
            <a:spLocks noGrp="true"/>
          </p:cNvSpPr>
          <p:nvPr>
            <p:ph type="body" sz="quarter" idx="26" hasCustomPrompt="true"/>
          </p:nvPr>
        </p:nvSpPr>
        <p:spPr>
          <a:xfrm>
            <a:off x="6524150" y="3979642"/>
            <a:ext cx="2206752" cy="1818106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false" i="false">
                <a:latin typeface="Noto Sans S Chinese Regular" panose="020B0500000000000000" pitchFamily="34" charset="-128"/>
              </a:defRPr>
            </a:lvl1pPr>
          </a:lstStyle>
          <a:p>
            <a:pPr lvl="0"/>
            <a:r>
              <a:rPr lang="en-US" altLang="zh-CN" noProof="false" err="true"/>
              <a:t>请输入正文内容</a:t>
            </a:r>
            <a:endParaRPr lang="en-US" altLang="zh-CN" noProof="false"/>
          </a:p>
        </p:txBody>
      </p:sp>
      <p:sp>
        <p:nvSpPr>
          <p:cNvPr id="1592" name="Text Placeholder 8"/>
          <p:cNvSpPr>
            <a:spLocks noGrp="true"/>
          </p:cNvSpPr>
          <p:nvPr>
            <p:ph type="body" sz="quarter" idx="27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noProof="false" err="true"/>
              <a:t>来源</a:t>
            </a:r>
            <a:r>
              <a:rPr lang="zh-CN" altLang="en-US" noProof="false"/>
              <a:t>：</a:t>
            </a:r>
            <a:endParaRPr lang="en-US" noProof="false"/>
          </a:p>
        </p:txBody>
      </p:sp>
      <p:sp>
        <p:nvSpPr>
          <p:cNvPr id="1593" name="Footer Placeholder 4"/>
          <p:cNvSpPr txBox="true"/>
          <p:nvPr userDrawn="true"/>
        </p:nvSpPr>
        <p:spPr>
          <a:xfrm>
            <a:off x="8131175" y="6392544"/>
            <a:ext cx="3553460" cy="160655"/>
          </a:xfrm>
          <a:prstGeom prst="rect">
            <a:avLst/>
          </a:prstGeom>
        </p:spPr>
        <p:txBody>
          <a:bodyPr vert="horz" lIns="0" tIns="0" rIns="0" bIns="0" rtlCol="false" anchor="t" anchorCtr="false"/>
          <a:lstStyle>
            <a:defPPr>
              <a:defRPr lang="en-US"/>
            </a:defPPr>
            <a:lvl1pPr marL="0" algn="r" defTabSz="914400" rtl="false" eaLnBrk="true" latinLnBrk="false" hangingPunct="true">
              <a:defRPr sz="600" b="true" kern="1200" cap="all" spc="150" baseline="0">
                <a:solidFill>
                  <a:srgbClr val="908D84"/>
                </a:solidFill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1pPr>
            <a:lvl2pPr marL="4572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/>
            <a:r>
              <a:rPr lang="zh-CN" altLang="en-US" sz="700" b="false" i="false" spc="0" noProof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</a:rPr>
              <a:t>版权所有</a:t>
            </a:r>
            <a:r>
              <a:rPr lang="en-US" altLang="zh-CN" sz="700" b="false" i="false" spc="0" noProof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</a:rPr>
              <a:t>© 2025 </a:t>
            </a:r>
            <a:r>
              <a:rPr lang="zh-CN" altLang="en-US" sz="700" b="false" i="false" spc="0" noProof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</a:rPr>
              <a:t>亚马逊广告。保留所有权利。</a:t>
            </a:r>
            <a:endParaRPr lang="en-US" sz="700" b="false" i="false" spc="0" noProof="false">
              <a:solidFill>
                <a:schemeClr val="tx1"/>
              </a:solidFill>
              <a:latin typeface="Noto Sans S Chinese Regular" panose="020B0500000000000000" pitchFamily="34" charset="-128"/>
              <a:ea typeface="Noto Sans S Chinese Regular" panose="020B0500000000000000" pitchFamily="34" charset="-128"/>
            </a:endParaRPr>
          </a:p>
        </p:txBody>
      </p:sp>
    </p:spTree>
  </p:cSld>
  <p:clrMapOvr>
    <a:masterClrMapping/>
  </p:clrMapOvr>
</p:sldLayout>
</file>

<file path=ppt/slideLayouts/slideLayout223.xml><?xml version="1.0" encoding="utf-8"?>
<p:sldLayout xmlns:a="http://schemas.openxmlformats.org/drawingml/2006/main" xmlns:p="http://schemas.openxmlformats.org/presentationml/2006/main">
  <p:cSld name="7_Feature Columns 3 yellow background">
    <p:bg>
      <p:bgPr>
        <a:solidFill>
          <a:schemeClr val="tx1"/>
        </a:solidFill>
        <a:effectLst/>
      </p:bgPr>
    </p:bg>
    <p:spTree>
      <p:nvGrpSpPr>
        <p:cNvPr id="159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5" name="Rectangle: Rounded Corners 7"/>
          <p:cNvSpPr/>
          <p:nvPr userDrawn="true"/>
        </p:nvSpPr>
        <p:spPr>
          <a:xfrm>
            <a:off x="498476" y="1735358"/>
            <a:ext cx="3563938" cy="4523201"/>
          </a:xfrm>
          <a:prstGeom prst="roundRect">
            <a:avLst>
              <a:gd name="adj" fmla="val 4485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 lang="en-US" b="false" i="false" noProof="false">
              <a:latin typeface="Noto Sans S Chinese Regular" panose="020B0500000000000000" pitchFamily="34" charset="-128"/>
            </a:endParaRPr>
          </a:p>
        </p:txBody>
      </p:sp>
      <p:sp>
        <p:nvSpPr>
          <p:cNvPr id="1596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1597" name="Title 11"/>
          <p:cNvSpPr>
            <a:spLocks noGrp="true"/>
          </p:cNvSpPr>
          <p:nvPr>
            <p:ph type="title" hasCustomPrompt="true"/>
          </p:nvPr>
        </p:nvSpPr>
        <p:spPr>
          <a:xfrm>
            <a:off x="498475" y="525784"/>
            <a:ext cx="11186160" cy="873645"/>
          </a:xfrm>
        </p:spPr>
        <p:txBody>
          <a:bodyPr/>
          <a:lstStyle>
            <a:lvl1pPr algn="ctr" defTabSz="914400" rtl="false" eaLnBrk="true" latinLnBrk="false" hangingPunct="true">
              <a:lnSpc>
                <a:spcPct val="90000"/>
              </a:lnSpc>
              <a:spcBef>
                <a:spcPct val="1"/>
              </a:spcBef>
              <a:buNone/>
              <a:defRPr lang="en-US" sz="3200" b="true" i="false" kern="1200" cap="none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j-cs"/>
              </a:defRPr>
            </a:lvl1pPr>
          </a:lstStyle>
          <a:p>
            <a:pPr/>
            <a:r>
              <a:rPr lang="en-US" altLang="zh-CN" noProof="false" err="true"/>
              <a:t>请输入标题</a:t>
            </a:r>
            <a:br>
              <a:rPr lang="en-US" altLang="zh-CN" noProof="false"/>
            </a:br>
            <a:r>
              <a:rPr lang="en-US" altLang="zh-CN" noProof="false" err="true"/>
              <a:t>请输入标题</a:t>
            </a:r>
            <a:endParaRPr lang="en-US" noProof="false"/>
          </a:p>
        </p:txBody>
      </p:sp>
      <p:sp>
        <p:nvSpPr>
          <p:cNvPr id="1598" name="Text Placeholder 8"/>
          <p:cNvSpPr>
            <a:spLocks noGrp="true"/>
          </p:cNvSpPr>
          <p:nvPr>
            <p:ph type="body" sz="quarter" idx="16" hasCustomPrompt="true"/>
          </p:nvPr>
        </p:nvSpPr>
        <p:spPr>
          <a:xfrm>
            <a:off x="498476" y="2286000"/>
            <a:ext cx="3563938" cy="1514608"/>
          </a:xfrm>
        </p:spPr>
        <p:txBody>
          <a:bodyPr>
            <a:noAutofit/>
          </a:bodyPr>
          <a:lstStyle>
            <a:lvl1pPr marL="0" indent="0" algn="ctr">
              <a:buNone/>
              <a:defRPr sz="11000" b="true" i="false">
                <a:solidFill>
                  <a:srgbClr val="FF6200"/>
                </a:solidFill>
                <a:latin typeface="+mj-lt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false"/>
              <a:t>#$%</a:t>
            </a:r>
            <a:endParaRPr lang="en-US" noProof="false"/>
          </a:p>
        </p:txBody>
      </p:sp>
      <p:sp>
        <p:nvSpPr>
          <p:cNvPr id="1599" name="Text Placeholder 15"/>
          <p:cNvSpPr>
            <a:spLocks noGrp="true"/>
          </p:cNvSpPr>
          <p:nvPr>
            <p:ph type="body" sz="quarter" idx="17" hasCustomPrompt="true"/>
          </p:nvPr>
        </p:nvSpPr>
        <p:spPr>
          <a:xfrm>
            <a:off x="867365" y="4203483"/>
            <a:ext cx="2841035" cy="1643033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false" i="false">
                <a:solidFill>
                  <a:schemeClr val="bg1"/>
                </a:solidFill>
                <a:latin typeface="Noto Sans S Chinese Regular" panose="020B0500000000000000" pitchFamily="34" charset="-128"/>
              </a:defRPr>
            </a:lvl1pPr>
          </a:lstStyle>
          <a:p>
            <a:pPr lvl="0"/>
            <a:r>
              <a:rPr lang="en-US" noProof="false" err="true"/>
              <a:t>请输入正文内容</a:t>
            </a:r>
            <a:endParaRPr lang="en-US" noProof="false"/>
          </a:p>
        </p:txBody>
      </p:sp>
      <p:sp>
        <p:nvSpPr>
          <p:cNvPr id="1600" name="Rectangle: Rounded Corners 15"/>
          <p:cNvSpPr/>
          <p:nvPr userDrawn="true"/>
        </p:nvSpPr>
        <p:spPr>
          <a:xfrm>
            <a:off x="4314825" y="1735358"/>
            <a:ext cx="3563938" cy="4523201"/>
          </a:xfrm>
          <a:prstGeom prst="roundRect">
            <a:avLst>
              <a:gd name="adj" fmla="val 4485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 lang="en-US" b="false" i="false" noProof="false">
              <a:latin typeface="Noto Sans S Chinese Regular" panose="020B0500000000000000" pitchFamily="34" charset="-128"/>
            </a:endParaRPr>
          </a:p>
        </p:txBody>
      </p:sp>
      <p:sp>
        <p:nvSpPr>
          <p:cNvPr id="1601" name="Text Placeholder 8"/>
          <p:cNvSpPr>
            <a:spLocks noGrp="true"/>
          </p:cNvSpPr>
          <p:nvPr>
            <p:ph type="body" sz="quarter" idx="18" hasCustomPrompt="true"/>
          </p:nvPr>
        </p:nvSpPr>
        <p:spPr>
          <a:xfrm>
            <a:off x="4314825" y="2286000"/>
            <a:ext cx="3563938" cy="1514608"/>
          </a:xfrm>
        </p:spPr>
        <p:txBody>
          <a:bodyPr>
            <a:noAutofit/>
          </a:bodyPr>
          <a:lstStyle>
            <a:lvl1pPr marL="0" indent="0" algn="ctr">
              <a:buNone/>
              <a:defRPr lang="en-US" sz="11000" b="true" i="false" kern="1200" noProof="false" dirty="false">
                <a:solidFill>
                  <a:srgbClr val="FF6200"/>
                </a:solidFill>
                <a:latin typeface="+mj-lt"/>
                <a:ea typeface="Noto Sans S Chinese Regular" panose="020B0500000000000000" pitchFamily="34" charset="-128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noProof="false"/>
              <a:t>#$%</a:t>
            </a:r>
            <a:endParaRPr lang="en-US" noProof="false"/>
          </a:p>
        </p:txBody>
      </p:sp>
      <p:sp>
        <p:nvSpPr>
          <p:cNvPr id="1602" name="Text Placeholder 15"/>
          <p:cNvSpPr>
            <a:spLocks noGrp="true"/>
          </p:cNvSpPr>
          <p:nvPr>
            <p:ph type="body" sz="quarter" idx="20" hasCustomPrompt="true"/>
          </p:nvPr>
        </p:nvSpPr>
        <p:spPr>
          <a:xfrm>
            <a:off x="4683714" y="4203483"/>
            <a:ext cx="2841035" cy="1643033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false" i="false">
                <a:solidFill>
                  <a:schemeClr val="bg1"/>
                </a:solidFill>
                <a:latin typeface="Noto Sans S Chinese Regular" panose="020B0500000000000000" pitchFamily="34" charset="-128"/>
              </a:defRPr>
            </a:lvl1pPr>
          </a:lstStyle>
          <a:p>
            <a:pPr lvl="0"/>
            <a:r>
              <a:rPr lang="en-US" altLang="zh-CN" noProof="false" err="true"/>
              <a:t>请输入正文内容</a:t>
            </a:r>
            <a:endParaRPr lang="en-US" altLang="zh-CN" noProof="false"/>
          </a:p>
        </p:txBody>
      </p:sp>
      <p:sp>
        <p:nvSpPr>
          <p:cNvPr id="1603" name="Rectangle: Rounded Corners 19"/>
          <p:cNvSpPr/>
          <p:nvPr userDrawn="true"/>
        </p:nvSpPr>
        <p:spPr>
          <a:xfrm>
            <a:off x="8131175" y="1735358"/>
            <a:ext cx="3563938" cy="4523201"/>
          </a:xfrm>
          <a:prstGeom prst="roundRect">
            <a:avLst>
              <a:gd name="adj" fmla="val 4485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 lang="en-US" b="false" i="false" noProof="false">
              <a:latin typeface="Noto Sans S Chinese Regular" panose="020B0500000000000000" pitchFamily="34" charset="-128"/>
            </a:endParaRPr>
          </a:p>
        </p:txBody>
      </p:sp>
      <p:sp>
        <p:nvSpPr>
          <p:cNvPr id="1604" name="Text Placeholder 8"/>
          <p:cNvSpPr>
            <a:spLocks noGrp="true"/>
          </p:cNvSpPr>
          <p:nvPr>
            <p:ph type="body" sz="quarter" idx="21" hasCustomPrompt="true"/>
          </p:nvPr>
        </p:nvSpPr>
        <p:spPr>
          <a:xfrm>
            <a:off x="8131175" y="2286000"/>
            <a:ext cx="3563938" cy="1514608"/>
          </a:xfrm>
        </p:spPr>
        <p:txBody>
          <a:bodyPr>
            <a:noAutofit/>
          </a:bodyPr>
          <a:lstStyle>
            <a:lvl1pPr marL="0" indent="0" algn="ctr">
              <a:buNone/>
              <a:defRPr lang="en-US" sz="11000" b="true" i="false" kern="1200" noProof="false" dirty="false">
                <a:solidFill>
                  <a:srgbClr val="FF6200"/>
                </a:solidFill>
                <a:latin typeface="+mj-lt"/>
                <a:ea typeface="Noto Sans S Chinese Regular" panose="020B0500000000000000" pitchFamily="34" charset="-128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noProof="false"/>
              <a:t>#$%</a:t>
            </a:r>
            <a:endParaRPr lang="en-US" noProof="false"/>
          </a:p>
        </p:txBody>
      </p:sp>
      <p:sp>
        <p:nvSpPr>
          <p:cNvPr id="1605" name="Text Placeholder 15"/>
          <p:cNvSpPr>
            <a:spLocks noGrp="true"/>
          </p:cNvSpPr>
          <p:nvPr>
            <p:ph type="body" sz="quarter" idx="23" hasCustomPrompt="true"/>
          </p:nvPr>
        </p:nvSpPr>
        <p:spPr>
          <a:xfrm>
            <a:off x="8500064" y="4203483"/>
            <a:ext cx="2841035" cy="1643033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false" i="false">
                <a:solidFill>
                  <a:schemeClr val="bg1"/>
                </a:solidFill>
                <a:latin typeface="Noto Sans S Chinese Regular" panose="020B0500000000000000" pitchFamily="34" charset="-128"/>
              </a:defRPr>
            </a:lvl1pPr>
          </a:lstStyle>
          <a:p>
            <a:pPr lvl="0"/>
            <a:r>
              <a:rPr lang="en-US" altLang="zh-CN" noProof="false" err="true"/>
              <a:t>请输入正文内容</a:t>
            </a:r>
            <a:endParaRPr lang="en-US" altLang="zh-CN" noProof="false"/>
          </a:p>
        </p:txBody>
      </p:sp>
      <p:sp>
        <p:nvSpPr>
          <p:cNvPr id="1606" name="Text Placeholder 8"/>
          <p:cNvSpPr>
            <a:spLocks noGrp="true"/>
          </p:cNvSpPr>
          <p:nvPr>
            <p:ph type="body" sz="quarter" idx="24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noProof="false" err="true"/>
              <a:t>来源</a:t>
            </a:r>
            <a:r>
              <a:rPr lang="zh-CN" altLang="en-US" noProof="false"/>
              <a:t>：</a:t>
            </a:r>
            <a:endParaRPr lang="en-US" noProof="false"/>
          </a:p>
        </p:txBody>
      </p:sp>
    </p:spTree>
  </p:cSld>
  <p:clrMapOvr>
    <a:masterClrMapping/>
  </p:clrMapOvr>
</p:sldLayout>
</file>

<file path=ppt/slideLayouts/slideLayout224.xml><?xml version="1.0" encoding="utf-8"?>
<p:sldLayout xmlns:a="http://schemas.openxmlformats.org/drawingml/2006/main" xmlns:p="http://schemas.openxmlformats.org/presentationml/2006/main">
  <p:cSld name="1_Feature Columns 4 multi background">
    <p:bg>
      <p:bgPr>
        <a:solidFill>
          <a:schemeClr val="tx1"/>
        </a:solidFill>
        <a:effectLst/>
      </p:bgPr>
    </p:bg>
    <p:spTree>
      <p:nvGrpSpPr>
        <p:cNvPr id="160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8" name="Rectangle 20"/>
          <p:cNvSpPr/>
          <p:nvPr userDrawn="true"/>
        </p:nvSpPr>
        <p:spPr>
          <a:xfrm>
            <a:off x="0" y="1731523"/>
            <a:ext cx="3052800" cy="5126477"/>
          </a:xfrm>
          <a:prstGeom prst="rect">
            <a:avLst/>
          </a:prstGeom>
          <a:solidFill>
            <a:srgbClr val="9178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 lang="en-US" b="false" i="false" noProof="false">
              <a:latin typeface="Noto Sans S Chinese Regular" panose="020B0500000000000000" pitchFamily="34" charset="-128"/>
            </a:endParaRPr>
          </a:p>
        </p:txBody>
      </p:sp>
      <p:sp>
        <p:nvSpPr>
          <p:cNvPr id="1609" name="Rectangle 31"/>
          <p:cNvSpPr/>
          <p:nvPr userDrawn="true"/>
        </p:nvSpPr>
        <p:spPr>
          <a:xfrm>
            <a:off x="3048326" y="1731523"/>
            <a:ext cx="3052800" cy="5126477"/>
          </a:xfrm>
          <a:prstGeom prst="rect">
            <a:avLst/>
          </a:prstGeom>
          <a:solidFill>
            <a:srgbClr val="25CB5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 lang="en-US" b="false" i="false" noProof="false">
              <a:latin typeface="Noto Sans S Chinese Regular" panose="020B0500000000000000" pitchFamily="34" charset="-128"/>
            </a:endParaRPr>
          </a:p>
        </p:txBody>
      </p:sp>
      <p:sp>
        <p:nvSpPr>
          <p:cNvPr id="1610" name="Rectangle 32"/>
          <p:cNvSpPr/>
          <p:nvPr userDrawn="true"/>
        </p:nvSpPr>
        <p:spPr>
          <a:xfrm>
            <a:off x="6101126" y="1731523"/>
            <a:ext cx="3052800" cy="512647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 lang="en-US" b="false" i="false" noProof="false">
              <a:latin typeface="Noto Sans S Chinese Regular" panose="020B0500000000000000" pitchFamily="34" charset="-128"/>
            </a:endParaRPr>
          </a:p>
        </p:txBody>
      </p:sp>
      <p:sp>
        <p:nvSpPr>
          <p:cNvPr id="1611" name="Rectangle 33"/>
          <p:cNvSpPr/>
          <p:nvPr userDrawn="true"/>
        </p:nvSpPr>
        <p:spPr>
          <a:xfrm>
            <a:off x="9149452" y="1731523"/>
            <a:ext cx="3052800" cy="5126477"/>
          </a:xfrm>
          <a:prstGeom prst="rect">
            <a:avLst/>
          </a:prstGeom>
          <a:solidFill>
            <a:srgbClr val="F986E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 lang="en-US" b="false" i="false" noProof="false">
              <a:latin typeface="Noto Sans S Chinese Regular" panose="020B0500000000000000" pitchFamily="34" charset="-128"/>
            </a:endParaRPr>
          </a:p>
        </p:txBody>
      </p:sp>
      <p:sp>
        <p:nvSpPr>
          <p:cNvPr id="1612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/>
          <a:lstStyle/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1613" name="Title 11"/>
          <p:cNvSpPr>
            <a:spLocks noGrp="true"/>
          </p:cNvSpPr>
          <p:nvPr>
            <p:ph type="title" hasCustomPrompt="true"/>
          </p:nvPr>
        </p:nvSpPr>
        <p:spPr>
          <a:xfrm>
            <a:off x="498475" y="525784"/>
            <a:ext cx="11186160" cy="872363"/>
          </a:xfrm>
        </p:spPr>
        <p:txBody>
          <a:bodyPr/>
          <a:lstStyle>
            <a:lvl1pPr algn="ctr" defTabSz="914400" rtl="false" eaLnBrk="true" latinLnBrk="false" hangingPunct="true">
              <a:lnSpc>
                <a:spcPct val="90000"/>
              </a:lnSpc>
              <a:spcBef>
                <a:spcPct val="1"/>
              </a:spcBef>
              <a:buNone/>
              <a:defRPr lang="en-US" sz="3200" b="true" i="false" kern="1200" cap="none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j-cs"/>
              </a:defRPr>
            </a:lvl1pPr>
          </a:lstStyle>
          <a:p>
            <a:pPr/>
            <a:r>
              <a:rPr lang="en-US" noProof="false" err="true"/>
              <a:t>请输入标题</a:t>
            </a:r>
            <a:br>
              <a:rPr lang="en-US" altLang="zh-CN" noProof="false"/>
            </a:br>
            <a:r>
              <a:rPr lang="en-US" noProof="false" err="true"/>
              <a:t>请输入标题</a:t>
            </a:r>
            <a:endParaRPr lang="en-US" noProof="false"/>
          </a:p>
        </p:txBody>
      </p:sp>
      <p:sp>
        <p:nvSpPr>
          <p:cNvPr id="1614" name="Text Placeholder 8"/>
          <p:cNvSpPr>
            <a:spLocks noGrp="true"/>
          </p:cNvSpPr>
          <p:nvPr>
            <p:ph type="body" sz="quarter" idx="16" hasCustomPrompt="true"/>
          </p:nvPr>
        </p:nvSpPr>
        <p:spPr>
          <a:xfrm>
            <a:off x="219797" y="2286000"/>
            <a:ext cx="2610484" cy="1143000"/>
          </a:xfrm>
        </p:spPr>
        <p:txBody>
          <a:bodyPr>
            <a:noAutofit/>
          </a:bodyPr>
          <a:lstStyle>
            <a:lvl1pPr marL="0" indent="0" algn="ctr">
              <a:buNone/>
              <a:defRPr sz="8000" b="true" i="false">
                <a:latin typeface="Ember Modern Display Standard" panose="020B050302020402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false"/>
              <a:t>#$%</a:t>
            </a:r>
            <a:endParaRPr lang="en-US" noProof="false"/>
          </a:p>
        </p:txBody>
      </p:sp>
      <p:sp>
        <p:nvSpPr>
          <p:cNvPr id="1615" name="Text Placeholder 15"/>
          <p:cNvSpPr>
            <a:spLocks noGrp="true"/>
          </p:cNvSpPr>
          <p:nvPr>
            <p:ph type="body" sz="quarter" idx="17" hasCustomPrompt="true"/>
          </p:nvPr>
        </p:nvSpPr>
        <p:spPr>
          <a:xfrm>
            <a:off x="418041" y="3979642"/>
            <a:ext cx="2206752" cy="1818106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false" i="false">
                <a:latin typeface="Noto Sans S Chinese Regular" panose="020B0500000000000000" pitchFamily="34" charset="-128"/>
              </a:defRPr>
            </a:lvl1pPr>
          </a:lstStyle>
          <a:p>
            <a:pPr lvl="0"/>
            <a:r>
              <a:rPr lang="en-US" noProof="false" err="true"/>
              <a:t>请输入正文内容</a:t>
            </a:r>
            <a:endParaRPr lang="en-US" noProof="false"/>
          </a:p>
        </p:txBody>
      </p:sp>
      <p:sp>
        <p:nvSpPr>
          <p:cNvPr id="1616" name="Text Placeholder 8"/>
          <p:cNvSpPr>
            <a:spLocks noGrp="true"/>
          </p:cNvSpPr>
          <p:nvPr>
            <p:ph type="body" sz="quarter" idx="18" hasCustomPrompt="true"/>
          </p:nvPr>
        </p:nvSpPr>
        <p:spPr>
          <a:xfrm>
            <a:off x="9370610" y="2286000"/>
            <a:ext cx="2610484" cy="1143000"/>
          </a:xfrm>
        </p:spPr>
        <p:txBody>
          <a:bodyPr>
            <a:noAutofit/>
          </a:bodyPr>
          <a:lstStyle>
            <a:lvl1pPr marL="0" indent="0" algn="ctr">
              <a:buNone/>
              <a:defRPr sz="8000" b="true" i="false">
                <a:latin typeface="Ember Modern Display Standard" panose="020B050302020402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false"/>
              <a:t>#$%</a:t>
            </a:r>
            <a:endParaRPr lang="en-US" noProof="false"/>
          </a:p>
        </p:txBody>
      </p:sp>
      <p:sp>
        <p:nvSpPr>
          <p:cNvPr id="1617" name="Text Placeholder 15"/>
          <p:cNvSpPr>
            <a:spLocks noGrp="true"/>
          </p:cNvSpPr>
          <p:nvPr>
            <p:ph type="body" sz="quarter" idx="20" hasCustomPrompt="true"/>
          </p:nvPr>
        </p:nvSpPr>
        <p:spPr>
          <a:xfrm>
            <a:off x="9572476" y="3979642"/>
            <a:ext cx="2206752" cy="1818106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false" i="false">
                <a:latin typeface="Noto Sans S Chinese Regular" panose="020B0500000000000000" pitchFamily="34" charset="-128"/>
              </a:defRPr>
            </a:lvl1pPr>
          </a:lstStyle>
          <a:p>
            <a:pPr lvl="0"/>
            <a:r>
              <a:rPr lang="en-US" altLang="zh-CN" noProof="false" err="true"/>
              <a:t>请输入正文内容</a:t>
            </a:r>
            <a:endParaRPr lang="en-US" altLang="zh-CN" noProof="false"/>
          </a:p>
        </p:txBody>
      </p:sp>
      <p:sp>
        <p:nvSpPr>
          <p:cNvPr id="1618" name="Text Placeholder 8"/>
          <p:cNvSpPr>
            <a:spLocks noGrp="true"/>
          </p:cNvSpPr>
          <p:nvPr>
            <p:ph type="body" sz="quarter" idx="21" hasCustomPrompt="true"/>
          </p:nvPr>
        </p:nvSpPr>
        <p:spPr>
          <a:xfrm>
            <a:off x="3269484" y="2286000"/>
            <a:ext cx="2610484" cy="1143000"/>
          </a:xfrm>
        </p:spPr>
        <p:txBody>
          <a:bodyPr>
            <a:noAutofit/>
          </a:bodyPr>
          <a:lstStyle>
            <a:lvl1pPr marL="0" indent="0" algn="ctr">
              <a:buNone/>
              <a:defRPr sz="8000" b="true" i="false">
                <a:latin typeface="Ember Modern Display Standard" panose="020B050302020402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false"/>
              <a:t>#$%</a:t>
            </a:r>
            <a:endParaRPr lang="en-US" noProof="false"/>
          </a:p>
        </p:txBody>
      </p:sp>
      <p:sp>
        <p:nvSpPr>
          <p:cNvPr id="1619" name="Text Placeholder 15"/>
          <p:cNvSpPr>
            <a:spLocks noGrp="true"/>
          </p:cNvSpPr>
          <p:nvPr>
            <p:ph type="body" sz="quarter" idx="23" hasCustomPrompt="true"/>
          </p:nvPr>
        </p:nvSpPr>
        <p:spPr>
          <a:xfrm>
            <a:off x="3471350" y="3979642"/>
            <a:ext cx="2206752" cy="1818106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false" i="false">
                <a:latin typeface="Noto Sans S Chinese Regular" panose="020B0500000000000000" pitchFamily="34" charset="-128"/>
              </a:defRPr>
            </a:lvl1pPr>
          </a:lstStyle>
          <a:p>
            <a:pPr lvl="0"/>
            <a:r>
              <a:rPr lang="en-US" altLang="zh-CN" noProof="false" err="true"/>
              <a:t>请输入正文内容</a:t>
            </a:r>
            <a:endParaRPr lang="en-US" altLang="zh-CN" noProof="false"/>
          </a:p>
        </p:txBody>
      </p:sp>
      <p:sp>
        <p:nvSpPr>
          <p:cNvPr id="1620" name="Text Placeholder 8"/>
          <p:cNvSpPr>
            <a:spLocks noGrp="true"/>
          </p:cNvSpPr>
          <p:nvPr>
            <p:ph type="body" sz="quarter" idx="24" hasCustomPrompt="true"/>
          </p:nvPr>
        </p:nvSpPr>
        <p:spPr>
          <a:xfrm>
            <a:off x="6322284" y="2286000"/>
            <a:ext cx="2610484" cy="1143000"/>
          </a:xfrm>
        </p:spPr>
        <p:txBody>
          <a:bodyPr>
            <a:noAutofit/>
          </a:bodyPr>
          <a:lstStyle>
            <a:lvl1pPr marL="0" indent="0" algn="ctr">
              <a:buNone/>
              <a:defRPr sz="8000" b="true" i="false">
                <a:latin typeface="Ember Modern Display Standard" panose="020B050302020402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false"/>
              <a:t>#$%</a:t>
            </a:r>
            <a:endParaRPr lang="en-US" noProof="false"/>
          </a:p>
        </p:txBody>
      </p:sp>
      <p:sp>
        <p:nvSpPr>
          <p:cNvPr id="1621" name="Text Placeholder 15"/>
          <p:cNvSpPr>
            <a:spLocks noGrp="true"/>
          </p:cNvSpPr>
          <p:nvPr>
            <p:ph type="body" sz="quarter" idx="26" hasCustomPrompt="true"/>
          </p:nvPr>
        </p:nvSpPr>
        <p:spPr>
          <a:xfrm>
            <a:off x="6524150" y="3979642"/>
            <a:ext cx="2206752" cy="1818106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false" i="false">
                <a:latin typeface="Noto Sans S Chinese Regular" panose="020B0500000000000000" pitchFamily="34" charset="-128"/>
              </a:defRPr>
            </a:lvl1pPr>
          </a:lstStyle>
          <a:p>
            <a:pPr lvl="0"/>
            <a:r>
              <a:rPr lang="en-US" altLang="zh-CN" noProof="false" err="true"/>
              <a:t>请输入正文内容</a:t>
            </a:r>
            <a:endParaRPr lang="en-US" altLang="zh-CN" noProof="false"/>
          </a:p>
        </p:txBody>
      </p:sp>
      <p:sp>
        <p:nvSpPr>
          <p:cNvPr id="1622" name="Text Placeholder 8"/>
          <p:cNvSpPr>
            <a:spLocks noGrp="true"/>
          </p:cNvSpPr>
          <p:nvPr>
            <p:ph type="body" sz="quarter" idx="27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noProof="false" err="true"/>
              <a:t>来源</a:t>
            </a:r>
            <a:r>
              <a:rPr lang="zh-CN" altLang="en-US" noProof="false"/>
              <a:t>：</a:t>
            </a:r>
            <a:endParaRPr lang="en-US" noProof="false"/>
          </a:p>
        </p:txBody>
      </p:sp>
      <p:sp>
        <p:nvSpPr>
          <p:cNvPr id="1623" name="Footer Placeholder 4"/>
          <p:cNvSpPr txBox="true"/>
          <p:nvPr userDrawn="true"/>
        </p:nvSpPr>
        <p:spPr>
          <a:xfrm>
            <a:off x="8131175" y="6392544"/>
            <a:ext cx="3553460" cy="160655"/>
          </a:xfrm>
          <a:prstGeom prst="rect">
            <a:avLst/>
          </a:prstGeom>
        </p:spPr>
        <p:txBody>
          <a:bodyPr vert="horz" lIns="0" tIns="0" rIns="0" bIns="0" rtlCol="false" anchor="t" anchorCtr="false"/>
          <a:lstStyle>
            <a:defPPr>
              <a:defRPr lang="en-US"/>
            </a:defPPr>
            <a:lvl1pPr marL="0" algn="r" defTabSz="914400" rtl="false" eaLnBrk="true" latinLnBrk="false" hangingPunct="true">
              <a:defRPr sz="600" b="true" kern="1200" cap="all" spc="150" baseline="0">
                <a:solidFill>
                  <a:srgbClr val="908D84"/>
                </a:solidFill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1pPr>
            <a:lvl2pPr marL="4572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/>
            <a:r>
              <a:rPr lang="zh-CN" altLang="en-US" sz="700" b="false" i="false" spc="0" noProof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</a:rPr>
              <a:t>版权所有</a:t>
            </a:r>
            <a:r>
              <a:rPr lang="en-US" altLang="zh-CN" sz="700" b="false" i="false" spc="0" noProof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</a:rPr>
              <a:t>© 2025 </a:t>
            </a:r>
            <a:r>
              <a:rPr lang="zh-CN" altLang="en-US" sz="700" b="false" i="false" spc="0" noProof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</a:rPr>
              <a:t>亚马逊广告。保留所有权利。</a:t>
            </a:r>
            <a:endParaRPr lang="en-US" sz="700" b="false" i="false" spc="0" noProof="false">
              <a:solidFill>
                <a:schemeClr val="tx1"/>
              </a:solidFill>
              <a:latin typeface="Noto Sans S Chinese Regular" panose="020B0500000000000000" pitchFamily="34" charset="-128"/>
              <a:ea typeface="Noto Sans S Chinese Regular" panose="020B0500000000000000" pitchFamily="34" charset="-128"/>
            </a:endParaRPr>
          </a:p>
        </p:txBody>
      </p:sp>
    </p:spTree>
  </p:cSld>
  <p:clrMapOvr>
    <a:masterClrMapping/>
  </p:clrMapOvr>
</p:sldLayout>
</file>

<file path=ppt/slideLayouts/slideLayout225.xml><?xml version="1.0" encoding="utf-8"?>
<p:sldLayout xmlns:a="http://schemas.openxmlformats.org/drawingml/2006/main" xmlns:p="http://schemas.openxmlformats.org/presentationml/2006/main">
  <p:cSld name="2_Feature Columns 4 yellow background">
    <p:spTree>
      <p:nvGrpSpPr>
        <p:cNvPr id="16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5" name="Rectangle: Rounded Corners 7"/>
          <p:cNvSpPr/>
          <p:nvPr userDrawn="true"/>
        </p:nvSpPr>
        <p:spPr>
          <a:xfrm>
            <a:off x="498476" y="1735358"/>
            <a:ext cx="2610484" cy="4523201"/>
          </a:xfrm>
          <a:prstGeom prst="roundRect">
            <a:avLst>
              <a:gd name="adj" fmla="val 448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 lang="en-US" b="false" i="false" noProof="false">
              <a:latin typeface="Noto Sans S Chinese Regular" panose="020B0500000000000000" pitchFamily="34" charset="-128"/>
            </a:endParaRPr>
          </a:p>
        </p:txBody>
      </p:sp>
      <p:sp>
        <p:nvSpPr>
          <p:cNvPr id="1626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/>
          <a:lstStyle/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1627" name="Title 11"/>
          <p:cNvSpPr>
            <a:spLocks noGrp="true"/>
          </p:cNvSpPr>
          <p:nvPr>
            <p:ph type="title" hasCustomPrompt="true"/>
          </p:nvPr>
        </p:nvSpPr>
        <p:spPr>
          <a:xfrm>
            <a:off x="498475" y="525784"/>
            <a:ext cx="11186160" cy="849791"/>
          </a:xfrm>
        </p:spPr>
        <p:txBody>
          <a:bodyPr/>
          <a:lstStyle>
            <a:lvl1pPr algn="ctr" defTabSz="914400" rtl="false" eaLnBrk="true" latinLnBrk="false" hangingPunct="true">
              <a:lnSpc>
                <a:spcPct val="90000"/>
              </a:lnSpc>
              <a:spcBef>
                <a:spcPct val="1"/>
              </a:spcBef>
              <a:buNone/>
              <a:defRPr lang="en-US" sz="3200" b="true" i="false" kern="1200" cap="none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j-cs"/>
              </a:defRPr>
            </a:lvl1pPr>
          </a:lstStyle>
          <a:p>
            <a:pPr/>
            <a:r>
              <a:rPr lang="en-US" noProof="false" err="true"/>
              <a:t>请输入标题</a:t>
            </a:r>
            <a:br>
              <a:rPr lang="en-US" noProof="false"/>
            </a:br>
            <a:r>
              <a:rPr lang="en-US" noProof="false" err="true"/>
              <a:t>请输入标题</a:t>
            </a:r>
            <a:endParaRPr lang="en-US" noProof="false"/>
          </a:p>
        </p:txBody>
      </p:sp>
      <p:sp>
        <p:nvSpPr>
          <p:cNvPr id="1628" name="Text Placeholder 8"/>
          <p:cNvSpPr>
            <a:spLocks noGrp="true"/>
          </p:cNvSpPr>
          <p:nvPr>
            <p:ph type="body" sz="quarter" idx="16" hasCustomPrompt="true"/>
          </p:nvPr>
        </p:nvSpPr>
        <p:spPr>
          <a:xfrm>
            <a:off x="498476" y="2286000"/>
            <a:ext cx="2610484" cy="1143000"/>
          </a:xfrm>
        </p:spPr>
        <p:txBody>
          <a:bodyPr>
            <a:noAutofit/>
          </a:bodyPr>
          <a:lstStyle>
            <a:lvl1pPr marL="0" indent="0" algn="ctr">
              <a:buNone/>
              <a:defRPr sz="8000" b="true" i="false">
                <a:solidFill>
                  <a:srgbClr val="FF6200"/>
                </a:solidFill>
                <a:latin typeface="+mj-lt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false"/>
              <a:t>#$%</a:t>
            </a:r>
            <a:endParaRPr lang="en-US" noProof="false"/>
          </a:p>
        </p:txBody>
      </p:sp>
      <p:sp>
        <p:nvSpPr>
          <p:cNvPr id="1629" name="Text Placeholder 15"/>
          <p:cNvSpPr>
            <a:spLocks noGrp="true"/>
          </p:cNvSpPr>
          <p:nvPr>
            <p:ph type="body" sz="quarter" idx="17" hasCustomPrompt="true"/>
          </p:nvPr>
        </p:nvSpPr>
        <p:spPr>
          <a:xfrm>
            <a:off x="696720" y="3979642"/>
            <a:ext cx="2206752" cy="1818106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false" i="false">
                <a:solidFill>
                  <a:schemeClr val="tx1"/>
                </a:solidFill>
                <a:latin typeface="Noto Sans S Chinese Regular" panose="020B0500000000000000" pitchFamily="34" charset="-128"/>
              </a:defRPr>
            </a:lvl1pPr>
          </a:lstStyle>
          <a:p>
            <a:pPr lvl="0"/>
            <a:r>
              <a:rPr lang="en-US" noProof="false" err="true"/>
              <a:t>请输入正文内容</a:t>
            </a:r>
            <a:endParaRPr lang="en-US" noProof="false"/>
          </a:p>
        </p:txBody>
      </p:sp>
      <p:sp>
        <p:nvSpPr>
          <p:cNvPr id="1630" name="Rectangle: Rounded Corners 5"/>
          <p:cNvSpPr/>
          <p:nvPr userDrawn="true"/>
        </p:nvSpPr>
        <p:spPr>
          <a:xfrm>
            <a:off x="9074151" y="1735358"/>
            <a:ext cx="2610484" cy="4523201"/>
          </a:xfrm>
          <a:prstGeom prst="roundRect">
            <a:avLst>
              <a:gd name="adj" fmla="val 448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 lang="en-US" b="false" i="false" noProof="false">
              <a:latin typeface="Noto Sans S Chinese Regular" panose="020B0500000000000000" pitchFamily="34" charset="-128"/>
            </a:endParaRPr>
          </a:p>
        </p:txBody>
      </p:sp>
      <p:sp>
        <p:nvSpPr>
          <p:cNvPr id="1631" name="Text Placeholder 8"/>
          <p:cNvSpPr>
            <a:spLocks noGrp="true"/>
          </p:cNvSpPr>
          <p:nvPr>
            <p:ph type="body" sz="quarter" idx="18" hasCustomPrompt="true"/>
          </p:nvPr>
        </p:nvSpPr>
        <p:spPr>
          <a:xfrm>
            <a:off x="9074151" y="2286000"/>
            <a:ext cx="2610484" cy="1143000"/>
          </a:xfrm>
        </p:spPr>
        <p:txBody>
          <a:bodyPr>
            <a:noAutofit/>
          </a:bodyPr>
          <a:lstStyle>
            <a:lvl1pPr marL="0" indent="0" algn="ctr">
              <a:buNone/>
              <a:defRPr lang="en-US" sz="8000" b="true" i="false" kern="1200" noProof="false" dirty="false">
                <a:solidFill>
                  <a:srgbClr val="FF6200"/>
                </a:solidFill>
                <a:latin typeface="+mj-lt"/>
                <a:ea typeface="Noto Sans S Chinese Regular" panose="020B0500000000000000" pitchFamily="34" charset="-128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noProof="false"/>
              <a:t>#$%</a:t>
            </a:r>
            <a:endParaRPr lang="en-US" noProof="false"/>
          </a:p>
        </p:txBody>
      </p:sp>
      <p:sp>
        <p:nvSpPr>
          <p:cNvPr id="1632" name="Text Placeholder 15"/>
          <p:cNvSpPr>
            <a:spLocks noGrp="true"/>
          </p:cNvSpPr>
          <p:nvPr>
            <p:ph type="body" sz="quarter" idx="20" hasCustomPrompt="true"/>
          </p:nvPr>
        </p:nvSpPr>
        <p:spPr>
          <a:xfrm>
            <a:off x="9272395" y="3979642"/>
            <a:ext cx="2206752" cy="1818106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false" i="false">
                <a:solidFill>
                  <a:schemeClr val="tx1"/>
                </a:solidFill>
                <a:latin typeface="Noto Sans S Chinese Regular" panose="020B0500000000000000" pitchFamily="34" charset="-128"/>
              </a:defRPr>
            </a:lvl1pPr>
          </a:lstStyle>
          <a:p>
            <a:pPr lvl="0"/>
            <a:r>
              <a:rPr lang="en-US" altLang="zh-CN" noProof="false" err="true"/>
              <a:t>请输入正文内容</a:t>
            </a:r>
            <a:endParaRPr lang="en-US" altLang="zh-CN" noProof="false"/>
          </a:p>
        </p:txBody>
      </p:sp>
      <p:sp>
        <p:nvSpPr>
          <p:cNvPr id="1633" name="Rectangle: Rounded Corners 14"/>
          <p:cNvSpPr/>
          <p:nvPr userDrawn="true"/>
        </p:nvSpPr>
        <p:spPr>
          <a:xfrm>
            <a:off x="3369265" y="1735358"/>
            <a:ext cx="2610484" cy="4523201"/>
          </a:xfrm>
          <a:prstGeom prst="roundRect">
            <a:avLst>
              <a:gd name="adj" fmla="val 448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 lang="en-US" b="false" i="false" noProof="false">
              <a:latin typeface="Noto Sans S Chinese Regular" panose="020B0500000000000000" pitchFamily="34" charset="-128"/>
            </a:endParaRPr>
          </a:p>
        </p:txBody>
      </p:sp>
      <p:sp>
        <p:nvSpPr>
          <p:cNvPr id="1634" name="Text Placeholder 8"/>
          <p:cNvSpPr>
            <a:spLocks noGrp="true"/>
          </p:cNvSpPr>
          <p:nvPr>
            <p:ph type="body" sz="quarter" idx="21" hasCustomPrompt="true"/>
          </p:nvPr>
        </p:nvSpPr>
        <p:spPr>
          <a:xfrm>
            <a:off x="3369265" y="2286000"/>
            <a:ext cx="2610484" cy="1143000"/>
          </a:xfrm>
        </p:spPr>
        <p:txBody>
          <a:bodyPr>
            <a:noAutofit/>
          </a:bodyPr>
          <a:lstStyle>
            <a:lvl1pPr marL="0" indent="0" algn="ctr">
              <a:buNone/>
              <a:defRPr lang="en-US" sz="8000" b="true" i="false" kern="1200" noProof="false" dirty="false">
                <a:solidFill>
                  <a:srgbClr val="FF6200"/>
                </a:solidFill>
                <a:latin typeface="+mj-lt"/>
                <a:ea typeface="Noto Sans S Chinese Regular" panose="020B0500000000000000" pitchFamily="34" charset="-128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noProof="false"/>
              <a:t>#$%</a:t>
            </a:r>
            <a:endParaRPr lang="en-US" noProof="false"/>
          </a:p>
        </p:txBody>
      </p:sp>
      <p:sp>
        <p:nvSpPr>
          <p:cNvPr id="1635" name="Text Placeholder 15"/>
          <p:cNvSpPr>
            <a:spLocks noGrp="true"/>
          </p:cNvSpPr>
          <p:nvPr>
            <p:ph type="body" sz="quarter" idx="23" hasCustomPrompt="true"/>
          </p:nvPr>
        </p:nvSpPr>
        <p:spPr>
          <a:xfrm>
            <a:off x="3567509" y="3979642"/>
            <a:ext cx="2206752" cy="1818106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1200" b="false" i="false" kern="1200" noProof="false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+mn-cs"/>
              </a:defRPr>
            </a:lvl1pPr>
          </a:lstStyle>
          <a:p>
            <a:pPr lvl="0"/>
            <a:r>
              <a:rPr lang="en-US" altLang="zh-CN" noProof="false" err="true"/>
              <a:t>请输入正文内容</a:t>
            </a:r>
            <a:endParaRPr lang="en-US" altLang="zh-CN" noProof="false"/>
          </a:p>
        </p:txBody>
      </p:sp>
      <p:sp>
        <p:nvSpPr>
          <p:cNvPr id="1636" name="Rectangle: Rounded Corners 26"/>
          <p:cNvSpPr/>
          <p:nvPr userDrawn="true"/>
        </p:nvSpPr>
        <p:spPr>
          <a:xfrm>
            <a:off x="6202113" y="1735358"/>
            <a:ext cx="2610484" cy="4523201"/>
          </a:xfrm>
          <a:prstGeom prst="roundRect">
            <a:avLst>
              <a:gd name="adj" fmla="val 448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 lang="en-US" b="false" i="false" noProof="false">
              <a:latin typeface="Noto Sans S Chinese Regular" panose="020B0500000000000000" pitchFamily="34" charset="-128"/>
            </a:endParaRPr>
          </a:p>
        </p:txBody>
      </p:sp>
      <p:sp>
        <p:nvSpPr>
          <p:cNvPr id="1637" name="Text Placeholder 8"/>
          <p:cNvSpPr>
            <a:spLocks noGrp="true"/>
          </p:cNvSpPr>
          <p:nvPr>
            <p:ph type="body" sz="quarter" idx="24" hasCustomPrompt="true"/>
          </p:nvPr>
        </p:nvSpPr>
        <p:spPr>
          <a:xfrm>
            <a:off x="6202113" y="2286000"/>
            <a:ext cx="2610484" cy="1143000"/>
          </a:xfrm>
        </p:spPr>
        <p:txBody>
          <a:bodyPr>
            <a:noAutofit/>
          </a:bodyPr>
          <a:lstStyle>
            <a:lvl1pPr marL="0" indent="0" algn="ctr">
              <a:buNone/>
              <a:defRPr lang="en-US" sz="8000" b="true" i="false" kern="1200" noProof="false" dirty="false">
                <a:solidFill>
                  <a:srgbClr val="FF6200"/>
                </a:solidFill>
                <a:latin typeface="+mj-lt"/>
                <a:ea typeface="Noto Sans S Chinese Regular" panose="020B0500000000000000" pitchFamily="34" charset="-128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noProof="false"/>
              <a:t>#$%</a:t>
            </a:r>
            <a:endParaRPr lang="en-US" noProof="false"/>
          </a:p>
        </p:txBody>
      </p:sp>
      <p:sp>
        <p:nvSpPr>
          <p:cNvPr id="1638" name="Text Placeholder 15"/>
          <p:cNvSpPr>
            <a:spLocks noGrp="true"/>
          </p:cNvSpPr>
          <p:nvPr>
            <p:ph type="body" sz="quarter" idx="26" hasCustomPrompt="true"/>
          </p:nvPr>
        </p:nvSpPr>
        <p:spPr>
          <a:xfrm>
            <a:off x="6400357" y="3979642"/>
            <a:ext cx="2206752" cy="1818106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false" i="false">
                <a:solidFill>
                  <a:schemeClr val="tx1"/>
                </a:solidFill>
                <a:latin typeface="Noto Sans S Chinese Regular" panose="020B0500000000000000" pitchFamily="34" charset="-128"/>
              </a:defRPr>
            </a:lvl1pPr>
          </a:lstStyle>
          <a:p>
            <a:pPr lvl="0"/>
            <a:r>
              <a:rPr lang="en-US" altLang="zh-CN" noProof="false" err="true"/>
              <a:t>请输入正文内容</a:t>
            </a:r>
            <a:endParaRPr lang="en-US" altLang="zh-CN" noProof="false"/>
          </a:p>
        </p:txBody>
      </p:sp>
      <p:sp>
        <p:nvSpPr>
          <p:cNvPr id="1639" name="Text Placeholder 8"/>
          <p:cNvSpPr>
            <a:spLocks noGrp="true"/>
          </p:cNvSpPr>
          <p:nvPr>
            <p:ph type="body" sz="quarter" idx="27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noProof="false" err="true"/>
              <a:t>来源</a:t>
            </a:r>
            <a:r>
              <a:rPr lang="zh-CN" altLang="en-US" noProof="false"/>
              <a:t>：</a:t>
            </a:r>
            <a:endParaRPr lang="en-US" noProof="false"/>
          </a:p>
        </p:txBody>
      </p:sp>
    </p:spTree>
  </p:cSld>
  <p:clrMapOvr>
    <a:masterClrMapping/>
  </p:clrMapOvr>
</p:sldLayout>
</file>

<file path=ppt/slideLayouts/slideLayout226.xml><?xml version="1.0" encoding="utf-8"?>
<p:sldLayout xmlns:a="http://schemas.openxmlformats.org/drawingml/2006/main" xmlns:p="http://schemas.openxmlformats.org/presentationml/2006/main">
  <p:cSld name="3_Feature Columns 4 yellow background">
    <p:bg>
      <p:bgPr>
        <a:solidFill>
          <a:schemeClr val="tx1"/>
        </a:solidFill>
        <a:effectLst/>
      </p:bgPr>
    </p:bg>
    <p:spTree>
      <p:nvGrpSpPr>
        <p:cNvPr id="16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1" name="Rectangle: Rounded Corners 7"/>
          <p:cNvSpPr/>
          <p:nvPr userDrawn="true"/>
        </p:nvSpPr>
        <p:spPr>
          <a:xfrm>
            <a:off x="498476" y="1735358"/>
            <a:ext cx="2610484" cy="4523201"/>
          </a:xfrm>
          <a:prstGeom prst="roundRect">
            <a:avLst>
              <a:gd name="adj" fmla="val 4485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 lang="en-US" b="false" i="false" noProof="false">
              <a:latin typeface="Noto Sans S Chinese Regular" panose="020B0500000000000000" pitchFamily="34" charset="-128"/>
            </a:endParaRPr>
          </a:p>
        </p:txBody>
      </p:sp>
      <p:sp>
        <p:nvSpPr>
          <p:cNvPr id="1642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1643" name="Title 11"/>
          <p:cNvSpPr>
            <a:spLocks noGrp="true"/>
          </p:cNvSpPr>
          <p:nvPr>
            <p:ph type="title" hasCustomPrompt="true"/>
          </p:nvPr>
        </p:nvSpPr>
        <p:spPr>
          <a:xfrm>
            <a:off x="498475" y="525784"/>
            <a:ext cx="11186160" cy="865693"/>
          </a:xfrm>
        </p:spPr>
        <p:txBody>
          <a:bodyPr/>
          <a:lstStyle>
            <a:lvl1pPr algn="ctr" defTabSz="914400" rtl="false" eaLnBrk="true" latinLnBrk="false" hangingPunct="true">
              <a:lnSpc>
                <a:spcPct val="90000"/>
              </a:lnSpc>
              <a:spcBef>
                <a:spcPct val="1"/>
              </a:spcBef>
              <a:buNone/>
              <a:defRPr lang="en-US" sz="3200" b="true" i="false" kern="1200" cap="none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j-cs"/>
              </a:defRPr>
            </a:lvl1pPr>
          </a:lstStyle>
          <a:p>
            <a:pPr/>
            <a:r>
              <a:rPr lang="en-US" noProof="false" err="true"/>
              <a:t>请输入标题</a:t>
            </a:r>
            <a:br>
              <a:rPr lang="en-US" noProof="false"/>
            </a:br>
            <a:r>
              <a:rPr lang="en-US" noProof="false" err="true"/>
              <a:t>请输入标题</a:t>
            </a:r>
            <a:endParaRPr lang="en-US" noProof="false"/>
          </a:p>
        </p:txBody>
      </p:sp>
      <p:sp>
        <p:nvSpPr>
          <p:cNvPr id="1644" name="Text Placeholder 8"/>
          <p:cNvSpPr>
            <a:spLocks noGrp="true"/>
          </p:cNvSpPr>
          <p:nvPr>
            <p:ph type="body" sz="quarter" idx="16" hasCustomPrompt="true"/>
          </p:nvPr>
        </p:nvSpPr>
        <p:spPr>
          <a:xfrm>
            <a:off x="498476" y="2286000"/>
            <a:ext cx="2610484" cy="1143000"/>
          </a:xfrm>
        </p:spPr>
        <p:txBody>
          <a:bodyPr>
            <a:noAutofit/>
          </a:bodyPr>
          <a:lstStyle>
            <a:lvl1pPr marL="0" indent="0" algn="ctr">
              <a:buNone/>
              <a:defRPr sz="8000" b="true" i="false">
                <a:solidFill>
                  <a:schemeClr val="accent2"/>
                </a:solidFill>
                <a:latin typeface="Ember Modern Display Standard" panose="020B050302020402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false"/>
              <a:t>#$%</a:t>
            </a:r>
            <a:endParaRPr lang="en-US" noProof="false"/>
          </a:p>
        </p:txBody>
      </p:sp>
      <p:sp>
        <p:nvSpPr>
          <p:cNvPr id="1645" name="Text Placeholder 15"/>
          <p:cNvSpPr>
            <a:spLocks noGrp="true"/>
          </p:cNvSpPr>
          <p:nvPr>
            <p:ph type="body" sz="quarter" idx="17" hasCustomPrompt="true"/>
          </p:nvPr>
        </p:nvSpPr>
        <p:spPr>
          <a:xfrm>
            <a:off x="696720" y="3979642"/>
            <a:ext cx="2206752" cy="1818106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false" i="false">
                <a:solidFill>
                  <a:schemeClr val="bg1"/>
                </a:solidFill>
                <a:latin typeface="Noto Sans S Chinese Regular" panose="020B0500000000000000" pitchFamily="34" charset="-128"/>
              </a:defRPr>
            </a:lvl1pPr>
          </a:lstStyle>
          <a:p>
            <a:pPr lvl="0"/>
            <a:r>
              <a:rPr lang="en-US" noProof="false" err="true"/>
              <a:t>请输入正文内容</a:t>
            </a:r>
            <a:endParaRPr lang="en-US" noProof="false"/>
          </a:p>
        </p:txBody>
      </p:sp>
      <p:sp>
        <p:nvSpPr>
          <p:cNvPr id="1646" name="Rectangle: Rounded Corners 5"/>
          <p:cNvSpPr/>
          <p:nvPr userDrawn="true"/>
        </p:nvSpPr>
        <p:spPr>
          <a:xfrm>
            <a:off x="9074151" y="1735358"/>
            <a:ext cx="2610484" cy="4523201"/>
          </a:xfrm>
          <a:prstGeom prst="roundRect">
            <a:avLst>
              <a:gd name="adj" fmla="val 4485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 lang="en-US" b="false" i="false" noProof="false">
              <a:latin typeface="Noto Sans S Chinese Regular" panose="020B0500000000000000" pitchFamily="34" charset="-128"/>
            </a:endParaRPr>
          </a:p>
        </p:txBody>
      </p:sp>
      <p:sp>
        <p:nvSpPr>
          <p:cNvPr id="1647" name="Text Placeholder 8"/>
          <p:cNvSpPr>
            <a:spLocks noGrp="true"/>
          </p:cNvSpPr>
          <p:nvPr>
            <p:ph type="body" sz="quarter" idx="18" hasCustomPrompt="true"/>
          </p:nvPr>
        </p:nvSpPr>
        <p:spPr>
          <a:xfrm>
            <a:off x="9074151" y="2286000"/>
            <a:ext cx="2610484" cy="1143000"/>
          </a:xfrm>
        </p:spPr>
        <p:txBody>
          <a:bodyPr>
            <a:noAutofit/>
          </a:bodyPr>
          <a:lstStyle>
            <a:lvl1pPr marL="0" indent="0" algn="ctr">
              <a:buNone/>
              <a:defRPr sz="8000" b="true" i="false">
                <a:solidFill>
                  <a:schemeClr val="accent2"/>
                </a:solidFill>
                <a:latin typeface="Ember Modern Display Standard" panose="020B050302020402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false"/>
              <a:t>#$%</a:t>
            </a:r>
            <a:endParaRPr lang="en-US" noProof="false"/>
          </a:p>
        </p:txBody>
      </p:sp>
      <p:sp>
        <p:nvSpPr>
          <p:cNvPr id="1648" name="Text Placeholder 15"/>
          <p:cNvSpPr>
            <a:spLocks noGrp="true"/>
          </p:cNvSpPr>
          <p:nvPr>
            <p:ph type="body" sz="quarter" idx="20" hasCustomPrompt="true"/>
          </p:nvPr>
        </p:nvSpPr>
        <p:spPr>
          <a:xfrm>
            <a:off x="9272395" y="3979642"/>
            <a:ext cx="2206752" cy="1818106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false" i="false">
                <a:solidFill>
                  <a:schemeClr val="bg1"/>
                </a:solidFill>
                <a:latin typeface="Noto Sans S Chinese Regular" panose="020B0500000000000000" pitchFamily="34" charset="-128"/>
              </a:defRPr>
            </a:lvl1pPr>
          </a:lstStyle>
          <a:p>
            <a:pPr lvl="0"/>
            <a:r>
              <a:rPr lang="en-US" altLang="zh-CN" noProof="false" err="true"/>
              <a:t>请输入正文内容</a:t>
            </a:r>
            <a:endParaRPr lang="en-US" altLang="zh-CN" noProof="false"/>
          </a:p>
        </p:txBody>
      </p:sp>
      <p:sp>
        <p:nvSpPr>
          <p:cNvPr id="1649" name="Rectangle: Rounded Corners 14"/>
          <p:cNvSpPr/>
          <p:nvPr userDrawn="true"/>
        </p:nvSpPr>
        <p:spPr>
          <a:xfrm>
            <a:off x="3369265" y="1735358"/>
            <a:ext cx="2610484" cy="4523201"/>
          </a:xfrm>
          <a:prstGeom prst="roundRect">
            <a:avLst>
              <a:gd name="adj" fmla="val 4485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 lang="en-US" b="false" i="false" noProof="false">
              <a:latin typeface="Noto Sans S Chinese Regular" panose="020B0500000000000000" pitchFamily="34" charset="-128"/>
            </a:endParaRPr>
          </a:p>
        </p:txBody>
      </p:sp>
      <p:sp>
        <p:nvSpPr>
          <p:cNvPr id="1650" name="Text Placeholder 8"/>
          <p:cNvSpPr>
            <a:spLocks noGrp="true"/>
          </p:cNvSpPr>
          <p:nvPr>
            <p:ph type="body" sz="quarter" idx="21" hasCustomPrompt="true"/>
          </p:nvPr>
        </p:nvSpPr>
        <p:spPr>
          <a:xfrm>
            <a:off x="3369265" y="2286000"/>
            <a:ext cx="2610484" cy="1143000"/>
          </a:xfrm>
        </p:spPr>
        <p:txBody>
          <a:bodyPr>
            <a:noAutofit/>
          </a:bodyPr>
          <a:lstStyle>
            <a:lvl1pPr marL="0" indent="0" algn="ctr">
              <a:buNone/>
              <a:defRPr sz="8000" b="true" i="false">
                <a:solidFill>
                  <a:schemeClr val="accent2"/>
                </a:solidFill>
                <a:latin typeface="Ember Modern Display Standard" panose="020B050302020402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false"/>
              <a:t>#$%</a:t>
            </a:r>
            <a:endParaRPr lang="en-US" noProof="false"/>
          </a:p>
        </p:txBody>
      </p:sp>
      <p:sp>
        <p:nvSpPr>
          <p:cNvPr id="1651" name="Text Placeholder 15"/>
          <p:cNvSpPr>
            <a:spLocks noGrp="true"/>
          </p:cNvSpPr>
          <p:nvPr>
            <p:ph type="body" sz="quarter" idx="23" hasCustomPrompt="true"/>
          </p:nvPr>
        </p:nvSpPr>
        <p:spPr>
          <a:xfrm>
            <a:off x="3567509" y="3979642"/>
            <a:ext cx="2206752" cy="1818106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false" i="false">
                <a:solidFill>
                  <a:schemeClr val="bg1"/>
                </a:solidFill>
                <a:latin typeface="Noto Sans S Chinese Regular" panose="020B0500000000000000" pitchFamily="34" charset="-128"/>
              </a:defRPr>
            </a:lvl1pPr>
          </a:lstStyle>
          <a:p>
            <a:pPr lvl="0"/>
            <a:r>
              <a:rPr lang="en-US" altLang="zh-CN" noProof="false" err="true"/>
              <a:t>请输入正文内容</a:t>
            </a:r>
            <a:endParaRPr lang="en-US" altLang="zh-CN" noProof="false"/>
          </a:p>
        </p:txBody>
      </p:sp>
      <p:sp>
        <p:nvSpPr>
          <p:cNvPr id="1652" name="Rectangle: Rounded Corners 26"/>
          <p:cNvSpPr/>
          <p:nvPr userDrawn="true"/>
        </p:nvSpPr>
        <p:spPr>
          <a:xfrm>
            <a:off x="6202113" y="1735358"/>
            <a:ext cx="2610484" cy="4523201"/>
          </a:xfrm>
          <a:prstGeom prst="roundRect">
            <a:avLst>
              <a:gd name="adj" fmla="val 4485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 lang="en-US" b="false" i="false" noProof="false">
              <a:latin typeface="Noto Sans S Chinese Regular" panose="020B0500000000000000" pitchFamily="34" charset="-128"/>
            </a:endParaRPr>
          </a:p>
        </p:txBody>
      </p:sp>
      <p:sp>
        <p:nvSpPr>
          <p:cNvPr id="1653" name="Text Placeholder 8"/>
          <p:cNvSpPr>
            <a:spLocks noGrp="true"/>
          </p:cNvSpPr>
          <p:nvPr>
            <p:ph type="body" sz="quarter" idx="24" hasCustomPrompt="true"/>
          </p:nvPr>
        </p:nvSpPr>
        <p:spPr>
          <a:xfrm>
            <a:off x="6202113" y="2286000"/>
            <a:ext cx="2610484" cy="1143000"/>
          </a:xfrm>
        </p:spPr>
        <p:txBody>
          <a:bodyPr>
            <a:noAutofit/>
          </a:bodyPr>
          <a:lstStyle>
            <a:lvl1pPr marL="0" indent="0" algn="ctr">
              <a:buNone/>
              <a:defRPr sz="8000" b="true" i="false">
                <a:solidFill>
                  <a:schemeClr val="accent2"/>
                </a:solidFill>
                <a:latin typeface="Ember Modern Display Standard" panose="020B050302020402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false"/>
              <a:t>#$%</a:t>
            </a:r>
            <a:endParaRPr lang="en-US" noProof="false"/>
          </a:p>
        </p:txBody>
      </p:sp>
      <p:sp>
        <p:nvSpPr>
          <p:cNvPr id="1654" name="Text Placeholder 15"/>
          <p:cNvSpPr>
            <a:spLocks noGrp="true"/>
          </p:cNvSpPr>
          <p:nvPr>
            <p:ph type="body" sz="quarter" idx="26" hasCustomPrompt="true"/>
          </p:nvPr>
        </p:nvSpPr>
        <p:spPr>
          <a:xfrm>
            <a:off x="6400357" y="3979642"/>
            <a:ext cx="2206752" cy="1818106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false" i="false">
                <a:solidFill>
                  <a:schemeClr val="bg1"/>
                </a:solidFill>
                <a:latin typeface="Noto Sans S Chinese Regular" panose="020B0500000000000000" pitchFamily="34" charset="-128"/>
              </a:defRPr>
            </a:lvl1pPr>
          </a:lstStyle>
          <a:p>
            <a:pPr lvl="0"/>
            <a:r>
              <a:rPr lang="en-US" altLang="zh-CN" noProof="false" err="true"/>
              <a:t>请输入正文内容</a:t>
            </a:r>
            <a:endParaRPr lang="en-US" altLang="zh-CN" noProof="false"/>
          </a:p>
        </p:txBody>
      </p:sp>
      <p:sp>
        <p:nvSpPr>
          <p:cNvPr id="1655" name="Text Placeholder 8"/>
          <p:cNvSpPr>
            <a:spLocks noGrp="true"/>
          </p:cNvSpPr>
          <p:nvPr>
            <p:ph type="body" sz="quarter" idx="27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noProof="false" err="true"/>
              <a:t>来源</a:t>
            </a:r>
            <a:r>
              <a:rPr lang="zh-CN" altLang="en-US" noProof="false"/>
              <a:t>：</a:t>
            </a:r>
            <a:endParaRPr lang="en-US" noProof="false"/>
          </a:p>
        </p:txBody>
      </p:sp>
    </p:spTree>
  </p:cSld>
  <p:clrMapOvr>
    <a:masterClrMapping/>
  </p:clrMapOvr>
</p:sldLayout>
</file>

<file path=ppt/slideLayouts/slideLayout227.xml><?xml version="1.0" encoding="utf-8"?>
<p:sldLayout xmlns:a="http://schemas.openxmlformats.org/drawingml/2006/main" xmlns:p="http://schemas.openxmlformats.org/presentationml/2006/main">
  <p:cSld name="Feature rows">
    <p:spTree>
      <p:nvGrpSpPr>
        <p:cNvPr id="165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7" name="Text Placeholder 22"/>
          <p:cNvSpPr>
            <a:spLocks noGrp="true"/>
          </p:cNvSpPr>
          <p:nvPr>
            <p:ph type="body" sz="quarter" idx="16" hasCustomPrompt="true"/>
          </p:nvPr>
        </p:nvSpPr>
        <p:spPr>
          <a:xfrm>
            <a:off x="2427287" y="1388547"/>
            <a:ext cx="4615539" cy="1128712"/>
          </a:xfrm>
        </p:spPr>
        <p:txBody>
          <a:bodyPr anchor="ctr"/>
          <a:lstStyle>
            <a:lvl1pPr marL="0" indent="0">
              <a:buNone/>
              <a:defRPr lang="en-US" sz="90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noProof="false"/>
              <a:t>标题</a:t>
            </a:r>
            <a:r>
              <a:rPr lang="en-US" altLang="zh-CN" noProof="false"/>
              <a:t>1</a:t>
            </a:r>
            <a:endParaRPr lang="en-US" noProof="false"/>
          </a:p>
        </p:txBody>
      </p:sp>
      <p:sp>
        <p:nvSpPr>
          <p:cNvPr id="1658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/>
          <a:lstStyle/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cxnSp>
        <p:nvCxnSpPr>
          <p:cNvPr id="1659" name="Straight Connector 6"/>
          <p:cNvCxnSpPr/>
          <p:nvPr userDrawn="true"/>
        </p:nvCxnSpPr>
        <p:spPr>
          <a:xfrm flipH="true">
            <a:off x="0" y="1107446"/>
            <a:ext cx="12191407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0" name="Straight Connector 9"/>
          <p:cNvCxnSpPr/>
          <p:nvPr userDrawn="true"/>
        </p:nvCxnSpPr>
        <p:spPr>
          <a:xfrm flipH="true">
            <a:off x="0" y="2824486"/>
            <a:ext cx="12191407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1" name="Straight Connector 10"/>
          <p:cNvCxnSpPr/>
          <p:nvPr userDrawn="true"/>
        </p:nvCxnSpPr>
        <p:spPr>
          <a:xfrm flipH="true">
            <a:off x="0" y="4561846"/>
            <a:ext cx="12191407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62" name="Title 11"/>
          <p:cNvSpPr>
            <a:spLocks noGrp="true"/>
          </p:cNvSpPr>
          <p:nvPr>
            <p:ph type="title" hasCustomPrompt="true"/>
          </p:nvPr>
        </p:nvSpPr>
        <p:spPr>
          <a:xfrm>
            <a:off x="498474" y="528333"/>
            <a:ext cx="11520701" cy="525463"/>
          </a:xfrm>
        </p:spPr>
        <p:txBody>
          <a:bodyPr/>
          <a:lstStyle>
            <a:lvl1pPr>
              <a:defRPr sz="2400" cap="all" spc="-50" baseline="0"/>
            </a:lvl1pPr>
          </a:lstStyle>
          <a:p>
            <a:pPr/>
            <a:r>
              <a:rPr lang="en-US" noProof="false" err="true"/>
              <a:t>请输入标题</a:t>
            </a:r>
            <a:endParaRPr lang="en-US" noProof="false"/>
          </a:p>
        </p:txBody>
      </p:sp>
      <p:sp>
        <p:nvSpPr>
          <p:cNvPr id="1663" name="Picture Placeholder 16"/>
          <p:cNvSpPr>
            <a:spLocks noGrp="true"/>
          </p:cNvSpPr>
          <p:nvPr>
            <p:ph type="pic" sz="quarter" idx="12" hasCustomPrompt="true"/>
          </p:nvPr>
        </p:nvSpPr>
        <p:spPr>
          <a:xfrm>
            <a:off x="758189" y="1398275"/>
            <a:ext cx="1130935" cy="1087743"/>
          </a:xfrm>
          <a:prstGeom prst="roundRect">
            <a:avLst>
              <a:gd name="adj" fmla="val 2047"/>
            </a:avLst>
          </a:prstGeom>
          <a:noFill/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noProof="false" err="true"/>
              <a:t>单击插入图标</a:t>
            </a:r>
            <a:endParaRPr lang="en-US" noProof="false"/>
          </a:p>
        </p:txBody>
      </p:sp>
      <p:sp>
        <p:nvSpPr>
          <p:cNvPr id="1664" name="Text Placeholder 20"/>
          <p:cNvSpPr>
            <a:spLocks noGrp="true"/>
          </p:cNvSpPr>
          <p:nvPr>
            <p:ph type="body" sz="quarter" idx="15" hasCustomPrompt="true"/>
          </p:nvPr>
        </p:nvSpPr>
        <p:spPr>
          <a:xfrm>
            <a:off x="7042827" y="1960377"/>
            <a:ext cx="4641808" cy="415925"/>
          </a:xfrm>
        </p:spPr>
        <p:txBody>
          <a:bodyPr anchor="b" anchorCtr="false"/>
          <a:lstStyle>
            <a:lvl1pPr marL="0" indent="0">
              <a:buNone/>
              <a:defRPr sz="1200"/>
            </a:lvl1pPr>
            <a:lvl2pPr>
              <a:defRPr sz="11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noProof="false" err="true"/>
              <a:t>请输入正文内容</a:t>
            </a:r>
            <a:endParaRPr lang="en-US" noProof="false"/>
          </a:p>
        </p:txBody>
      </p:sp>
      <p:sp>
        <p:nvSpPr>
          <p:cNvPr id="1665" name="Text Placeholder 22"/>
          <p:cNvSpPr>
            <a:spLocks noGrp="true"/>
          </p:cNvSpPr>
          <p:nvPr>
            <p:ph type="body" sz="quarter" idx="17" hasCustomPrompt="true"/>
          </p:nvPr>
        </p:nvSpPr>
        <p:spPr>
          <a:xfrm>
            <a:off x="2427287" y="3170870"/>
            <a:ext cx="4615539" cy="1128712"/>
          </a:xfrm>
        </p:spPr>
        <p:txBody>
          <a:bodyPr anchor="ctr"/>
          <a:lstStyle>
            <a:lvl1pPr marL="0" indent="0">
              <a:buNone/>
              <a:defRPr lang="en-US" sz="90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noProof="false"/>
              <a:t>标题</a:t>
            </a:r>
            <a:r>
              <a:rPr lang="en-US" altLang="zh-CN" noProof="false"/>
              <a:t>2</a:t>
            </a:r>
            <a:endParaRPr lang="en-US" noProof="false"/>
          </a:p>
        </p:txBody>
      </p:sp>
      <p:sp>
        <p:nvSpPr>
          <p:cNvPr id="1666" name="Text Placeholder 20"/>
          <p:cNvSpPr>
            <a:spLocks noGrp="true"/>
          </p:cNvSpPr>
          <p:nvPr>
            <p:ph type="body" sz="quarter" idx="18" hasCustomPrompt="true"/>
          </p:nvPr>
        </p:nvSpPr>
        <p:spPr>
          <a:xfrm>
            <a:off x="7042827" y="3742700"/>
            <a:ext cx="4641808" cy="415925"/>
          </a:xfrm>
        </p:spPr>
        <p:txBody>
          <a:bodyPr anchor="b" anchorCtr="false"/>
          <a:lstStyle>
            <a:lvl1pPr marL="0" indent="0">
              <a:buNone/>
              <a:defRPr sz="1200"/>
            </a:lvl1pPr>
            <a:lvl2pPr>
              <a:defRPr sz="11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altLang="zh-CN" noProof="false" err="true"/>
              <a:t>请输入正文内容</a:t>
            </a:r>
            <a:endParaRPr lang="en-US" altLang="zh-CN" noProof="false"/>
          </a:p>
        </p:txBody>
      </p:sp>
      <p:sp>
        <p:nvSpPr>
          <p:cNvPr id="1667" name="Text Placeholder 22"/>
          <p:cNvSpPr>
            <a:spLocks noGrp="true"/>
          </p:cNvSpPr>
          <p:nvPr>
            <p:ph type="body" sz="quarter" idx="19" hasCustomPrompt="true"/>
          </p:nvPr>
        </p:nvSpPr>
        <p:spPr>
          <a:xfrm>
            <a:off x="2427287" y="4920320"/>
            <a:ext cx="4615539" cy="1128712"/>
          </a:xfrm>
        </p:spPr>
        <p:txBody>
          <a:bodyPr anchor="ctr"/>
          <a:lstStyle>
            <a:lvl1pPr marL="0" indent="0">
              <a:buNone/>
              <a:defRPr lang="en-US" sz="90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noProof="false"/>
              <a:t>标题</a:t>
            </a:r>
            <a:r>
              <a:rPr lang="en-US" altLang="zh-CN" noProof="false"/>
              <a:t>3</a:t>
            </a:r>
            <a:endParaRPr lang="en-US" noProof="false"/>
          </a:p>
        </p:txBody>
      </p:sp>
      <p:sp>
        <p:nvSpPr>
          <p:cNvPr id="1668" name="Text Placeholder 20"/>
          <p:cNvSpPr>
            <a:spLocks noGrp="true"/>
          </p:cNvSpPr>
          <p:nvPr>
            <p:ph type="body" sz="quarter" idx="20" hasCustomPrompt="true"/>
          </p:nvPr>
        </p:nvSpPr>
        <p:spPr>
          <a:xfrm>
            <a:off x="7042827" y="5492150"/>
            <a:ext cx="4641808" cy="415925"/>
          </a:xfrm>
        </p:spPr>
        <p:txBody>
          <a:bodyPr anchor="b" anchorCtr="false"/>
          <a:lstStyle>
            <a:lvl1pPr marL="0" indent="0">
              <a:buNone/>
              <a:defRPr sz="1200"/>
            </a:lvl1pPr>
            <a:lvl2pPr>
              <a:defRPr sz="11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altLang="zh-CN" noProof="false" err="true"/>
              <a:t>请输入正文内容</a:t>
            </a:r>
            <a:endParaRPr lang="en-US" altLang="zh-CN" noProof="false"/>
          </a:p>
        </p:txBody>
      </p:sp>
      <p:sp>
        <p:nvSpPr>
          <p:cNvPr id="1669" name="Picture Placeholder 16"/>
          <p:cNvSpPr>
            <a:spLocks noGrp="true"/>
          </p:cNvSpPr>
          <p:nvPr>
            <p:ph type="pic" sz="quarter" idx="21" hasCustomPrompt="true"/>
          </p:nvPr>
        </p:nvSpPr>
        <p:spPr>
          <a:xfrm>
            <a:off x="758189" y="3149295"/>
            <a:ext cx="1130935" cy="1087743"/>
          </a:xfrm>
          <a:prstGeom prst="roundRect">
            <a:avLst>
              <a:gd name="adj" fmla="val 2047"/>
            </a:avLst>
          </a:prstGeom>
          <a:noFill/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单击插入图标</a:t>
            </a:r>
            <a:endParaRPr lang="en-US" altLang="zh-CN" noProof="false"/>
          </a:p>
        </p:txBody>
      </p:sp>
      <p:sp>
        <p:nvSpPr>
          <p:cNvPr id="1670" name="Picture Placeholder 16"/>
          <p:cNvSpPr>
            <a:spLocks noGrp="true"/>
          </p:cNvSpPr>
          <p:nvPr>
            <p:ph type="pic" sz="quarter" idx="22" hasCustomPrompt="true"/>
          </p:nvPr>
        </p:nvSpPr>
        <p:spPr>
          <a:xfrm>
            <a:off x="758189" y="4903313"/>
            <a:ext cx="1130935" cy="1087743"/>
          </a:xfrm>
          <a:prstGeom prst="roundRect">
            <a:avLst>
              <a:gd name="adj" fmla="val 2047"/>
            </a:avLst>
          </a:prstGeom>
          <a:noFill/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单击插入图标</a:t>
            </a:r>
            <a:endParaRPr lang="en-US" altLang="zh-CN" noProof="false"/>
          </a:p>
        </p:txBody>
      </p:sp>
      <p:sp>
        <p:nvSpPr>
          <p:cNvPr id="1671" name="Text Placeholder 8"/>
          <p:cNvSpPr>
            <a:spLocks noGrp="true"/>
          </p:cNvSpPr>
          <p:nvPr>
            <p:ph type="body" sz="quarter" idx="23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noProof="false" err="true"/>
              <a:t>来源</a:t>
            </a:r>
            <a:r>
              <a:rPr lang="zh-CN" altLang="en-US" noProof="false"/>
              <a:t>：</a:t>
            </a:r>
            <a:endParaRPr lang="en-US" noProof="false"/>
          </a:p>
        </p:txBody>
      </p:sp>
    </p:spTree>
  </p:cSld>
  <p:clrMapOvr>
    <a:masterClrMapping/>
  </p:clrMapOvr>
</p:sldLayout>
</file>

<file path=ppt/slideLayouts/slideLayout228.xml><?xml version="1.0" encoding="utf-8"?>
<p:sldLayout xmlns:a="http://schemas.openxmlformats.org/drawingml/2006/main" xmlns:p="http://schemas.openxmlformats.org/presentationml/2006/main">
  <p:cSld name="1_Feature rows">
    <p:bg>
      <p:bgPr>
        <a:solidFill>
          <a:schemeClr val="tx1"/>
        </a:solidFill>
        <a:effectLst/>
      </p:bgPr>
    </p:bg>
    <p:spTree>
      <p:nvGrpSpPr>
        <p:cNvPr id="167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3" name="Text Placeholder 22"/>
          <p:cNvSpPr>
            <a:spLocks noGrp="true"/>
          </p:cNvSpPr>
          <p:nvPr>
            <p:ph type="body" sz="quarter" idx="16" hasCustomPrompt="true"/>
          </p:nvPr>
        </p:nvSpPr>
        <p:spPr>
          <a:xfrm>
            <a:off x="2427287" y="1388547"/>
            <a:ext cx="4615539" cy="1128712"/>
          </a:xfrm>
        </p:spPr>
        <p:txBody>
          <a:bodyPr anchor="ctr"/>
          <a:lstStyle>
            <a:lvl1pPr marL="0" indent="0">
              <a:buNone/>
              <a:defRPr sz="9000" b="true" i="false" spc="-50" baseline="0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</a:defRPr>
            </a:lvl1pPr>
          </a:lstStyle>
          <a:p>
            <a:pPr lvl="0"/>
            <a:r>
              <a:rPr lang="en-US" noProof="false" dirty="false"/>
              <a:t>标题</a:t>
            </a:r>
            <a:r>
              <a:rPr lang="en-US" altLang="zh-CN" noProof="false" dirty="false"/>
              <a:t>1</a:t>
            </a:r>
            <a:endParaRPr lang="en-US" noProof="false" dirty="false"/>
          </a:p>
        </p:txBody>
      </p:sp>
      <p:sp>
        <p:nvSpPr>
          <p:cNvPr id="1674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cxnSp>
        <p:nvCxnSpPr>
          <p:cNvPr id="1675" name="Straight Connector 6"/>
          <p:cNvCxnSpPr/>
          <p:nvPr userDrawn="true"/>
        </p:nvCxnSpPr>
        <p:spPr>
          <a:xfrm flipH="true">
            <a:off x="0" y="1107446"/>
            <a:ext cx="12191407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6" name="Straight Connector 9"/>
          <p:cNvCxnSpPr/>
          <p:nvPr userDrawn="true"/>
        </p:nvCxnSpPr>
        <p:spPr>
          <a:xfrm flipH="true">
            <a:off x="0" y="2824486"/>
            <a:ext cx="12191407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7" name="Straight Connector 10"/>
          <p:cNvCxnSpPr/>
          <p:nvPr userDrawn="true"/>
        </p:nvCxnSpPr>
        <p:spPr>
          <a:xfrm flipH="true">
            <a:off x="0" y="4561846"/>
            <a:ext cx="12191407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78" name="Title 11"/>
          <p:cNvSpPr>
            <a:spLocks noGrp="true"/>
          </p:cNvSpPr>
          <p:nvPr>
            <p:ph type="title" hasCustomPrompt="true"/>
          </p:nvPr>
        </p:nvSpPr>
        <p:spPr>
          <a:xfrm>
            <a:off x="498474" y="528333"/>
            <a:ext cx="11520701" cy="525463"/>
          </a:xfrm>
        </p:spPr>
        <p:txBody>
          <a:bodyPr/>
          <a:lstStyle>
            <a:lvl1pPr>
              <a:defRPr sz="2400" cap="all" spc="-50" baseline="0">
                <a:solidFill>
                  <a:schemeClr val="bg1"/>
                </a:solidFill>
              </a:defRPr>
            </a:lvl1pPr>
          </a:lstStyle>
          <a:p>
            <a:pPr/>
            <a:r>
              <a:rPr lang="en-US" noProof="false" err="true"/>
              <a:t>请输入标题</a:t>
            </a:r>
            <a:endParaRPr lang="en-US" noProof="false"/>
          </a:p>
        </p:txBody>
      </p:sp>
      <p:sp>
        <p:nvSpPr>
          <p:cNvPr id="1679" name="Picture Placeholder 16"/>
          <p:cNvSpPr>
            <a:spLocks noGrp="true"/>
          </p:cNvSpPr>
          <p:nvPr>
            <p:ph type="pic" sz="quarter" idx="12" hasCustomPrompt="true"/>
          </p:nvPr>
        </p:nvSpPr>
        <p:spPr>
          <a:xfrm>
            <a:off x="758189" y="1398275"/>
            <a:ext cx="1130935" cy="1087743"/>
          </a:xfrm>
          <a:prstGeom prst="roundRect">
            <a:avLst>
              <a:gd name="adj" fmla="val 2047"/>
            </a:avLst>
          </a:prstGeom>
          <a:noFill/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noProof="false" err="true"/>
              <a:t>单击插入图标</a:t>
            </a:r>
            <a:endParaRPr lang="en-US" noProof="false"/>
          </a:p>
        </p:txBody>
      </p:sp>
      <p:sp>
        <p:nvSpPr>
          <p:cNvPr id="1680" name="Text Placeholder 20"/>
          <p:cNvSpPr>
            <a:spLocks noGrp="true"/>
          </p:cNvSpPr>
          <p:nvPr>
            <p:ph type="body" sz="quarter" idx="15" hasCustomPrompt="true"/>
          </p:nvPr>
        </p:nvSpPr>
        <p:spPr>
          <a:xfrm>
            <a:off x="7042827" y="1960377"/>
            <a:ext cx="4641808" cy="415925"/>
          </a:xfrm>
        </p:spPr>
        <p:txBody>
          <a:bodyPr anchor="b" anchorCtr="false"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>
              <a:defRPr sz="11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altLang="zh-CN" noProof="false" err="true"/>
              <a:t>请输入正文内容</a:t>
            </a:r>
            <a:endParaRPr lang="en-US" altLang="zh-CN" noProof="false"/>
          </a:p>
        </p:txBody>
      </p:sp>
      <p:sp>
        <p:nvSpPr>
          <p:cNvPr id="1681" name="Text Placeholder 22"/>
          <p:cNvSpPr>
            <a:spLocks noGrp="true"/>
          </p:cNvSpPr>
          <p:nvPr>
            <p:ph type="body" sz="quarter" idx="17" hasCustomPrompt="true"/>
          </p:nvPr>
        </p:nvSpPr>
        <p:spPr>
          <a:xfrm>
            <a:off x="2427287" y="3170870"/>
            <a:ext cx="4615539" cy="1128712"/>
          </a:xfrm>
        </p:spPr>
        <p:txBody>
          <a:bodyPr anchor="ctr"/>
          <a:lstStyle>
            <a:lvl1pPr marL="0" indent="0">
              <a:buNone/>
              <a:defRPr lang="en-US" sz="9000" b="true" i="false" kern="1200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noProof="false"/>
              <a:t>标题</a:t>
            </a:r>
            <a:r>
              <a:rPr lang="en-US" altLang="zh-CN" noProof="false"/>
              <a:t>2</a:t>
            </a:r>
            <a:endParaRPr lang="en-US" noProof="false"/>
          </a:p>
        </p:txBody>
      </p:sp>
      <p:sp>
        <p:nvSpPr>
          <p:cNvPr id="1682" name="Text Placeholder 20"/>
          <p:cNvSpPr>
            <a:spLocks noGrp="true"/>
          </p:cNvSpPr>
          <p:nvPr>
            <p:ph type="body" sz="quarter" idx="18" hasCustomPrompt="true"/>
          </p:nvPr>
        </p:nvSpPr>
        <p:spPr>
          <a:xfrm>
            <a:off x="7042827" y="3742700"/>
            <a:ext cx="4641808" cy="415925"/>
          </a:xfrm>
        </p:spPr>
        <p:txBody>
          <a:bodyPr anchor="b" anchorCtr="false"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>
              <a:defRPr sz="11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altLang="zh-CN" noProof="false" err="true"/>
              <a:t>请输入正文内容</a:t>
            </a:r>
            <a:endParaRPr lang="en-US" altLang="zh-CN" noProof="false"/>
          </a:p>
        </p:txBody>
      </p:sp>
      <p:sp>
        <p:nvSpPr>
          <p:cNvPr id="1683" name="Text Placeholder 22"/>
          <p:cNvSpPr>
            <a:spLocks noGrp="true"/>
          </p:cNvSpPr>
          <p:nvPr>
            <p:ph type="body" sz="quarter" idx="19" hasCustomPrompt="true"/>
          </p:nvPr>
        </p:nvSpPr>
        <p:spPr>
          <a:xfrm>
            <a:off x="2427287" y="4920320"/>
            <a:ext cx="4615539" cy="1128712"/>
          </a:xfrm>
        </p:spPr>
        <p:txBody>
          <a:bodyPr anchor="ctr"/>
          <a:lstStyle>
            <a:lvl1pPr marL="0" indent="0">
              <a:buNone/>
              <a:defRPr sz="9000" b="true" i="false" spc="-50" baseline="0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</a:defRPr>
            </a:lvl1pPr>
          </a:lstStyle>
          <a:p>
            <a:pPr lvl="0"/>
            <a:r>
              <a:rPr lang="en-US" noProof="false"/>
              <a:t>标题</a:t>
            </a:r>
            <a:r>
              <a:rPr lang="en-US" altLang="zh-CN" noProof="false"/>
              <a:t>3</a:t>
            </a:r>
            <a:endParaRPr lang="en-US" noProof="false"/>
          </a:p>
        </p:txBody>
      </p:sp>
      <p:sp>
        <p:nvSpPr>
          <p:cNvPr id="1684" name="Text Placeholder 20"/>
          <p:cNvSpPr>
            <a:spLocks noGrp="true"/>
          </p:cNvSpPr>
          <p:nvPr>
            <p:ph type="body" sz="quarter" idx="20" hasCustomPrompt="true"/>
          </p:nvPr>
        </p:nvSpPr>
        <p:spPr>
          <a:xfrm>
            <a:off x="7042827" y="5492150"/>
            <a:ext cx="4641808" cy="415925"/>
          </a:xfrm>
        </p:spPr>
        <p:txBody>
          <a:bodyPr anchor="b" anchorCtr="false"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>
              <a:defRPr sz="11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altLang="zh-CN" noProof="false" err="true"/>
              <a:t>请输入正文内容</a:t>
            </a:r>
            <a:endParaRPr lang="en-US" altLang="zh-CN" noProof="false"/>
          </a:p>
        </p:txBody>
      </p:sp>
      <p:sp>
        <p:nvSpPr>
          <p:cNvPr id="1685" name="Picture Placeholder 16"/>
          <p:cNvSpPr>
            <a:spLocks noGrp="true"/>
          </p:cNvSpPr>
          <p:nvPr>
            <p:ph type="pic" sz="quarter" idx="21" hasCustomPrompt="true"/>
          </p:nvPr>
        </p:nvSpPr>
        <p:spPr>
          <a:xfrm>
            <a:off x="758189" y="3149295"/>
            <a:ext cx="1130935" cy="1087743"/>
          </a:xfrm>
          <a:prstGeom prst="roundRect">
            <a:avLst>
              <a:gd name="adj" fmla="val 2047"/>
            </a:avLst>
          </a:prstGeom>
          <a:noFill/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单击插入图标</a:t>
            </a:r>
            <a:endParaRPr lang="en-US" altLang="zh-CN" noProof="false"/>
          </a:p>
        </p:txBody>
      </p:sp>
      <p:sp>
        <p:nvSpPr>
          <p:cNvPr id="1686" name="Picture Placeholder 16"/>
          <p:cNvSpPr>
            <a:spLocks noGrp="true"/>
          </p:cNvSpPr>
          <p:nvPr>
            <p:ph type="pic" sz="quarter" idx="22" hasCustomPrompt="true"/>
          </p:nvPr>
        </p:nvSpPr>
        <p:spPr>
          <a:xfrm>
            <a:off x="758189" y="4903313"/>
            <a:ext cx="1130935" cy="1087743"/>
          </a:xfrm>
          <a:prstGeom prst="roundRect">
            <a:avLst>
              <a:gd name="adj" fmla="val 2047"/>
            </a:avLst>
          </a:prstGeom>
          <a:noFill/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单击插入图标</a:t>
            </a:r>
            <a:endParaRPr lang="en-US" altLang="zh-CN" noProof="false"/>
          </a:p>
        </p:txBody>
      </p:sp>
      <p:sp>
        <p:nvSpPr>
          <p:cNvPr id="1687" name="Text Placeholder 8"/>
          <p:cNvSpPr>
            <a:spLocks noGrp="true"/>
          </p:cNvSpPr>
          <p:nvPr>
            <p:ph type="body" sz="quarter" idx="23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noProof="false" err="true"/>
              <a:t>来源</a:t>
            </a:r>
            <a:r>
              <a:rPr lang="zh-CN" altLang="en-US" noProof="false"/>
              <a:t>：</a:t>
            </a:r>
            <a:endParaRPr lang="en-US" noProof="false"/>
          </a:p>
        </p:txBody>
      </p:sp>
    </p:spTree>
  </p:cSld>
  <p:clrMapOvr>
    <a:masterClrMapping/>
  </p:clrMapOvr>
</p:sldLayout>
</file>

<file path=ppt/slideLayouts/slideLayout229.xml><?xml version="1.0" encoding="utf-8"?>
<p:sldLayout xmlns:a="http://schemas.openxmlformats.org/drawingml/2006/main" xmlns:p="http://schemas.openxmlformats.org/presentationml/2006/main">
  <p:cSld name="Feature rows colour">
    <p:spTree>
      <p:nvGrpSpPr>
        <p:cNvPr id="168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" name="Rectangle 12"/>
          <p:cNvSpPr/>
          <p:nvPr userDrawn="true"/>
        </p:nvSpPr>
        <p:spPr>
          <a:xfrm>
            <a:off x="-1" y="2826000"/>
            <a:ext cx="12191407" cy="1915200"/>
          </a:xfrm>
          <a:prstGeom prst="rect">
            <a:avLst/>
          </a:prstGeom>
          <a:solidFill>
            <a:srgbClr val="F986E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 lang="en-US" b="false" i="false" noProof="false" dirty="false">
              <a:latin typeface="Noto Sans S Chinese Regular" panose="020B0500000000000000" pitchFamily="34" charset="-128"/>
            </a:endParaRPr>
          </a:p>
        </p:txBody>
      </p:sp>
      <p:sp>
        <p:nvSpPr>
          <p:cNvPr id="1690" name="Rectangle 13"/>
          <p:cNvSpPr/>
          <p:nvPr userDrawn="true"/>
        </p:nvSpPr>
        <p:spPr>
          <a:xfrm>
            <a:off x="593" y="4593600"/>
            <a:ext cx="12191407" cy="2264400"/>
          </a:xfrm>
          <a:prstGeom prst="rect">
            <a:avLst/>
          </a:prstGeom>
          <a:solidFill>
            <a:srgbClr val="2EE5B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 lang="en-US" b="false" i="false" noProof="false">
              <a:latin typeface="Noto Sans S Chinese Regular" panose="020B0500000000000000" pitchFamily="34" charset="-128"/>
            </a:endParaRPr>
          </a:p>
        </p:txBody>
      </p:sp>
      <p:sp>
        <p:nvSpPr>
          <p:cNvPr id="1691" name="Rectangle 1"/>
          <p:cNvSpPr/>
          <p:nvPr userDrawn="true"/>
        </p:nvSpPr>
        <p:spPr>
          <a:xfrm>
            <a:off x="-2" y="1108801"/>
            <a:ext cx="12191407" cy="1717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 lang="en-US" b="false" i="false" noProof="false" dirty="false">
              <a:latin typeface="Noto Sans S Chinese Regular" panose="020B0500000000000000" pitchFamily="34" charset="-128"/>
            </a:endParaRPr>
          </a:p>
        </p:txBody>
      </p:sp>
      <p:sp>
        <p:nvSpPr>
          <p:cNvPr id="1692" name="Text Placeholder 22"/>
          <p:cNvSpPr>
            <a:spLocks noGrp="true"/>
          </p:cNvSpPr>
          <p:nvPr>
            <p:ph type="body" sz="quarter" idx="16" hasCustomPrompt="true"/>
          </p:nvPr>
        </p:nvSpPr>
        <p:spPr>
          <a:xfrm>
            <a:off x="2427287" y="1389600"/>
            <a:ext cx="4615539" cy="1128712"/>
          </a:xfrm>
        </p:spPr>
        <p:txBody>
          <a:bodyPr anchor="ctr"/>
          <a:lstStyle>
            <a:lvl1pPr marL="0" indent="0">
              <a:buNone/>
              <a:defRPr lang="en-US" sz="90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noProof="false" dirty="false"/>
              <a:t>标题</a:t>
            </a:r>
            <a:r>
              <a:rPr lang="en-US" altLang="zh-CN" noProof="false" dirty="false"/>
              <a:t>1</a:t>
            </a:r>
            <a:endParaRPr lang="en-US" noProof="false" dirty="false"/>
          </a:p>
        </p:txBody>
      </p:sp>
      <p:sp>
        <p:nvSpPr>
          <p:cNvPr id="1693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/>
          <a:lstStyle/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1694" name="Title 11"/>
          <p:cNvSpPr>
            <a:spLocks noGrp="true"/>
          </p:cNvSpPr>
          <p:nvPr>
            <p:ph type="title" hasCustomPrompt="true"/>
          </p:nvPr>
        </p:nvSpPr>
        <p:spPr>
          <a:xfrm>
            <a:off x="498474" y="528333"/>
            <a:ext cx="11520701" cy="525463"/>
          </a:xfrm>
        </p:spPr>
        <p:txBody>
          <a:bodyPr/>
          <a:lstStyle>
            <a:lvl1pPr>
              <a:defRPr sz="2400" cap="all" spc="-50" baseline="0"/>
            </a:lvl1pPr>
          </a:lstStyle>
          <a:p>
            <a:pPr/>
            <a:r>
              <a:rPr lang="en-US" noProof="false" err="true"/>
              <a:t>请输入标题</a:t>
            </a:r>
            <a:endParaRPr lang="en-US" noProof="false"/>
          </a:p>
        </p:txBody>
      </p:sp>
      <p:sp>
        <p:nvSpPr>
          <p:cNvPr id="1695" name="Text Placeholder 20"/>
          <p:cNvSpPr>
            <a:spLocks noGrp="true"/>
          </p:cNvSpPr>
          <p:nvPr>
            <p:ph type="body" sz="quarter" idx="15" hasCustomPrompt="true"/>
          </p:nvPr>
        </p:nvSpPr>
        <p:spPr>
          <a:xfrm>
            <a:off x="7041600" y="1962000"/>
            <a:ext cx="4641808" cy="415925"/>
          </a:xfrm>
        </p:spPr>
        <p:txBody>
          <a:bodyPr anchor="b" anchorCtr="false"/>
          <a:lstStyle>
            <a:lvl1pPr marL="0" indent="0">
              <a:buNone/>
              <a:defRPr sz="1200"/>
            </a:lvl1pPr>
            <a:lvl2pPr>
              <a:defRPr sz="11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altLang="zh-CN" noProof="false" dirty="false" err="true"/>
              <a:t>请输入正文内容</a:t>
            </a:r>
            <a:endParaRPr lang="en-US" altLang="zh-CN" noProof="false" dirty="false"/>
          </a:p>
        </p:txBody>
      </p:sp>
      <p:sp>
        <p:nvSpPr>
          <p:cNvPr id="1696" name="Text Placeholder 22"/>
          <p:cNvSpPr>
            <a:spLocks noGrp="true"/>
          </p:cNvSpPr>
          <p:nvPr>
            <p:ph type="body" sz="quarter" idx="17" hasCustomPrompt="true"/>
          </p:nvPr>
        </p:nvSpPr>
        <p:spPr>
          <a:xfrm>
            <a:off x="2424723" y="3219244"/>
            <a:ext cx="4615539" cy="1128712"/>
          </a:xfrm>
        </p:spPr>
        <p:txBody>
          <a:bodyPr anchor="ctr"/>
          <a:lstStyle>
            <a:lvl1pPr marL="0" indent="0">
              <a:buNone/>
              <a:defRPr lang="en-US" sz="90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noProof="false" dirty="false"/>
              <a:t>标题</a:t>
            </a:r>
            <a:r>
              <a:rPr lang="en-US" altLang="zh-CN" noProof="false" dirty="false"/>
              <a:t>2</a:t>
            </a:r>
            <a:endParaRPr lang="en-US" noProof="false" dirty="false"/>
          </a:p>
        </p:txBody>
      </p:sp>
      <p:sp>
        <p:nvSpPr>
          <p:cNvPr id="1697" name="Text Placeholder 20"/>
          <p:cNvSpPr>
            <a:spLocks noGrp="true"/>
          </p:cNvSpPr>
          <p:nvPr>
            <p:ph type="body" sz="quarter" idx="18" hasCustomPrompt="true"/>
          </p:nvPr>
        </p:nvSpPr>
        <p:spPr>
          <a:xfrm>
            <a:off x="7068227" y="3744000"/>
            <a:ext cx="4641808" cy="415925"/>
          </a:xfrm>
        </p:spPr>
        <p:txBody>
          <a:bodyPr anchor="b" anchorCtr="false"/>
          <a:lstStyle>
            <a:lvl1pPr marL="0" indent="0">
              <a:buNone/>
              <a:defRPr sz="1200"/>
            </a:lvl1pPr>
            <a:lvl2pPr>
              <a:defRPr sz="11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altLang="zh-CN" noProof="false" dirty="false" err="true"/>
              <a:t>请输入正文内容</a:t>
            </a:r>
            <a:endParaRPr lang="en-US" altLang="zh-CN" noProof="false" dirty="false"/>
          </a:p>
        </p:txBody>
      </p:sp>
      <p:sp>
        <p:nvSpPr>
          <p:cNvPr id="1698" name="Text Placeholder 22"/>
          <p:cNvSpPr>
            <a:spLocks noGrp="true"/>
          </p:cNvSpPr>
          <p:nvPr>
            <p:ph type="body" sz="quarter" idx="19" hasCustomPrompt="true"/>
          </p:nvPr>
        </p:nvSpPr>
        <p:spPr>
          <a:xfrm>
            <a:off x="2424723" y="4921200"/>
            <a:ext cx="4615539" cy="1128712"/>
          </a:xfrm>
        </p:spPr>
        <p:txBody>
          <a:bodyPr anchor="ctr"/>
          <a:lstStyle>
            <a:lvl1pPr marL="0" indent="0">
              <a:buNone/>
              <a:defRPr lang="en-US" sz="90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noProof="false" dirty="false"/>
              <a:t>标题</a:t>
            </a:r>
            <a:r>
              <a:rPr lang="en-US" altLang="zh-CN" noProof="false" dirty="false"/>
              <a:t>3</a:t>
            </a:r>
            <a:endParaRPr lang="en-US" noProof="false" dirty="false"/>
          </a:p>
        </p:txBody>
      </p:sp>
      <p:sp>
        <p:nvSpPr>
          <p:cNvPr id="1699" name="Text Placeholder 20"/>
          <p:cNvSpPr>
            <a:spLocks noGrp="true"/>
          </p:cNvSpPr>
          <p:nvPr>
            <p:ph type="body" sz="quarter" idx="20" hasCustomPrompt="true"/>
          </p:nvPr>
        </p:nvSpPr>
        <p:spPr>
          <a:xfrm>
            <a:off x="7040262" y="5493600"/>
            <a:ext cx="4641808" cy="415925"/>
          </a:xfrm>
        </p:spPr>
        <p:txBody>
          <a:bodyPr anchor="b" anchorCtr="false"/>
          <a:lstStyle>
            <a:lvl1pPr marL="0" indent="0">
              <a:buNone/>
              <a:defRPr sz="1200"/>
            </a:lvl1pPr>
            <a:lvl2pPr>
              <a:defRPr sz="11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altLang="zh-CN" noProof="false" err="true"/>
              <a:t>请输入正文内容</a:t>
            </a:r>
            <a:endParaRPr lang="en-US" altLang="zh-CN" noProof="false"/>
          </a:p>
        </p:txBody>
      </p:sp>
      <p:sp>
        <p:nvSpPr>
          <p:cNvPr id="1700" name="Picture Placeholder 16"/>
          <p:cNvSpPr>
            <a:spLocks noGrp="true"/>
          </p:cNvSpPr>
          <p:nvPr>
            <p:ph type="pic" sz="quarter" idx="21" hasCustomPrompt="true"/>
          </p:nvPr>
        </p:nvSpPr>
        <p:spPr>
          <a:xfrm>
            <a:off x="758189" y="1396800"/>
            <a:ext cx="1130935" cy="1087743"/>
          </a:xfrm>
          <a:prstGeom prst="roundRect">
            <a:avLst>
              <a:gd name="adj" fmla="val 2047"/>
            </a:avLst>
          </a:prstGeom>
          <a:noFill/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noProof="false" err="true"/>
              <a:t>单击插入图标</a:t>
            </a:r>
            <a:endParaRPr lang="en-US" noProof="false"/>
          </a:p>
        </p:txBody>
      </p:sp>
      <p:sp>
        <p:nvSpPr>
          <p:cNvPr id="1701" name="Picture Placeholder 16"/>
          <p:cNvSpPr>
            <a:spLocks noGrp="true"/>
          </p:cNvSpPr>
          <p:nvPr>
            <p:ph type="pic" sz="quarter" idx="22" hasCustomPrompt="true"/>
          </p:nvPr>
        </p:nvSpPr>
        <p:spPr>
          <a:xfrm>
            <a:off x="796541" y="3218341"/>
            <a:ext cx="1130935" cy="1087743"/>
          </a:xfrm>
          <a:prstGeom prst="roundRect">
            <a:avLst>
              <a:gd name="adj" fmla="val 2047"/>
            </a:avLst>
          </a:prstGeom>
          <a:noFill/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单击插入图标</a:t>
            </a:r>
            <a:endParaRPr lang="en-US" altLang="zh-CN" noProof="false"/>
          </a:p>
        </p:txBody>
      </p:sp>
      <p:sp>
        <p:nvSpPr>
          <p:cNvPr id="1702" name="Picture Placeholder 16"/>
          <p:cNvSpPr>
            <a:spLocks noGrp="true"/>
          </p:cNvSpPr>
          <p:nvPr>
            <p:ph type="pic" sz="quarter" idx="23" hasCustomPrompt="true"/>
          </p:nvPr>
        </p:nvSpPr>
        <p:spPr>
          <a:xfrm>
            <a:off x="755013" y="4941684"/>
            <a:ext cx="1130935" cy="1087743"/>
          </a:xfrm>
          <a:prstGeom prst="roundRect">
            <a:avLst>
              <a:gd name="adj" fmla="val 2047"/>
            </a:avLst>
          </a:prstGeom>
          <a:noFill/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单击插入图标</a:t>
            </a:r>
            <a:endParaRPr lang="en-US" altLang="zh-CN" noProof="false"/>
          </a:p>
        </p:txBody>
      </p:sp>
      <p:sp>
        <p:nvSpPr>
          <p:cNvPr id="1703" name="Text Placeholder 8"/>
          <p:cNvSpPr>
            <a:spLocks noGrp="true"/>
          </p:cNvSpPr>
          <p:nvPr>
            <p:ph type="body" sz="quarter" idx="24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noProof="false" err="true"/>
              <a:t>来源</a:t>
            </a:r>
            <a:endParaRPr lang="en-US" noProof="false"/>
          </a:p>
        </p:txBody>
      </p:sp>
      <p:sp>
        <p:nvSpPr>
          <p:cNvPr id="1704" name="Footer Placeholder 4"/>
          <p:cNvSpPr txBox="true"/>
          <p:nvPr userDrawn="true"/>
        </p:nvSpPr>
        <p:spPr>
          <a:xfrm>
            <a:off x="8131175" y="6392544"/>
            <a:ext cx="3553460" cy="160655"/>
          </a:xfrm>
          <a:prstGeom prst="rect">
            <a:avLst/>
          </a:prstGeom>
        </p:spPr>
        <p:txBody>
          <a:bodyPr vert="horz" lIns="0" tIns="0" rIns="0" bIns="0" rtlCol="false" anchor="t" anchorCtr="false"/>
          <a:lstStyle>
            <a:defPPr>
              <a:defRPr lang="en-US"/>
            </a:defPPr>
            <a:lvl1pPr marL="0" algn="r" defTabSz="914400" rtl="false" eaLnBrk="true" latinLnBrk="false" hangingPunct="true">
              <a:defRPr sz="600" b="true" kern="1200" cap="all" spc="150" baseline="0">
                <a:solidFill>
                  <a:srgbClr val="908D84"/>
                </a:solidFill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1pPr>
            <a:lvl2pPr marL="4572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/>
            <a:r>
              <a:rPr lang="zh-CN" altLang="en-US" sz="700" b="false" i="false" spc="0" noProof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</a:rPr>
              <a:t>版权所有</a:t>
            </a:r>
            <a:r>
              <a:rPr lang="en-US" altLang="zh-CN" sz="700" b="false" i="false" spc="0" noProof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</a:rPr>
              <a:t>© 2025 </a:t>
            </a:r>
            <a:r>
              <a:rPr lang="zh-CN" altLang="en-US" sz="700" b="false" i="false" spc="0" noProof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</a:rPr>
              <a:t>亚马逊广告。保留所有权利。</a:t>
            </a:r>
            <a:endParaRPr lang="en-US" sz="700" b="false" i="false" spc="0" noProof="false">
              <a:solidFill>
                <a:schemeClr val="tx1"/>
              </a:solidFill>
              <a:latin typeface="Noto Sans S Chinese Regular" panose="020B0500000000000000" pitchFamily="34" charset="-128"/>
              <a:ea typeface="Noto Sans S Chinese Regular" panose="020B0500000000000000" pitchFamily="34" charset="-128"/>
            </a:endParaRPr>
          </a:p>
        </p:txBody>
      </p:sp>
    </p:spTree>
  </p:cSld>
  <p:clrMapOvr>
    <a:masterClrMapping/>
  </p:clrMapOvr>
</p:sldLayout>
</file>

<file path=ppt/slideLayouts/slideLayout230.xml><?xml version="1.0" encoding="utf-8"?>
<p:sldLayout xmlns:a="http://schemas.openxmlformats.org/drawingml/2006/main" xmlns:p="http://schemas.openxmlformats.org/presentationml/2006/main">
  <p:cSld name="1_Feature rows colour">
    <p:bg>
      <p:bgPr>
        <a:solidFill>
          <a:schemeClr val="tx1"/>
        </a:solidFill>
        <a:effectLst/>
      </p:bgPr>
    </p:bg>
    <p:spTree>
      <p:nvGrpSpPr>
        <p:cNvPr id="170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6" name="Rectangle 12"/>
          <p:cNvSpPr/>
          <p:nvPr userDrawn="true"/>
        </p:nvSpPr>
        <p:spPr>
          <a:xfrm>
            <a:off x="-1" y="2826000"/>
            <a:ext cx="12191407" cy="1915200"/>
          </a:xfrm>
          <a:prstGeom prst="rect">
            <a:avLst/>
          </a:prstGeom>
          <a:solidFill>
            <a:srgbClr val="F986E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 lang="en-US" b="false" i="false" noProof="false">
              <a:latin typeface="Noto Sans S Chinese Regular" panose="020B0500000000000000" pitchFamily="34" charset="-128"/>
            </a:endParaRPr>
          </a:p>
        </p:txBody>
      </p:sp>
      <p:sp>
        <p:nvSpPr>
          <p:cNvPr id="1707" name="Rectangle 13"/>
          <p:cNvSpPr/>
          <p:nvPr userDrawn="true"/>
        </p:nvSpPr>
        <p:spPr>
          <a:xfrm>
            <a:off x="0" y="4593600"/>
            <a:ext cx="12191407" cy="2264400"/>
          </a:xfrm>
          <a:prstGeom prst="rect">
            <a:avLst/>
          </a:prstGeom>
          <a:solidFill>
            <a:srgbClr val="2EE5B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 lang="en-US" b="false" i="false" noProof="false">
              <a:latin typeface="Noto Sans S Chinese Regular" panose="020B0500000000000000" pitchFamily="34" charset="-128"/>
            </a:endParaRPr>
          </a:p>
        </p:txBody>
      </p:sp>
      <p:sp>
        <p:nvSpPr>
          <p:cNvPr id="1708" name="Rectangle 1"/>
          <p:cNvSpPr/>
          <p:nvPr userDrawn="true"/>
        </p:nvSpPr>
        <p:spPr>
          <a:xfrm>
            <a:off x="-2" y="1108800"/>
            <a:ext cx="12191407" cy="1712596"/>
          </a:xfrm>
          <a:prstGeom prst="rect">
            <a:avLst/>
          </a:prstGeom>
          <a:solidFill>
            <a:srgbClr val="9178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 lang="en-US" b="false" i="false" noProof="false" dirty="false">
              <a:latin typeface="Noto Sans S Chinese Regular" panose="020B0500000000000000" pitchFamily="34" charset="-128"/>
            </a:endParaRPr>
          </a:p>
        </p:txBody>
      </p:sp>
      <p:sp>
        <p:nvSpPr>
          <p:cNvPr id="1709" name="Text Placeholder 22"/>
          <p:cNvSpPr>
            <a:spLocks noGrp="true"/>
          </p:cNvSpPr>
          <p:nvPr>
            <p:ph type="body" sz="quarter" idx="16" hasCustomPrompt="true"/>
          </p:nvPr>
        </p:nvSpPr>
        <p:spPr>
          <a:xfrm>
            <a:off x="2424725" y="1389600"/>
            <a:ext cx="4615539" cy="1128712"/>
          </a:xfrm>
        </p:spPr>
        <p:txBody>
          <a:bodyPr anchor="ctr"/>
          <a:lstStyle>
            <a:lvl1pPr marL="0" indent="0">
              <a:buNone/>
              <a:defRPr sz="9000" b="true" i="false" spc="-50" baseline="0">
                <a:latin typeface="Noto Sans S Chinese Bold" panose="020B0500000000000000" pitchFamily="34" charset="-128"/>
                <a:ea typeface="Noto Sans S Chinese Bold" panose="020B0500000000000000" pitchFamily="34" charset="-128"/>
              </a:defRPr>
            </a:lvl1pPr>
          </a:lstStyle>
          <a:p>
            <a:pPr lvl="0"/>
            <a:r>
              <a:rPr lang="en-US" noProof="false" dirty="false"/>
              <a:t>标题</a:t>
            </a:r>
            <a:r>
              <a:rPr lang="en-US" altLang="zh-CN" noProof="false" dirty="false"/>
              <a:t>1</a:t>
            </a:r>
            <a:endParaRPr lang="en-US" noProof="false" dirty="false"/>
          </a:p>
        </p:txBody>
      </p:sp>
      <p:sp>
        <p:nvSpPr>
          <p:cNvPr id="1710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/>
          <a:lstStyle/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1711" name="Title 11"/>
          <p:cNvSpPr>
            <a:spLocks noGrp="true"/>
          </p:cNvSpPr>
          <p:nvPr>
            <p:ph type="title" hasCustomPrompt="true"/>
          </p:nvPr>
        </p:nvSpPr>
        <p:spPr>
          <a:xfrm>
            <a:off x="498474" y="528333"/>
            <a:ext cx="11520701" cy="525463"/>
          </a:xfrm>
        </p:spPr>
        <p:txBody>
          <a:bodyPr/>
          <a:lstStyle>
            <a:lvl1pPr>
              <a:defRPr sz="2400" cap="all" spc="-50" baseline="0">
                <a:solidFill>
                  <a:schemeClr val="bg1"/>
                </a:solidFill>
              </a:defRPr>
            </a:lvl1pPr>
          </a:lstStyle>
          <a:p>
            <a:pPr/>
            <a:r>
              <a:rPr lang="en-US" noProof="false" err="true"/>
              <a:t>请输入标题</a:t>
            </a:r>
            <a:endParaRPr lang="en-US" noProof="false"/>
          </a:p>
        </p:txBody>
      </p:sp>
      <p:sp>
        <p:nvSpPr>
          <p:cNvPr id="1712" name="Text Placeholder 20"/>
          <p:cNvSpPr>
            <a:spLocks noGrp="true"/>
          </p:cNvSpPr>
          <p:nvPr>
            <p:ph type="body" sz="quarter" idx="15" hasCustomPrompt="true"/>
          </p:nvPr>
        </p:nvSpPr>
        <p:spPr>
          <a:xfrm>
            <a:off x="7042827" y="1962000"/>
            <a:ext cx="4641808" cy="415925"/>
          </a:xfrm>
        </p:spPr>
        <p:txBody>
          <a:bodyPr anchor="b" anchorCtr="false"/>
          <a:lstStyle>
            <a:lvl1pPr marL="0" indent="0">
              <a:buNone/>
              <a:defRPr sz="1200"/>
            </a:lvl1pPr>
            <a:lvl2pPr>
              <a:defRPr sz="11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altLang="zh-CN" noProof="false" err="true"/>
              <a:t>请输入正文内容</a:t>
            </a:r>
            <a:endParaRPr lang="en-US" altLang="zh-CN" noProof="false"/>
          </a:p>
        </p:txBody>
      </p:sp>
      <p:sp>
        <p:nvSpPr>
          <p:cNvPr id="1713" name="Text Placeholder 22"/>
          <p:cNvSpPr>
            <a:spLocks noGrp="true"/>
          </p:cNvSpPr>
          <p:nvPr>
            <p:ph type="body" sz="quarter" idx="17" hasCustomPrompt="true"/>
          </p:nvPr>
        </p:nvSpPr>
        <p:spPr>
          <a:xfrm>
            <a:off x="2424725" y="3218400"/>
            <a:ext cx="4615539" cy="1128712"/>
          </a:xfrm>
        </p:spPr>
        <p:txBody>
          <a:bodyPr anchor="ctr"/>
          <a:lstStyle>
            <a:lvl1pPr marL="0" indent="0">
              <a:buNone/>
              <a:defRPr sz="9000" b="true" i="false" spc="-50" baseline="0">
                <a:latin typeface="Noto Sans S Chinese Bold" panose="020B0500000000000000" pitchFamily="34" charset="-128"/>
                <a:ea typeface="Noto Sans S Chinese Bold" panose="020B0500000000000000" pitchFamily="34" charset="-128"/>
              </a:defRPr>
            </a:lvl1pPr>
          </a:lstStyle>
          <a:p>
            <a:pPr lvl="0"/>
            <a:r>
              <a:rPr lang="en-US" noProof="false" dirty="false"/>
              <a:t>标题</a:t>
            </a:r>
            <a:r>
              <a:rPr lang="en-US" altLang="zh-CN" noProof="false" dirty="false"/>
              <a:t>2</a:t>
            </a:r>
            <a:endParaRPr lang="en-US" noProof="false" dirty="false"/>
          </a:p>
        </p:txBody>
      </p:sp>
      <p:sp>
        <p:nvSpPr>
          <p:cNvPr id="1714" name="Text Placeholder 20"/>
          <p:cNvSpPr>
            <a:spLocks noGrp="true"/>
          </p:cNvSpPr>
          <p:nvPr>
            <p:ph type="body" sz="quarter" idx="18" hasCustomPrompt="true"/>
          </p:nvPr>
        </p:nvSpPr>
        <p:spPr>
          <a:xfrm>
            <a:off x="7040264" y="3744000"/>
            <a:ext cx="4641808" cy="415925"/>
          </a:xfrm>
        </p:spPr>
        <p:txBody>
          <a:bodyPr anchor="b" anchorCtr="false"/>
          <a:lstStyle>
            <a:lvl1pPr marL="0" indent="0">
              <a:buNone/>
              <a:defRPr sz="1200"/>
            </a:lvl1pPr>
            <a:lvl2pPr>
              <a:defRPr sz="11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altLang="zh-CN" noProof="false" err="true"/>
              <a:t>请输入正文内容</a:t>
            </a:r>
            <a:endParaRPr lang="en-US" altLang="zh-CN" noProof="false"/>
          </a:p>
        </p:txBody>
      </p:sp>
      <p:sp>
        <p:nvSpPr>
          <p:cNvPr id="1715" name="Text Placeholder 22"/>
          <p:cNvSpPr>
            <a:spLocks noGrp="true"/>
          </p:cNvSpPr>
          <p:nvPr>
            <p:ph type="body" sz="quarter" idx="19" hasCustomPrompt="true"/>
          </p:nvPr>
        </p:nvSpPr>
        <p:spPr>
          <a:xfrm>
            <a:off x="2424725" y="4921200"/>
            <a:ext cx="4615539" cy="1128712"/>
          </a:xfrm>
        </p:spPr>
        <p:txBody>
          <a:bodyPr anchor="ctr"/>
          <a:lstStyle>
            <a:lvl1pPr marL="0" indent="0">
              <a:buNone/>
              <a:defRPr lang="en-US" sz="90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noProof="false" dirty="false"/>
              <a:t>标题</a:t>
            </a:r>
            <a:r>
              <a:rPr lang="en-US" altLang="zh-CN" noProof="false" dirty="false"/>
              <a:t>3</a:t>
            </a:r>
            <a:endParaRPr lang="en-US" noProof="false" dirty="false"/>
          </a:p>
        </p:txBody>
      </p:sp>
      <p:sp>
        <p:nvSpPr>
          <p:cNvPr id="1716" name="Text Placeholder 20"/>
          <p:cNvSpPr>
            <a:spLocks noGrp="true"/>
          </p:cNvSpPr>
          <p:nvPr>
            <p:ph type="body" sz="quarter" idx="20" hasCustomPrompt="true"/>
          </p:nvPr>
        </p:nvSpPr>
        <p:spPr>
          <a:xfrm>
            <a:off x="7040264" y="5493600"/>
            <a:ext cx="4641808" cy="415925"/>
          </a:xfrm>
        </p:spPr>
        <p:txBody>
          <a:bodyPr anchor="b" anchorCtr="false"/>
          <a:lstStyle>
            <a:lvl1pPr marL="0" indent="0">
              <a:buNone/>
              <a:defRPr sz="1200"/>
            </a:lvl1pPr>
            <a:lvl2pPr>
              <a:defRPr sz="11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altLang="zh-CN" noProof="false" err="true"/>
              <a:t>请输入正文内容</a:t>
            </a:r>
            <a:endParaRPr lang="en-US" altLang="zh-CN" noProof="false"/>
          </a:p>
        </p:txBody>
      </p:sp>
      <p:sp>
        <p:nvSpPr>
          <p:cNvPr id="1717" name="Picture Placeholder 16"/>
          <p:cNvSpPr>
            <a:spLocks noGrp="true"/>
          </p:cNvSpPr>
          <p:nvPr>
            <p:ph type="pic" sz="quarter" idx="21" hasCustomPrompt="true"/>
          </p:nvPr>
        </p:nvSpPr>
        <p:spPr>
          <a:xfrm>
            <a:off x="758189" y="1404882"/>
            <a:ext cx="1130935" cy="1087743"/>
          </a:xfrm>
          <a:prstGeom prst="roundRect">
            <a:avLst>
              <a:gd name="adj" fmla="val 2047"/>
            </a:avLst>
          </a:prstGeom>
          <a:noFill/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单击插入图标</a:t>
            </a:r>
            <a:endParaRPr lang="en-US" altLang="zh-CN" noProof="false"/>
          </a:p>
        </p:txBody>
      </p:sp>
      <p:sp>
        <p:nvSpPr>
          <p:cNvPr id="1718" name="Picture Placeholder 16"/>
          <p:cNvSpPr>
            <a:spLocks noGrp="true"/>
          </p:cNvSpPr>
          <p:nvPr>
            <p:ph type="pic" sz="quarter" idx="22" hasCustomPrompt="true"/>
          </p:nvPr>
        </p:nvSpPr>
        <p:spPr>
          <a:xfrm>
            <a:off x="795600" y="3218400"/>
            <a:ext cx="1130935" cy="1087743"/>
          </a:xfrm>
          <a:prstGeom prst="roundRect">
            <a:avLst>
              <a:gd name="adj" fmla="val 2047"/>
            </a:avLst>
          </a:prstGeom>
          <a:noFill/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单击插入图标</a:t>
            </a:r>
            <a:endParaRPr lang="en-US" altLang="zh-CN" noProof="false"/>
          </a:p>
        </p:txBody>
      </p:sp>
      <p:sp>
        <p:nvSpPr>
          <p:cNvPr id="1719" name="Picture Placeholder 16"/>
          <p:cNvSpPr>
            <a:spLocks noGrp="true"/>
          </p:cNvSpPr>
          <p:nvPr>
            <p:ph type="pic" sz="quarter" idx="23" hasCustomPrompt="true"/>
          </p:nvPr>
        </p:nvSpPr>
        <p:spPr>
          <a:xfrm>
            <a:off x="758189" y="4921200"/>
            <a:ext cx="1130935" cy="1087743"/>
          </a:xfrm>
          <a:prstGeom prst="roundRect">
            <a:avLst>
              <a:gd name="adj" fmla="val 2047"/>
            </a:avLst>
          </a:prstGeom>
          <a:noFill/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单击插入图标</a:t>
            </a:r>
            <a:endParaRPr lang="en-US" altLang="zh-CN" noProof="false"/>
          </a:p>
        </p:txBody>
      </p:sp>
      <p:sp>
        <p:nvSpPr>
          <p:cNvPr id="1720" name="Text Placeholder 8"/>
          <p:cNvSpPr>
            <a:spLocks noGrp="true"/>
          </p:cNvSpPr>
          <p:nvPr>
            <p:ph type="body" sz="quarter" idx="24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noProof="false" err="true"/>
              <a:t>来源</a:t>
            </a:r>
            <a:r>
              <a:rPr lang="zh-CN" altLang="en-US" noProof="false"/>
              <a:t>：</a:t>
            </a:r>
            <a:endParaRPr lang="en-US" noProof="false"/>
          </a:p>
        </p:txBody>
      </p:sp>
      <p:sp>
        <p:nvSpPr>
          <p:cNvPr id="1721" name="Footer Placeholder 4"/>
          <p:cNvSpPr txBox="true"/>
          <p:nvPr userDrawn="true"/>
        </p:nvSpPr>
        <p:spPr>
          <a:xfrm>
            <a:off x="8131175" y="6392544"/>
            <a:ext cx="3553460" cy="160655"/>
          </a:xfrm>
          <a:prstGeom prst="rect">
            <a:avLst/>
          </a:prstGeom>
        </p:spPr>
        <p:txBody>
          <a:bodyPr vert="horz" lIns="0" tIns="0" rIns="0" bIns="0" rtlCol="false" anchor="t" anchorCtr="false"/>
          <a:lstStyle>
            <a:defPPr>
              <a:defRPr lang="en-US"/>
            </a:defPPr>
            <a:lvl1pPr marL="0" algn="r" defTabSz="914400" rtl="false" eaLnBrk="true" latinLnBrk="false" hangingPunct="true">
              <a:defRPr sz="600" b="true" kern="1200" cap="all" spc="150" baseline="0">
                <a:solidFill>
                  <a:srgbClr val="908D84"/>
                </a:solidFill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1pPr>
            <a:lvl2pPr marL="4572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/>
            <a:r>
              <a:rPr lang="zh-CN" altLang="en-US" sz="700" b="false" i="false" spc="0" noProof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</a:rPr>
              <a:t>版权所有</a:t>
            </a:r>
            <a:r>
              <a:rPr lang="en-US" altLang="zh-CN" sz="700" b="false" i="false" spc="0" noProof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</a:rPr>
              <a:t>© 2025 </a:t>
            </a:r>
            <a:r>
              <a:rPr lang="zh-CN" altLang="en-US" sz="700" b="false" i="false" spc="0" noProof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</a:rPr>
              <a:t>亚马逊广告。保留所有权利。</a:t>
            </a:r>
            <a:endParaRPr lang="en-US" sz="700" b="false" i="false" spc="0" noProof="false">
              <a:solidFill>
                <a:schemeClr val="tx1"/>
              </a:solidFill>
              <a:latin typeface="Noto Sans S Chinese Regular" panose="020B0500000000000000" pitchFamily="34" charset="-128"/>
              <a:ea typeface="Noto Sans S Chinese Regular" panose="020B0500000000000000" pitchFamily="34" charset="-128"/>
            </a:endParaRPr>
          </a:p>
        </p:txBody>
      </p:sp>
    </p:spTree>
  </p:cSld>
  <p:clrMapOvr>
    <a:masterClrMapping/>
  </p:clrMapOvr>
</p:sldLayout>
</file>

<file path=ppt/slideLayouts/slideLayout231.xml><?xml version="1.0" encoding="utf-8"?>
<p:sldLayout xmlns:a="http://schemas.openxmlformats.org/drawingml/2006/main" xmlns:p="http://schemas.openxmlformats.org/presentationml/2006/main">
  <p:cSld name="Feature rows 2 column">
    <p:spTree>
      <p:nvGrpSpPr>
        <p:cNvPr id="17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" name="Text Placeholder 22"/>
          <p:cNvSpPr>
            <a:spLocks noGrp="true"/>
          </p:cNvSpPr>
          <p:nvPr>
            <p:ph type="body" sz="quarter" idx="16" hasCustomPrompt="true"/>
          </p:nvPr>
        </p:nvSpPr>
        <p:spPr>
          <a:xfrm>
            <a:off x="1830324" y="3061804"/>
            <a:ext cx="4039341" cy="841939"/>
          </a:xfr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lang="en-US" sz="6600" b="true" i="false" kern="1200" cap="all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noProof="false"/>
              <a:t>标题</a:t>
            </a:r>
            <a:r>
              <a:rPr lang="en-US" altLang="zh-CN" noProof="false"/>
              <a:t>1</a:t>
            </a:r>
            <a:endParaRPr lang="en-US" noProof="false"/>
          </a:p>
        </p:txBody>
      </p:sp>
      <p:sp>
        <p:nvSpPr>
          <p:cNvPr id="1741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/>
          <a:lstStyle/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cxnSp>
        <p:nvCxnSpPr>
          <p:cNvPr id="1742" name="Straight Connector 6"/>
          <p:cNvCxnSpPr/>
          <p:nvPr userDrawn="true"/>
        </p:nvCxnSpPr>
        <p:spPr>
          <a:xfrm flipH="true">
            <a:off x="0" y="2819514"/>
            <a:ext cx="12191407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" name="Title 11"/>
          <p:cNvSpPr>
            <a:spLocks noGrp="true"/>
          </p:cNvSpPr>
          <p:nvPr>
            <p:ph type="title" hasCustomPrompt="true"/>
          </p:nvPr>
        </p:nvSpPr>
        <p:spPr>
          <a:xfrm>
            <a:off x="498475" y="942661"/>
            <a:ext cx="11186160" cy="846371"/>
          </a:xfrm>
        </p:spPr>
        <p:txBody>
          <a:bodyPr/>
          <a:lstStyle>
            <a:lvl1pPr algn="ctr" defTabSz="914400" rtl="false" eaLnBrk="true" latinLnBrk="false" hangingPunct="true">
              <a:lnSpc>
                <a:spcPct val="90000"/>
              </a:lnSpc>
              <a:spcBef>
                <a:spcPct val="1"/>
              </a:spcBef>
              <a:buNone/>
              <a:defRPr lang="en-US" sz="3200" b="true" i="false" kern="1200" cap="none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j-cs"/>
              </a:defRPr>
            </a:lvl1pPr>
          </a:lstStyle>
          <a:p>
            <a:pPr/>
            <a:r>
              <a:rPr lang="en-US" noProof="false" err="true"/>
              <a:t>请输入标题</a:t>
            </a:r>
            <a:br>
              <a:rPr lang="en-US" noProof="false"/>
            </a:br>
            <a:r>
              <a:rPr lang="en-US" altLang="zh-CN" noProof="false" err="true"/>
              <a:t>请输入标题</a:t>
            </a:r>
            <a:endParaRPr lang="en-US" noProof="false"/>
          </a:p>
        </p:txBody>
      </p:sp>
      <p:sp>
        <p:nvSpPr>
          <p:cNvPr id="1744" name="Text Placeholder 20"/>
          <p:cNvSpPr>
            <a:spLocks noGrp="true"/>
          </p:cNvSpPr>
          <p:nvPr>
            <p:ph type="body" sz="quarter" idx="15" hasCustomPrompt="true"/>
          </p:nvPr>
        </p:nvSpPr>
        <p:spPr>
          <a:xfrm>
            <a:off x="1830325" y="4057942"/>
            <a:ext cx="3881528" cy="191262"/>
          </a:xfrm>
        </p:spPr>
        <p:txBody>
          <a:bodyPr anchor="t" anchorCtr="false"/>
          <a:lstStyle>
            <a:lvl1pPr marL="0" indent="0">
              <a:buNone/>
              <a:defRPr sz="1200"/>
            </a:lvl1pPr>
            <a:lvl2pPr>
              <a:defRPr sz="11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noProof="false" err="true"/>
              <a:t>请输入副标题</a:t>
            </a:r>
            <a:endParaRPr lang="en-US" noProof="false"/>
          </a:p>
        </p:txBody>
      </p:sp>
      <p:cxnSp>
        <p:nvCxnSpPr>
          <p:cNvPr id="1745" name="Straight Connector 5"/>
          <p:cNvCxnSpPr/>
          <p:nvPr userDrawn="true"/>
        </p:nvCxnSpPr>
        <p:spPr>
          <a:xfrm flipH="true">
            <a:off x="0" y="4560766"/>
            <a:ext cx="12191407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6" name="Straight Connector 7"/>
          <p:cNvCxnSpPr/>
          <p:nvPr userDrawn="true"/>
        </p:nvCxnSpPr>
        <p:spPr>
          <a:xfrm flipH="true" flipV="true">
            <a:off x="6091555" y="2819514"/>
            <a:ext cx="4445" cy="403848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7" name="Text Placeholder 22"/>
          <p:cNvSpPr>
            <a:spLocks noGrp="true"/>
          </p:cNvSpPr>
          <p:nvPr>
            <p:ph type="body" sz="quarter" idx="17" hasCustomPrompt="true"/>
          </p:nvPr>
        </p:nvSpPr>
        <p:spPr>
          <a:xfrm>
            <a:off x="7803107" y="3061804"/>
            <a:ext cx="4039341" cy="841939"/>
          </a:xfrm>
        </p:spPr>
        <p:txBody>
          <a:bodyPr anchor="ctr"/>
          <a:lstStyle>
            <a:lvl1pPr marL="0" indent="0">
              <a:buNone/>
              <a:defRPr lang="en-US" sz="6600" b="true" i="false" kern="1200" cap="all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noProof="false"/>
              <a:t>标题3</a:t>
            </a:r>
            <a:endParaRPr lang="en-US" altLang="zh-CN" noProof="false"/>
          </a:p>
        </p:txBody>
      </p:sp>
      <p:sp>
        <p:nvSpPr>
          <p:cNvPr id="1748" name="Text Placeholder 20"/>
          <p:cNvSpPr>
            <a:spLocks noGrp="true"/>
          </p:cNvSpPr>
          <p:nvPr>
            <p:ph type="body" sz="quarter" idx="19" hasCustomPrompt="true"/>
          </p:nvPr>
        </p:nvSpPr>
        <p:spPr>
          <a:xfrm>
            <a:off x="7800933" y="4067670"/>
            <a:ext cx="3881528" cy="191262"/>
          </a:xfrm>
        </p:spPr>
        <p:txBody>
          <a:bodyPr anchor="t" anchorCtr="false"/>
          <a:lstStyle>
            <a:lvl1pPr marL="0" indent="0">
              <a:buNone/>
              <a:defRPr sz="1200"/>
            </a:lvl1pPr>
            <a:lvl2pPr>
              <a:defRPr sz="11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altLang="zh-CN" noProof="false" err="true"/>
              <a:t>请输入副标题</a:t>
            </a:r>
            <a:endParaRPr lang="en-US" altLang="zh-CN" noProof="false"/>
          </a:p>
        </p:txBody>
      </p:sp>
      <p:sp>
        <p:nvSpPr>
          <p:cNvPr id="1749" name="Text Placeholder 22"/>
          <p:cNvSpPr>
            <a:spLocks noGrp="true"/>
          </p:cNvSpPr>
          <p:nvPr>
            <p:ph type="body" sz="quarter" idx="20" hasCustomPrompt="true"/>
          </p:nvPr>
        </p:nvSpPr>
        <p:spPr>
          <a:xfrm>
            <a:off x="1830324" y="4877073"/>
            <a:ext cx="4039341" cy="841939"/>
          </a:xfrm>
        </p:spPr>
        <p:txBody>
          <a:bodyPr anchor="ctr"/>
          <a:lstStyle>
            <a:lvl1pPr marL="0" indent="0">
              <a:buNone/>
              <a:defRPr lang="en-US" sz="6600" b="true" i="false" kern="1200" cap="all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noProof="false"/>
              <a:t>标题2</a:t>
            </a:r>
            <a:endParaRPr lang="en-US" altLang="zh-CN" noProof="false"/>
          </a:p>
        </p:txBody>
      </p:sp>
      <p:sp>
        <p:nvSpPr>
          <p:cNvPr id="1750" name="Text Placeholder 20"/>
          <p:cNvSpPr>
            <a:spLocks noGrp="true"/>
          </p:cNvSpPr>
          <p:nvPr>
            <p:ph type="body" sz="quarter" idx="22" hasCustomPrompt="true"/>
          </p:nvPr>
        </p:nvSpPr>
        <p:spPr>
          <a:xfrm>
            <a:off x="1830325" y="5873211"/>
            <a:ext cx="3881528" cy="191262"/>
          </a:xfrm>
        </p:spPr>
        <p:txBody>
          <a:bodyPr anchor="t" anchorCtr="false"/>
          <a:lstStyle>
            <a:lvl1pPr marL="0" indent="0">
              <a:buNone/>
              <a:defRPr sz="1200"/>
            </a:lvl1pPr>
            <a:lvl2pPr>
              <a:defRPr sz="11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altLang="zh-CN" noProof="false" err="true"/>
              <a:t>请输入副标题</a:t>
            </a:r>
            <a:endParaRPr lang="en-US" altLang="zh-CN" noProof="false"/>
          </a:p>
        </p:txBody>
      </p:sp>
      <p:sp>
        <p:nvSpPr>
          <p:cNvPr id="1751" name="Text Placeholder 22"/>
          <p:cNvSpPr>
            <a:spLocks noGrp="true"/>
          </p:cNvSpPr>
          <p:nvPr>
            <p:ph type="body" sz="quarter" idx="23" hasCustomPrompt="true"/>
          </p:nvPr>
        </p:nvSpPr>
        <p:spPr>
          <a:xfrm>
            <a:off x="7803107" y="4877073"/>
            <a:ext cx="4039341" cy="841939"/>
          </a:xfrm>
        </p:spPr>
        <p:txBody>
          <a:bodyPr anchor="ctr"/>
          <a:lstStyle>
            <a:lvl1pPr marL="0" indent="0">
              <a:buNone/>
              <a:defRPr lang="en-US" sz="6600" b="true" i="false" kern="1200" cap="all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noProof="false"/>
              <a:t>标题4</a:t>
            </a:r>
            <a:endParaRPr lang="en-US" altLang="zh-CN" noProof="false"/>
          </a:p>
        </p:txBody>
      </p:sp>
      <p:sp>
        <p:nvSpPr>
          <p:cNvPr id="1752" name="Text Placeholder 20"/>
          <p:cNvSpPr>
            <a:spLocks noGrp="true"/>
          </p:cNvSpPr>
          <p:nvPr>
            <p:ph type="body" sz="quarter" idx="25" hasCustomPrompt="true"/>
          </p:nvPr>
        </p:nvSpPr>
        <p:spPr>
          <a:xfrm>
            <a:off x="7800933" y="5882939"/>
            <a:ext cx="3881528" cy="191262"/>
          </a:xfrm>
        </p:spPr>
        <p:txBody>
          <a:bodyPr anchor="t" anchorCtr="false"/>
          <a:lstStyle>
            <a:lvl1pPr marL="0" indent="0">
              <a:buNone/>
              <a:defRPr sz="1200"/>
            </a:lvl1pPr>
            <a:lvl2pPr>
              <a:defRPr sz="11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altLang="zh-CN" noProof="false" err="true"/>
              <a:t>请输入副标题</a:t>
            </a:r>
            <a:endParaRPr lang="en-US" altLang="zh-CN" noProof="false"/>
          </a:p>
        </p:txBody>
      </p:sp>
      <p:sp>
        <p:nvSpPr>
          <p:cNvPr id="1753" name="Picture Placeholder 16"/>
          <p:cNvSpPr>
            <a:spLocks noGrp="true"/>
          </p:cNvSpPr>
          <p:nvPr>
            <p:ph type="pic" sz="quarter" idx="26" hasCustomPrompt="true"/>
          </p:nvPr>
        </p:nvSpPr>
        <p:spPr>
          <a:xfrm>
            <a:off x="509539" y="3161460"/>
            <a:ext cx="1130935" cy="1087743"/>
          </a:xfrm>
          <a:prstGeom prst="roundRect">
            <a:avLst>
              <a:gd name="adj" fmla="val 2047"/>
            </a:avLst>
          </a:prstGeom>
          <a:noFill/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noProof="false" err="true"/>
              <a:t>单击插入图标</a:t>
            </a:r>
            <a:endParaRPr lang="en-US" noProof="false"/>
          </a:p>
        </p:txBody>
      </p:sp>
      <p:sp>
        <p:nvSpPr>
          <p:cNvPr id="1754" name="Picture Placeholder 16"/>
          <p:cNvSpPr>
            <a:spLocks noGrp="true"/>
          </p:cNvSpPr>
          <p:nvPr>
            <p:ph type="pic" sz="quarter" idx="27" hasCustomPrompt="true"/>
          </p:nvPr>
        </p:nvSpPr>
        <p:spPr>
          <a:xfrm>
            <a:off x="509539" y="4976728"/>
            <a:ext cx="1130935" cy="1087743"/>
          </a:xfrm>
          <a:prstGeom prst="roundRect">
            <a:avLst>
              <a:gd name="adj" fmla="val 2047"/>
            </a:avLst>
          </a:prstGeom>
          <a:noFill/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单击插入图标</a:t>
            </a:r>
            <a:endParaRPr lang="en-US" altLang="zh-CN" noProof="false"/>
          </a:p>
        </p:txBody>
      </p:sp>
      <p:sp>
        <p:nvSpPr>
          <p:cNvPr id="1755" name="Picture Placeholder 16"/>
          <p:cNvSpPr>
            <a:spLocks noGrp="true"/>
          </p:cNvSpPr>
          <p:nvPr>
            <p:ph type="pic" sz="quarter" idx="28" hasCustomPrompt="true"/>
          </p:nvPr>
        </p:nvSpPr>
        <p:spPr>
          <a:xfrm>
            <a:off x="6384086" y="3161460"/>
            <a:ext cx="1130935" cy="1087743"/>
          </a:xfrm>
          <a:prstGeom prst="roundRect">
            <a:avLst>
              <a:gd name="adj" fmla="val 2047"/>
            </a:avLst>
          </a:prstGeom>
          <a:noFill/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单击插入图标</a:t>
            </a:r>
            <a:endParaRPr lang="en-US" altLang="zh-CN" noProof="false"/>
          </a:p>
        </p:txBody>
      </p:sp>
      <p:sp>
        <p:nvSpPr>
          <p:cNvPr id="1756" name="Picture Placeholder 16"/>
          <p:cNvSpPr>
            <a:spLocks noGrp="true"/>
          </p:cNvSpPr>
          <p:nvPr>
            <p:ph type="pic" sz="quarter" idx="29" hasCustomPrompt="true"/>
          </p:nvPr>
        </p:nvSpPr>
        <p:spPr>
          <a:xfrm>
            <a:off x="6384086" y="4976728"/>
            <a:ext cx="1130935" cy="1087743"/>
          </a:xfrm>
          <a:prstGeom prst="roundRect">
            <a:avLst>
              <a:gd name="adj" fmla="val 2047"/>
            </a:avLst>
          </a:prstGeom>
          <a:noFill/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单击插入图标</a:t>
            </a:r>
            <a:endParaRPr lang="en-US" altLang="zh-CN" noProof="false"/>
          </a:p>
        </p:txBody>
      </p:sp>
      <p:sp>
        <p:nvSpPr>
          <p:cNvPr id="1757" name="Text Placeholder 8"/>
          <p:cNvSpPr>
            <a:spLocks noGrp="true"/>
          </p:cNvSpPr>
          <p:nvPr>
            <p:ph type="body" sz="quarter" idx="30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noProof="false" err="true"/>
              <a:t>来源</a:t>
            </a:r>
            <a:r>
              <a:rPr lang="zh-CN" altLang="en-US" noProof="false"/>
              <a:t>：</a:t>
            </a:r>
            <a:endParaRPr lang="en-US" noProof="false"/>
          </a:p>
        </p:txBody>
      </p:sp>
    </p:spTree>
  </p:cSld>
  <p:clrMapOvr>
    <a:masterClrMapping/>
  </p:clrMapOvr>
</p:sldLayout>
</file>

<file path=ppt/slideLayouts/slideLayout232.xml><?xml version="1.0" encoding="utf-8"?>
<p:sldLayout xmlns:a="http://schemas.openxmlformats.org/drawingml/2006/main" xmlns:p="http://schemas.openxmlformats.org/presentationml/2006/main">
  <p:cSld name="1_Feature rows 2 column">
    <p:bg>
      <p:bgPr>
        <a:solidFill>
          <a:schemeClr val="tx1"/>
        </a:solidFill>
        <a:effectLst/>
      </p:bgPr>
    </p:bg>
    <p:spTree>
      <p:nvGrpSpPr>
        <p:cNvPr id="175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9" name="Text Placeholder 22"/>
          <p:cNvSpPr>
            <a:spLocks noGrp="true"/>
          </p:cNvSpPr>
          <p:nvPr>
            <p:ph type="body" sz="quarter" idx="16" hasCustomPrompt="true"/>
          </p:nvPr>
        </p:nvSpPr>
        <p:spPr>
          <a:xfrm>
            <a:off x="1830324" y="3061804"/>
            <a:ext cx="4039341" cy="841939"/>
          </a:xfrm>
        </p:spPr>
        <p:txBody>
          <a:bodyPr anchor="ctr"/>
          <a:lstStyle>
            <a:lvl1pPr marL="0" indent="0">
              <a:buNone/>
              <a:defRPr sz="6600" b="true" i="false" cap="all" spc="-50" baseline="0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</a:defRPr>
            </a:lvl1pPr>
          </a:lstStyle>
          <a:p>
            <a:pPr lvl="0"/>
            <a:r>
              <a:rPr lang="en-US" noProof="false"/>
              <a:t>标题</a:t>
            </a:r>
            <a:r>
              <a:rPr lang="en-US" altLang="zh-CN" noProof="false"/>
              <a:t>1</a:t>
            </a:r>
            <a:endParaRPr lang="en-US" noProof="false"/>
          </a:p>
        </p:txBody>
      </p:sp>
      <p:sp>
        <p:nvSpPr>
          <p:cNvPr id="1760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cxnSp>
        <p:nvCxnSpPr>
          <p:cNvPr id="1761" name="Straight Connector 6"/>
          <p:cNvCxnSpPr/>
          <p:nvPr userDrawn="true"/>
        </p:nvCxnSpPr>
        <p:spPr>
          <a:xfrm flipH="true">
            <a:off x="0" y="2819514"/>
            <a:ext cx="12191407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62" name="Title 11"/>
          <p:cNvSpPr>
            <a:spLocks noGrp="true"/>
          </p:cNvSpPr>
          <p:nvPr>
            <p:ph type="title" hasCustomPrompt="true"/>
          </p:nvPr>
        </p:nvSpPr>
        <p:spPr>
          <a:xfrm>
            <a:off x="498475" y="942661"/>
            <a:ext cx="11186160" cy="896621"/>
          </a:xfrm>
        </p:spPr>
        <p:txBody>
          <a:bodyPr/>
          <a:lstStyle>
            <a:lvl1pPr algn="ctr" defTabSz="914400" rtl="false" eaLnBrk="true" latinLnBrk="false" hangingPunct="true">
              <a:lnSpc>
                <a:spcPct val="90000"/>
              </a:lnSpc>
              <a:spcBef>
                <a:spcPct val="1"/>
              </a:spcBef>
              <a:buNone/>
              <a:defRPr lang="en-US" sz="3200" b="true" i="false" kern="1200" cap="none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j-cs"/>
              </a:defRPr>
            </a:lvl1pPr>
          </a:lstStyle>
          <a:p>
            <a:pPr/>
            <a:r>
              <a:rPr lang="en-US" noProof="false" err="true"/>
              <a:t>请输入标题</a:t>
            </a:r>
            <a:br>
              <a:rPr lang="en-US" noProof="false"/>
            </a:br>
            <a:r>
              <a:rPr lang="en-US" noProof="false" err="true"/>
              <a:t>请输入标题</a:t>
            </a:r>
            <a:endParaRPr lang="en-US" noProof="false"/>
          </a:p>
        </p:txBody>
      </p:sp>
      <p:sp>
        <p:nvSpPr>
          <p:cNvPr id="1763" name="Text Placeholder 20"/>
          <p:cNvSpPr>
            <a:spLocks noGrp="true"/>
          </p:cNvSpPr>
          <p:nvPr>
            <p:ph type="body" sz="quarter" idx="15" hasCustomPrompt="true"/>
          </p:nvPr>
        </p:nvSpPr>
        <p:spPr>
          <a:xfrm>
            <a:off x="1830325" y="4057942"/>
            <a:ext cx="3881528" cy="191262"/>
          </a:xfrm>
        </p:spPr>
        <p:txBody>
          <a:bodyPr anchor="t" anchorCtr="false"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>
              <a:defRPr sz="11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noProof="false" err="true"/>
              <a:t>请输入副标题</a:t>
            </a:r>
            <a:endParaRPr lang="en-US" noProof="false"/>
          </a:p>
        </p:txBody>
      </p:sp>
      <p:cxnSp>
        <p:nvCxnSpPr>
          <p:cNvPr id="1764" name="Straight Connector 5"/>
          <p:cNvCxnSpPr/>
          <p:nvPr userDrawn="true"/>
        </p:nvCxnSpPr>
        <p:spPr>
          <a:xfrm flipH="true">
            <a:off x="0" y="4560766"/>
            <a:ext cx="12191407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5" name="Straight Connector 7"/>
          <p:cNvCxnSpPr/>
          <p:nvPr userDrawn="true"/>
        </p:nvCxnSpPr>
        <p:spPr>
          <a:xfrm flipH="true" flipV="true">
            <a:off x="6091555" y="2819514"/>
            <a:ext cx="4445" cy="4038486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66" name="Text Placeholder 22"/>
          <p:cNvSpPr>
            <a:spLocks noGrp="true"/>
          </p:cNvSpPr>
          <p:nvPr>
            <p:ph type="body" sz="quarter" idx="17" hasCustomPrompt="true"/>
          </p:nvPr>
        </p:nvSpPr>
        <p:spPr>
          <a:xfrm>
            <a:off x="7803107" y="3061804"/>
            <a:ext cx="4039341" cy="841939"/>
          </a:xfrm>
        </p:spPr>
        <p:txBody>
          <a:bodyPr anchor="ctr"/>
          <a:lstStyle>
            <a:lvl1pPr marL="0" indent="0">
              <a:buNone/>
              <a:defRPr lang="en-US" sz="6600" b="true" i="false" kern="1200" cap="all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lvl="0"/>
            <a:r>
              <a:rPr lang="en-US" altLang="zh-CN" noProof="false"/>
              <a:t>标题3</a:t>
            </a:r>
            <a:endParaRPr lang="en-US" altLang="zh-CN" noProof="false"/>
          </a:p>
        </p:txBody>
      </p:sp>
      <p:sp>
        <p:nvSpPr>
          <p:cNvPr id="1767" name="Text Placeholder 20"/>
          <p:cNvSpPr>
            <a:spLocks noGrp="true"/>
          </p:cNvSpPr>
          <p:nvPr>
            <p:ph type="body" sz="quarter" idx="19" hasCustomPrompt="true"/>
          </p:nvPr>
        </p:nvSpPr>
        <p:spPr>
          <a:xfrm>
            <a:off x="7800933" y="4067670"/>
            <a:ext cx="3881528" cy="191262"/>
          </a:xfrm>
        </p:spPr>
        <p:txBody>
          <a:bodyPr anchor="t" anchorCtr="false"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>
              <a:defRPr sz="11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altLang="zh-CN" noProof="false" err="true"/>
              <a:t>请输入副标题</a:t>
            </a:r>
            <a:endParaRPr lang="en-US" altLang="zh-CN" noProof="false"/>
          </a:p>
        </p:txBody>
      </p:sp>
      <p:sp>
        <p:nvSpPr>
          <p:cNvPr id="1768" name="Text Placeholder 22"/>
          <p:cNvSpPr>
            <a:spLocks noGrp="true"/>
          </p:cNvSpPr>
          <p:nvPr>
            <p:ph type="body" sz="quarter" idx="20" hasCustomPrompt="true"/>
          </p:nvPr>
        </p:nvSpPr>
        <p:spPr>
          <a:xfrm>
            <a:off x="1830324" y="4877073"/>
            <a:ext cx="4039341" cy="841939"/>
          </a:xfrm>
        </p:spPr>
        <p:txBody>
          <a:bodyPr anchor="ctr"/>
          <a:lstStyle>
            <a:lvl1pPr marL="0" indent="0">
              <a:buNone/>
              <a:defRPr lang="en-US" sz="6600" b="true" i="false" kern="1200" cap="all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lvl="0"/>
            <a:r>
              <a:rPr lang="en-US" altLang="zh-CN" noProof="false"/>
              <a:t>标题2</a:t>
            </a:r>
            <a:endParaRPr lang="en-US" altLang="zh-CN" noProof="false"/>
          </a:p>
        </p:txBody>
      </p:sp>
      <p:sp>
        <p:nvSpPr>
          <p:cNvPr id="1769" name="Text Placeholder 20"/>
          <p:cNvSpPr>
            <a:spLocks noGrp="true"/>
          </p:cNvSpPr>
          <p:nvPr>
            <p:ph type="body" sz="quarter" idx="22" hasCustomPrompt="true"/>
          </p:nvPr>
        </p:nvSpPr>
        <p:spPr>
          <a:xfrm>
            <a:off x="1830325" y="5873211"/>
            <a:ext cx="3881528" cy="191262"/>
          </a:xfrm>
        </p:spPr>
        <p:txBody>
          <a:bodyPr anchor="t" anchorCtr="false"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>
              <a:defRPr sz="11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altLang="zh-CN" noProof="false" err="true"/>
              <a:t>请输入副标题</a:t>
            </a:r>
            <a:endParaRPr lang="en-US" altLang="zh-CN" noProof="false"/>
          </a:p>
        </p:txBody>
      </p:sp>
      <p:sp>
        <p:nvSpPr>
          <p:cNvPr id="1770" name="Text Placeholder 22"/>
          <p:cNvSpPr>
            <a:spLocks noGrp="true"/>
          </p:cNvSpPr>
          <p:nvPr>
            <p:ph type="body" sz="quarter" idx="23" hasCustomPrompt="true"/>
          </p:nvPr>
        </p:nvSpPr>
        <p:spPr>
          <a:xfrm>
            <a:off x="7803107" y="4877073"/>
            <a:ext cx="4039341" cy="841939"/>
          </a:xfrm>
        </p:spPr>
        <p:txBody>
          <a:bodyPr anchor="ctr"/>
          <a:lstStyle>
            <a:lvl1pPr marL="0" indent="0">
              <a:buNone/>
              <a:defRPr lang="en-US" sz="6600" b="true" i="false" kern="1200" cap="all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lvl="0"/>
            <a:r>
              <a:rPr lang="en-US" altLang="zh-CN" noProof="false"/>
              <a:t>标题4</a:t>
            </a:r>
            <a:endParaRPr lang="en-US" altLang="zh-CN" noProof="false"/>
          </a:p>
        </p:txBody>
      </p:sp>
      <p:sp>
        <p:nvSpPr>
          <p:cNvPr id="1771" name="Text Placeholder 20"/>
          <p:cNvSpPr>
            <a:spLocks noGrp="true"/>
          </p:cNvSpPr>
          <p:nvPr>
            <p:ph type="body" sz="quarter" idx="25" hasCustomPrompt="true"/>
          </p:nvPr>
        </p:nvSpPr>
        <p:spPr>
          <a:xfrm>
            <a:off x="7800933" y="5882939"/>
            <a:ext cx="3881528" cy="191262"/>
          </a:xfrm>
        </p:spPr>
        <p:txBody>
          <a:bodyPr anchor="t" anchorCtr="false"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>
              <a:defRPr sz="11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altLang="zh-CN" noProof="false" err="true"/>
              <a:t>请输入副标题</a:t>
            </a:r>
            <a:endParaRPr lang="en-US" altLang="zh-CN" noProof="false"/>
          </a:p>
        </p:txBody>
      </p:sp>
      <p:sp>
        <p:nvSpPr>
          <p:cNvPr id="1772" name="Picture Placeholder 16"/>
          <p:cNvSpPr>
            <a:spLocks noGrp="true"/>
          </p:cNvSpPr>
          <p:nvPr>
            <p:ph type="pic" sz="quarter" idx="26" hasCustomPrompt="true"/>
          </p:nvPr>
        </p:nvSpPr>
        <p:spPr>
          <a:xfrm>
            <a:off x="509539" y="3161460"/>
            <a:ext cx="1130935" cy="1087743"/>
          </a:xfrm>
          <a:prstGeom prst="roundRect">
            <a:avLst>
              <a:gd name="adj" fmla="val 2047"/>
            </a:avLst>
          </a:prstGeom>
          <a:noFill/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noProof="false" err="true"/>
              <a:t>单击插入图标</a:t>
            </a:r>
            <a:endParaRPr lang="en-US" noProof="false"/>
          </a:p>
        </p:txBody>
      </p:sp>
      <p:sp>
        <p:nvSpPr>
          <p:cNvPr id="1773" name="Picture Placeholder 16"/>
          <p:cNvSpPr>
            <a:spLocks noGrp="true"/>
          </p:cNvSpPr>
          <p:nvPr>
            <p:ph type="pic" sz="quarter" idx="27" hasCustomPrompt="true"/>
          </p:nvPr>
        </p:nvSpPr>
        <p:spPr>
          <a:xfrm>
            <a:off x="509539" y="4976728"/>
            <a:ext cx="1130935" cy="1087743"/>
          </a:xfrm>
          <a:prstGeom prst="roundRect">
            <a:avLst>
              <a:gd name="adj" fmla="val 2047"/>
            </a:avLst>
          </a:prstGeom>
          <a:noFill/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单击插入图标</a:t>
            </a:r>
            <a:endParaRPr lang="en-US" altLang="zh-CN" noProof="false"/>
          </a:p>
        </p:txBody>
      </p:sp>
      <p:sp>
        <p:nvSpPr>
          <p:cNvPr id="1774" name="Picture Placeholder 16"/>
          <p:cNvSpPr>
            <a:spLocks noGrp="true"/>
          </p:cNvSpPr>
          <p:nvPr>
            <p:ph type="pic" sz="quarter" idx="28" hasCustomPrompt="true"/>
          </p:nvPr>
        </p:nvSpPr>
        <p:spPr>
          <a:xfrm>
            <a:off x="6384086" y="3161460"/>
            <a:ext cx="1130935" cy="1087743"/>
          </a:xfrm>
          <a:prstGeom prst="roundRect">
            <a:avLst>
              <a:gd name="adj" fmla="val 2047"/>
            </a:avLst>
          </a:prstGeom>
          <a:noFill/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单击插入图标</a:t>
            </a:r>
            <a:endParaRPr lang="en-US" altLang="zh-CN" noProof="false"/>
          </a:p>
        </p:txBody>
      </p:sp>
      <p:sp>
        <p:nvSpPr>
          <p:cNvPr id="1775" name="Picture Placeholder 16"/>
          <p:cNvSpPr>
            <a:spLocks noGrp="true"/>
          </p:cNvSpPr>
          <p:nvPr>
            <p:ph type="pic" sz="quarter" idx="29" hasCustomPrompt="true"/>
          </p:nvPr>
        </p:nvSpPr>
        <p:spPr>
          <a:xfrm>
            <a:off x="6384086" y="4976728"/>
            <a:ext cx="1130935" cy="1087743"/>
          </a:xfrm>
          <a:prstGeom prst="roundRect">
            <a:avLst>
              <a:gd name="adj" fmla="val 2047"/>
            </a:avLst>
          </a:prstGeom>
          <a:noFill/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单击插入图标</a:t>
            </a:r>
            <a:endParaRPr lang="en-US" altLang="zh-CN" noProof="false"/>
          </a:p>
        </p:txBody>
      </p:sp>
      <p:sp>
        <p:nvSpPr>
          <p:cNvPr id="1776" name="Text Placeholder 8"/>
          <p:cNvSpPr>
            <a:spLocks noGrp="true"/>
          </p:cNvSpPr>
          <p:nvPr>
            <p:ph type="body" sz="quarter" idx="30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noProof="false" err="true"/>
              <a:t>来源</a:t>
            </a:r>
            <a:r>
              <a:rPr lang="zh-CN" altLang="en-US" noProof="false"/>
              <a:t>：</a:t>
            </a:r>
            <a:endParaRPr lang="en-US" noProof="false"/>
          </a:p>
        </p:txBody>
      </p:sp>
    </p:spTree>
  </p:cSld>
  <p:clrMapOvr>
    <a:masterClrMapping/>
  </p:clrMapOvr>
</p:sldLayout>
</file>

<file path=ppt/slideLayouts/slideLayout233.xml><?xml version="1.0" encoding="utf-8"?>
<p:sldLayout xmlns:a="http://schemas.openxmlformats.org/drawingml/2006/main" xmlns:p="http://schemas.openxmlformats.org/presentationml/2006/main">
  <p:cSld name="Feature rows 2 column colour">
    <p:spTree>
      <p:nvGrpSpPr>
        <p:cNvPr id="177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8" name="Rectangle 10"/>
          <p:cNvSpPr/>
          <p:nvPr userDrawn="true"/>
        </p:nvSpPr>
        <p:spPr>
          <a:xfrm>
            <a:off x="6096000" y="3013883"/>
            <a:ext cx="6098174" cy="1915199"/>
          </a:xfrm>
          <a:prstGeom prst="rect">
            <a:avLst/>
          </a:prstGeom>
          <a:solidFill>
            <a:srgbClr val="FFE13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 lang="en-US" b="false" i="false" noProof="false">
              <a:latin typeface="Noto Sans S Chinese Regular" panose="020B0500000000000000" pitchFamily="34" charset="-128"/>
            </a:endParaRPr>
          </a:p>
        </p:txBody>
      </p:sp>
      <p:sp>
        <p:nvSpPr>
          <p:cNvPr id="1779" name="Rectangle 12"/>
          <p:cNvSpPr/>
          <p:nvPr userDrawn="true"/>
        </p:nvSpPr>
        <p:spPr>
          <a:xfrm>
            <a:off x="6096000" y="4929082"/>
            <a:ext cx="6098174" cy="1928918"/>
          </a:xfrm>
          <a:prstGeom prst="rect">
            <a:avLst/>
          </a:prstGeom>
          <a:solidFill>
            <a:srgbClr val="25CB5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 lang="en-US" b="false" i="false" noProof="false">
              <a:latin typeface="Noto Sans S Chinese Regular" panose="020B0500000000000000" pitchFamily="34" charset="-128"/>
            </a:endParaRPr>
          </a:p>
        </p:txBody>
      </p:sp>
      <p:sp>
        <p:nvSpPr>
          <p:cNvPr id="1780" name="Rectangle 8"/>
          <p:cNvSpPr/>
          <p:nvPr userDrawn="true"/>
        </p:nvSpPr>
        <p:spPr>
          <a:xfrm>
            <a:off x="1" y="3013883"/>
            <a:ext cx="6098174" cy="1915200"/>
          </a:xfrm>
          <a:prstGeom prst="rect">
            <a:avLst/>
          </a:prstGeom>
          <a:solidFill>
            <a:srgbClr val="F986E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 lang="en-US" b="false" i="false" noProof="false">
              <a:latin typeface="Noto Sans S Chinese Regular" panose="020B0500000000000000" pitchFamily="34" charset="-128"/>
            </a:endParaRPr>
          </a:p>
        </p:txBody>
      </p:sp>
      <p:sp>
        <p:nvSpPr>
          <p:cNvPr id="1781" name="Rectangle 9"/>
          <p:cNvSpPr/>
          <p:nvPr userDrawn="true"/>
        </p:nvSpPr>
        <p:spPr>
          <a:xfrm>
            <a:off x="1" y="4929083"/>
            <a:ext cx="6098174" cy="19289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 lang="en-US" b="false" i="false" noProof="false">
              <a:latin typeface="Noto Sans S Chinese Regular" panose="020B0500000000000000" pitchFamily="34" charset="-128"/>
            </a:endParaRPr>
          </a:p>
        </p:txBody>
      </p:sp>
      <p:sp>
        <p:nvSpPr>
          <p:cNvPr id="1782" name="Text Placeholder 22"/>
          <p:cNvSpPr>
            <a:spLocks noGrp="true"/>
          </p:cNvSpPr>
          <p:nvPr>
            <p:ph type="body" sz="quarter" idx="16" hasCustomPrompt="true"/>
          </p:nvPr>
        </p:nvSpPr>
        <p:spPr>
          <a:xfrm>
            <a:off x="1830324" y="3304842"/>
            <a:ext cx="4066383" cy="841939"/>
          </a:xfrm>
        </p:spPr>
        <p:txBody>
          <a:bodyPr anchor="ctr"/>
          <a:lstStyle>
            <a:lvl1pPr marL="0" indent="0">
              <a:buNone/>
              <a:defRPr lang="en-US" sz="6600" b="true" i="false" kern="1200" cap="all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noProof="false"/>
              <a:t>标题</a:t>
            </a:r>
            <a:r>
              <a:rPr lang="en-US" altLang="zh-CN" noProof="false"/>
              <a:t>1</a:t>
            </a:r>
            <a:endParaRPr lang="en-US" noProof="false"/>
          </a:p>
        </p:txBody>
      </p:sp>
      <p:sp>
        <p:nvSpPr>
          <p:cNvPr id="1783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/>
          <a:lstStyle/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1784" name="Text Placeholder 20"/>
          <p:cNvSpPr>
            <a:spLocks noGrp="true"/>
          </p:cNvSpPr>
          <p:nvPr>
            <p:ph type="body" sz="quarter" idx="15" hasCustomPrompt="true"/>
          </p:nvPr>
        </p:nvSpPr>
        <p:spPr>
          <a:xfrm>
            <a:off x="1830324" y="4300980"/>
            <a:ext cx="4066383" cy="191262"/>
          </a:xfrm>
        </p:spPr>
        <p:txBody>
          <a:bodyPr anchor="t" anchorCtr="false"/>
          <a:lstStyle>
            <a:lvl1pPr marL="0" indent="0">
              <a:buNone/>
              <a:defRPr sz="1200"/>
            </a:lvl1pPr>
            <a:lvl2pPr>
              <a:defRPr sz="11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noProof="false" err="true"/>
              <a:t>请输入副标题</a:t>
            </a:r>
            <a:endParaRPr lang="en-US" noProof="false"/>
          </a:p>
        </p:txBody>
      </p:sp>
      <p:sp>
        <p:nvSpPr>
          <p:cNvPr id="1785" name="Text Placeholder 22"/>
          <p:cNvSpPr>
            <a:spLocks noGrp="true"/>
          </p:cNvSpPr>
          <p:nvPr>
            <p:ph type="body" sz="quarter" idx="17" hasCustomPrompt="true"/>
          </p:nvPr>
        </p:nvSpPr>
        <p:spPr>
          <a:xfrm>
            <a:off x="7803107" y="3304842"/>
            <a:ext cx="4066383" cy="841939"/>
          </a:xfrm>
        </p:spPr>
        <p:txBody>
          <a:bodyPr anchor="ctr"/>
          <a:lstStyle>
            <a:lvl1pPr marL="0" indent="0">
              <a:buNone/>
              <a:defRPr lang="en-US" sz="6600" b="true" i="false" kern="1200" cap="all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noProof="false"/>
              <a:t>标题3</a:t>
            </a:r>
            <a:endParaRPr lang="en-US" altLang="zh-CN" noProof="false"/>
          </a:p>
        </p:txBody>
      </p:sp>
      <p:sp>
        <p:nvSpPr>
          <p:cNvPr id="1786" name="Text Placeholder 20"/>
          <p:cNvSpPr>
            <a:spLocks noGrp="true"/>
          </p:cNvSpPr>
          <p:nvPr>
            <p:ph type="body" sz="quarter" idx="19" hasCustomPrompt="true"/>
          </p:nvPr>
        </p:nvSpPr>
        <p:spPr>
          <a:xfrm>
            <a:off x="7800932" y="4310708"/>
            <a:ext cx="4066383" cy="191262"/>
          </a:xfrm>
        </p:spPr>
        <p:txBody>
          <a:bodyPr anchor="t" anchorCtr="false"/>
          <a:lstStyle>
            <a:lvl1pPr marL="0" indent="0">
              <a:buNone/>
              <a:defRPr sz="1200"/>
            </a:lvl1pPr>
            <a:lvl2pPr>
              <a:defRPr sz="11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noProof="false" err="true"/>
              <a:t>请输入副标题</a:t>
            </a:r>
            <a:endParaRPr lang="en-US" noProof="false"/>
          </a:p>
        </p:txBody>
      </p:sp>
      <p:sp>
        <p:nvSpPr>
          <p:cNvPr id="1787" name="Text Placeholder 22"/>
          <p:cNvSpPr>
            <a:spLocks noGrp="true"/>
          </p:cNvSpPr>
          <p:nvPr>
            <p:ph type="body" sz="quarter" idx="20" hasCustomPrompt="true"/>
          </p:nvPr>
        </p:nvSpPr>
        <p:spPr>
          <a:xfrm>
            <a:off x="1830324" y="5120111"/>
            <a:ext cx="4066383" cy="841939"/>
          </a:xfrm>
        </p:spPr>
        <p:txBody>
          <a:bodyPr anchor="ctr"/>
          <a:lstStyle>
            <a:lvl1pPr marL="0" indent="0">
              <a:buNone/>
              <a:defRPr lang="en-US" sz="6600" b="true" i="false" kern="1200" cap="all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noProof="false"/>
              <a:t>标题2</a:t>
            </a:r>
            <a:endParaRPr lang="en-US" altLang="zh-CN" noProof="false"/>
          </a:p>
        </p:txBody>
      </p:sp>
      <p:sp>
        <p:nvSpPr>
          <p:cNvPr id="1788" name="Text Placeholder 20"/>
          <p:cNvSpPr>
            <a:spLocks noGrp="true"/>
          </p:cNvSpPr>
          <p:nvPr>
            <p:ph type="body" sz="quarter" idx="22" hasCustomPrompt="true"/>
          </p:nvPr>
        </p:nvSpPr>
        <p:spPr>
          <a:xfrm>
            <a:off x="1830324" y="6116249"/>
            <a:ext cx="4066383" cy="191262"/>
          </a:xfrm>
        </p:spPr>
        <p:txBody>
          <a:bodyPr anchor="t" anchorCtr="false"/>
          <a:lstStyle>
            <a:lvl1pPr marL="0" indent="0">
              <a:buNone/>
              <a:defRPr sz="1200"/>
            </a:lvl1pPr>
            <a:lvl2pPr>
              <a:defRPr sz="11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noProof="false" err="true"/>
              <a:t>请输入副标题</a:t>
            </a:r>
            <a:endParaRPr lang="en-US" noProof="false"/>
          </a:p>
        </p:txBody>
      </p:sp>
      <p:sp>
        <p:nvSpPr>
          <p:cNvPr id="1789" name="Text Placeholder 22"/>
          <p:cNvSpPr>
            <a:spLocks noGrp="true"/>
          </p:cNvSpPr>
          <p:nvPr>
            <p:ph type="body" sz="quarter" idx="23" hasCustomPrompt="true"/>
          </p:nvPr>
        </p:nvSpPr>
        <p:spPr>
          <a:xfrm>
            <a:off x="7803107" y="5120111"/>
            <a:ext cx="4066383" cy="841939"/>
          </a:xfrm>
        </p:spPr>
        <p:txBody>
          <a:bodyPr anchor="ctr"/>
          <a:lstStyle>
            <a:lvl1pPr marL="0" indent="0">
              <a:buNone/>
              <a:defRPr lang="en-US" sz="6600" b="true" i="false" kern="1200" cap="all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noProof="false"/>
              <a:t>标题4</a:t>
            </a:r>
            <a:endParaRPr lang="en-US" altLang="zh-CN" noProof="false"/>
          </a:p>
        </p:txBody>
      </p:sp>
      <p:sp>
        <p:nvSpPr>
          <p:cNvPr id="1790" name="Text Placeholder 20"/>
          <p:cNvSpPr>
            <a:spLocks noGrp="true"/>
          </p:cNvSpPr>
          <p:nvPr>
            <p:ph type="body" sz="quarter" idx="25" hasCustomPrompt="true"/>
          </p:nvPr>
        </p:nvSpPr>
        <p:spPr>
          <a:xfrm>
            <a:off x="7800932" y="6125977"/>
            <a:ext cx="4066383" cy="191262"/>
          </a:xfrm>
        </p:spPr>
        <p:txBody>
          <a:bodyPr anchor="t" anchorCtr="false"/>
          <a:lstStyle>
            <a:lvl1pPr marL="0" indent="0">
              <a:buNone/>
              <a:defRPr sz="1200"/>
            </a:lvl1pPr>
            <a:lvl2pPr>
              <a:defRPr sz="11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noProof="false" err="true"/>
              <a:t>请输入副标题</a:t>
            </a:r>
            <a:endParaRPr lang="en-US" noProof="false"/>
          </a:p>
        </p:txBody>
      </p:sp>
      <p:sp>
        <p:nvSpPr>
          <p:cNvPr id="1791" name="Title 11"/>
          <p:cNvSpPr>
            <a:spLocks noGrp="true"/>
          </p:cNvSpPr>
          <p:nvPr>
            <p:ph type="title" hasCustomPrompt="true"/>
          </p:nvPr>
        </p:nvSpPr>
        <p:spPr>
          <a:xfrm>
            <a:off x="498475" y="942662"/>
            <a:ext cx="11186160" cy="874326"/>
          </a:xfrm>
        </p:spPr>
        <p:txBody>
          <a:bodyPr/>
          <a:lstStyle>
            <a:lvl1pPr algn="ctr" defTabSz="914400" rtl="false" eaLnBrk="true" latinLnBrk="false" hangingPunct="true">
              <a:lnSpc>
                <a:spcPct val="90000"/>
              </a:lnSpc>
              <a:spcBef>
                <a:spcPct val="1"/>
              </a:spcBef>
              <a:buNone/>
              <a:defRPr lang="en-US" sz="3200" b="true" i="false" kern="1200" cap="none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j-cs"/>
              </a:defRPr>
            </a:lvl1pPr>
          </a:lstStyle>
          <a:p>
            <a:pPr/>
            <a:r>
              <a:rPr lang="en-US" noProof="false" err="true"/>
              <a:t>请输入标题</a:t>
            </a:r>
            <a:br>
              <a:rPr lang="en-US" noProof="false"/>
            </a:br>
            <a:r>
              <a:rPr lang="en-US" noProof="false" err="true"/>
              <a:t>请输入标题</a:t>
            </a:r>
            <a:endParaRPr lang="en-US" noProof="false"/>
          </a:p>
        </p:txBody>
      </p:sp>
      <p:sp>
        <p:nvSpPr>
          <p:cNvPr id="1792" name="Picture Placeholder 16"/>
          <p:cNvSpPr>
            <a:spLocks noGrp="true"/>
          </p:cNvSpPr>
          <p:nvPr>
            <p:ph type="pic" sz="quarter" idx="27" hasCustomPrompt="true"/>
          </p:nvPr>
        </p:nvSpPr>
        <p:spPr>
          <a:xfrm>
            <a:off x="509539" y="3404498"/>
            <a:ext cx="1130935" cy="1087743"/>
          </a:xfrm>
          <a:prstGeom prst="roundRect">
            <a:avLst>
              <a:gd name="adj" fmla="val 2047"/>
            </a:avLst>
          </a:prstGeom>
          <a:noFill/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noProof="false" err="true"/>
              <a:t>单击插入图标</a:t>
            </a:r>
            <a:endParaRPr lang="en-US" noProof="false"/>
          </a:p>
        </p:txBody>
      </p:sp>
      <p:sp>
        <p:nvSpPr>
          <p:cNvPr id="1793" name="Picture Placeholder 16"/>
          <p:cNvSpPr>
            <a:spLocks noGrp="true"/>
          </p:cNvSpPr>
          <p:nvPr>
            <p:ph type="pic" sz="quarter" idx="28" hasCustomPrompt="true"/>
          </p:nvPr>
        </p:nvSpPr>
        <p:spPr>
          <a:xfrm>
            <a:off x="509539" y="5219766"/>
            <a:ext cx="1130935" cy="1087743"/>
          </a:xfrm>
          <a:prstGeom prst="roundRect">
            <a:avLst>
              <a:gd name="adj" fmla="val 2047"/>
            </a:avLst>
          </a:prstGeom>
          <a:noFill/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单击插入图标</a:t>
            </a:r>
            <a:endParaRPr lang="en-US" altLang="zh-CN" noProof="false"/>
          </a:p>
        </p:txBody>
      </p:sp>
      <p:sp>
        <p:nvSpPr>
          <p:cNvPr id="1794" name="Picture Placeholder 16"/>
          <p:cNvSpPr>
            <a:spLocks noGrp="true"/>
          </p:cNvSpPr>
          <p:nvPr>
            <p:ph type="pic" sz="quarter" idx="29" hasCustomPrompt="true"/>
          </p:nvPr>
        </p:nvSpPr>
        <p:spPr>
          <a:xfrm>
            <a:off x="6384409" y="3404498"/>
            <a:ext cx="1130935" cy="1087743"/>
          </a:xfrm>
          <a:prstGeom prst="roundRect">
            <a:avLst>
              <a:gd name="adj" fmla="val 2047"/>
            </a:avLst>
          </a:prstGeom>
          <a:noFill/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单击插入图标</a:t>
            </a:r>
            <a:endParaRPr lang="en-US" altLang="zh-CN" noProof="false"/>
          </a:p>
        </p:txBody>
      </p:sp>
      <p:sp>
        <p:nvSpPr>
          <p:cNvPr id="1795" name="Picture Placeholder 16"/>
          <p:cNvSpPr>
            <a:spLocks noGrp="true"/>
          </p:cNvSpPr>
          <p:nvPr>
            <p:ph type="pic" sz="quarter" idx="30" hasCustomPrompt="true"/>
          </p:nvPr>
        </p:nvSpPr>
        <p:spPr>
          <a:xfrm>
            <a:off x="6384409" y="5219766"/>
            <a:ext cx="1130935" cy="1087743"/>
          </a:xfrm>
          <a:prstGeom prst="roundRect">
            <a:avLst>
              <a:gd name="adj" fmla="val 2047"/>
            </a:avLst>
          </a:prstGeom>
          <a:noFill/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单击插入图标</a:t>
            </a:r>
            <a:endParaRPr lang="en-US" altLang="zh-CN" noProof="false"/>
          </a:p>
        </p:txBody>
      </p:sp>
      <p:sp>
        <p:nvSpPr>
          <p:cNvPr id="1796" name="Text Placeholder 8"/>
          <p:cNvSpPr>
            <a:spLocks noGrp="true"/>
          </p:cNvSpPr>
          <p:nvPr>
            <p:ph type="body" sz="quarter" idx="31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noProof="false" err="true"/>
              <a:t>来源</a:t>
            </a:r>
            <a:r>
              <a:rPr lang="zh-CN" altLang="en-US" noProof="false"/>
              <a:t>：</a:t>
            </a:r>
            <a:endParaRPr lang="en-US" noProof="false"/>
          </a:p>
        </p:txBody>
      </p:sp>
      <p:sp>
        <p:nvSpPr>
          <p:cNvPr id="1797" name="Footer Placeholder 4"/>
          <p:cNvSpPr txBox="true"/>
          <p:nvPr userDrawn="true"/>
        </p:nvSpPr>
        <p:spPr>
          <a:xfrm>
            <a:off x="8131175" y="6392544"/>
            <a:ext cx="3553460" cy="160655"/>
          </a:xfrm>
          <a:prstGeom prst="rect">
            <a:avLst/>
          </a:prstGeom>
        </p:spPr>
        <p:txBody>
          <a:bodyPr vert="horz" lIns="0" tIns="0" rIns="0" bIns="0" rtlCol="false" anchor="t" anchorCtr="false"/>
          <a:lstStyle>
            <a:defPPr>
              <a:defRPr lang="en-US"/>
            </a:defPPr>
            <a:lvl1pPr marL="0" algn="r" defTabSz="914400" rtl="false" eaLnBrk="true" latinLnBrk="false" hangingPunct="true">
              <a:defRPr sz="600" b="true" kern="1200" cap="all" spc="150" baseline="0">
                <a:solidFill>
                  <a:srgbClr val="908D84"/>
                </a:solidFill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1pPr>
            <a:lvl2pPr marL="4572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/>
            <a:r>
              <a:rPr lang="zh-CN" altLang="en-US" sz="700" b="false" i="false" spc="0" noProof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</a:rPr>
              <a:t>版权所有</a:t>
            </a:r>
            <a:r>
              <a:rPr lang="en-US" altLang="zh-CN" sz="700" b="false" i="false" spc="0" noProof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</a:rPr>
              <a:t>© 2025 </a:t>
            </a:r>
            <a:r>
              <a:rPr lang="zh-CN" altLang="en-US" sz="700" b="false" i="false" spc="0" noProof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</a:rPr>
              <a:t>亚马逊广告。保留所有权利。</a:t>
            </a:r>
            <a:endParaRPr lang="en-US" sz="700" b="false" i="false" spc="0" noProof="false">
              <a:solidFill>
                <a:schemeClr val="tx1"/>
              </a:solidFill>
              <a:latin typeface="Noto Sans S Chinese Regular" panose="020B0500000000000000" pitchFamily="34" charset="-128"/>
              <a:ea typeface="Noto Sans S Chinese Regular" panose="020B0500000000000000" pitchFamily="34" charset="-128"/>
            </a:endParaRPr>
          </a:p>
        </p:txBody>
      </p:sp>
    </p:spTree>
  </p:cSld>
  <p:clrMapOvr>
    <a:masterClrMapping/>
  </p:clrMapOvr>
</p:sldLayout>
</file>

<file path=ppt/slideLayouts/slideLayout234.xml><?xml version="1.0" encoding="utf-8"?>
<p:sldLayout xmlns:a="http://schemas.openxmlformats.org/drawingml/2006/main" xmlns:p="http://schemas.openxmlformats.org/presentationml/2006/main">
  <p:cSld name="1_Feature rows 2 column colour">
    <p:bg>
      <p:bgPr>
        <a:solidFill>
          <a:schemeClr val="tx1"/>
        </a:solidFill>
        <a:effectLst/>
      </p:bgPr>
    </p:bg>
    <p:spTree>
      <p:nvGrpSpPr>
        <p:cNvPr id="179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9" name="Rectangle 10"/>
          <p:cNvSpPr/>
          <p:nvPr userDrawn="true"/>
        </p:nvSpPr>
        <p:spPr>
          <a:xfrm>
            <a:off x="6096000" y="3013883"/>
            <a:ext cx="6098174" cy="1915199"/>
          </a:xfrm>
          <a:prstGeom prst="rect">
            <a:avLst/>
          </a:prstGeom>
          <a:solidFill>
            <a:srgbClr val="FFE13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 lang="en-US" b="false" i="false" noProof="false">
              <a:latin typeface="Noto Sans S Chinese Regular" panose="020B0500000000000000" pitchFamily="34" charset="-128"/>
            </a:endParaRPr>
          </a:p>
        </p:txBody>
      </p:sp>
      <p:sp>
        <p:nvSpPr>
          <p:cNvPr id="1800" name="Rectangle 12"/>
          <p:cNvSpPr/>
          <p:nvPr userDrawn="true"/>
        </p:nvSpPr>
        <p:spPr>
          <a:xfrm>
            <a:off x="6096000" y="4929082"/>
            <a:ext cx="6098174" cy="1928918"/>
          </a:xfrm>
          <a:prstGeom prst="rect">
            <a:avLst/>
          </a:prstGeom>
          <a:solidFill>
            <a:srgbClr val="25CB5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 lang="en-US" b="false" i="false" noProof="false">
              <a:latin typeface="Noto Sans S Chinese Regular" panose="020B0500000000000000" pitchFamily="34" charset="-128"/>
            </a:endParaRPr>
          </a:p>
        </p:txBody>
      </p:sp>
      <p:sp>
        <p:nvSpPr>
          <p:cNvPr id="1801" name="Rectangle 8"/>
          <p:cNvSpPr/>
          <p:nvPr userDrawn="true"/>
        </p:nvSpPr>
        <p:spPr>
          <a:xfrm>
            <a:off x="1" y="3013883"/>
            <a:ext cx="6098174" cy="1915200"/>
          </a:xfrm>
          <a:prstGeom prst="rect">
            <a:avLst/>
          </a:prstGeom>
          <a:solidFill>
            <a:srgbClr val="F986E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 lang="en-US" b="false" i="false" noProof="false">
              <a:latin typeface="Noto Sans S Chinese Regular" panose="020B0500000000000000" pitchFamily="34" charset="-128"/>
            </a:endParaRPr>
          </a:p>
        </p:txBody>
      </p:sp>
      <p:sp>
        <p:nvSpPr>
          <p:cNvPr id="1802" name="Rectangle 9"/>
          <p:cNvSpPr/>
          <p:nvPr userDrawn="true"/>
        </p:nvSpPr>
        <p:spPr>
          <a:xfrm>
            <a:off x="1" y="4929083"/>
            <a:ext cx="6098174" cy="19289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 lang="en-US" b="false" i="false" noProof="false">
              <a:latin typeface="Noto Sans S Chinese Regular" panose="020B0500000000000000" pitchFamily="34" charset="-128"/>
            </a:endParaRPr>
          </a:p>
        </p:txBody>
      </p:sp>
      <p:sp>
        <p:nvSpPr>
          <p:cNvPr id="1803" name="Text Placeholder 22"/>
          <p:cNvSpPr>
            <a:spLocks noGrp="true"/>
          </p:cNvSpPr>
          <p:nvPr>
            <p:ph type="body" sz="quarter" idx="16" hasCustomPrompt="true"/>
          </p:nvPr>
        </p:nvSpPr>
        <p:spPr>
          <a:xfrm>
            <a:off x="1830324" y="3304842"/>
            <a:ext cx="4066383" cy="841939"/>
          </a:xfrm>
        </p:spPr>
        <p:txBody>
          <a:bodyPr anchor="ctr"/>
          <a:lstStyle>
            <a:lvl1pPr marL="0" indent="0">
              <a:buNone/>
              <a:defRPr lang="en-US" sz="6600" b="true" i="false" kern="1200" cap="all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noProof="false"/>
              <a:t>标题1</a:t>
            </a:r>
            <a:endParaRPr lang="en-US" altLang="zh-CN" noProof="false"/>
          </a:p>
        </p:txBody>
      </p:sp>
      <p:sp>
        <p:nvSpPr>
          <p:cNvPr id="1804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/>
          <a:lstStyle/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1805" name="Text Placeholder 20"/>
          <p:cNvSpPr>
            <a:spLocks noGrp="true"/>
          </p:cNvSpPr>
          <p:nvPr>
            <p:ph type="body" sz="quarter" idx="15" hasCustomPrompt="true"/>
          </p:nvPr>
        </p:nvSpPr>
        <p:spPr>
          <a:xfrm>
            <a:off x="1830324" y="4300980"/>
            <a:ext cx="4066383" cy="191262"/>
          </a:xfrm>
        </p:spPr>
        <p:txBody>
          <a:bodyPr anchor="t" anchorCtr="false"/>
          <a:lstStyle>
            <a:lvl1pPr marL="0" indent="0">
              <a:buNone/>
              <a:defRPr sz="1200"/>
            </a:lvl1pPr>
            <a:lvl2pPr>
              <a:defRPr sz="11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noProof="false" err="true"/>
              <a:t>请输入副标题</a:t>
            </a:r>
            <a:endParaRPr lang="en-US" noProof="false"/>
          </a:p>
        </p:txBody>
      </p:sp>
      <p:sp>
        <p:nvSpPr>
          <p:cNvPr id="1806" name="Text Placeholder 22"/>
          <p:cNvSpPr>
            <a:spLocks noGrp="true"/>
          </p:cNvSpPr>
          <p:nvPr>
            <p:ph type="body" sz="quarter" idx="17" hasCustomPrompt="true"/>
          </p:nvPr>
        </p:nvSpPr>
        <p:spPr>
          <a:xfrm>
            <a:off x="7803107" y="3304842"/>
            <a:ext cx="4066383" cy="841939"/>
          </a:xfrm>
        </p:spPr>
        <p:txBody>
          <a:bodyPr anchor="ctr"/>
          <a:lstStyle>
            <a:lvl1pPr marL="0" indent="0">
              <a:buNone/>
              <a:defRPr lang="en-US" sz="6600" b="true" i="false" kern="1200" cap="all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noProof="false"/>
              <a:t>标题3</a:t>
            </a:r>
            <a:endParaRPr lang="en-US" altLang="zh-CN" noProof="false"/>
          </a:p>
        </p:txBody>
      </p:sp>
      <p:sp>
        <p:nvSpPr>
          <p:cNvPr id="1807" name="Text Placeholder 20"/>
          <p:cNvSpPr>
            <a:spLocks noGrp="true"/>
          </p:cNvSpPr>
          <p:nvPr>
            <p:ph type="body" sz="quarter" idx="19" hasCustomPrompt="true"/>
          </p:nvPr>
        </p:nvSpPr>
        <p:spPr>
          <a:xfrm>
            <a:off x="7800932" y="4310708"/>
            <a:ext cx="4066383" cy="191262"/>
          </a:xfrm>
        </p:spPr>
        <p:txBody>
          <a:bodyPr anchor="t" anchorCtr="false"/>
          <a:lstStyle>
            <a:lvl1pPr marL="0" indent="0">
              <a:buNone/>
              <a:defRPr sz="1200"/>
            </a:lvl1pPr>
            <a:lvl2pPr>
              <a:defRPr sz="11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altLang="zh-CN" noProof="false" err="true"/>
              <a:t>请输入副标题</a:t>
            </a:r>
            <a:endParaRPr lang="en-US" altLang="zh-CN" noProof="false"/>
          </a:p>
        </p:txBody>
      </p:sp>
      <p:sp>
        <p:nvSpPr>
          <p:cNvPr id="1808" name="Text Placeholder 22"/>
          <p:cNvSpPr>
            <a:spLocks noGrp="true"/>
          </p:cNvSpPr>
          <p:nvPr>
            <p:ph type="body" sz="quarter" idx="20" hasCustomPrompt="true"/>
          </p:nvPr>
        </p:nvSpPr>
        <p:spPr>
          <a:xfrm>
            <a:off x="1830324" y="5120111"/>
            <a:ext cx="4066383" cy="841939"/>
          </a:xfrm>
        </p:spPr>
        <p:txBody>
          <a:bodyPr anchor="ctr"/>
          <a:lstStyle>
            <a:lvl1pPr marL="0" indent="0">
              <a:buNone/>
              <a:defRPr lang="en-US" sz="6600" b="true" i="false" kern="1200" cap="all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noProof="false"/>
              <a:t>标题2</a:t>
            </a:r>
            <a:endParaRPr lang="en-US" altLang="zh-CN" noProof="false"/>
          </a:p>
        </p:txBody>
      </p:sp>
      <p:sp>
        <p:nvSpPr>
          <p:cNvPr id="1809" name="Text Placeholder 20"/>
          <p:cNvSpPr>
            <a:spLocks noGrp="true"/>
          </p:cNvSpPr>
          <p:nvPr>
            <p:ph type="body" sz="quarter" idx="22" hasCustomPrompt="true"/>
          </p:nvPr>
        </p:nvSpPr>
        <p:spPr>
          <a:xfrm>
            <a:off x="1830324" y="6116249"/>
            <a:ext cx="4066383" cy="191262"/>
          </a:xfrm>
        </p:spPr>
        <p:txBody>
          <a:bodyPr anchor="t" anchorCtr="false"/>
          <a:lstStyle>
            <a:lvl1pPr marL="0" indent="0">
              <a:buNone/>
              <a:defRPr sz="1200"/>
            </a:lvl1pPr>
            <a:lvl2pPr>
              <a:defRPr sz="11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altLang="zh-CN" noProof="false" err="true"/>
              <a:t>请输入副标题</a:t>
            </a:r>
            <a:endParaRPr lang="en-US" altLang="zh-CN" noProof="false"/>
          </a:p>
        </p:txBody>
      </p:sp>
      <p:sp>
        <p:nvSpPr>
          <p:cNvPr id="1810" name="Text Placeholder 22"/>
          <p:cNvSpPr>
            <a:spLocks noGrp="true"/>
          </p:cNvSpPr>
          <p:nvPr>
            <p:ph type="body" sz="quarter" idx="23" hasCustomPrompt="true"/>
          </p:nvPr>
        </p:nvSpPr>
        <p:spPr>
          <a:xfrm>
            <a:off x="7803107" y="5120111"/>
            <a:ext cx="4066383" cy="841939"/>
          </a:xfrm>
        </p:spPr>
        <p:txBody>
          <a:bodyPr anchor="ctr"/>
          <a:lstStyle>
            <a:lvl1pPr marL="0" indent="0">
              <a:buNone/>
              <a:defRPr lang="en-US" sz="6600" b="true" i="false" kern="1200" cap="all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noProof="false"/>
              <a:t>标题4</a:t>
            </a:r>
            <a:endParaRPr lang="en-US" altLang="zh-CN" noProof="false"/>
          </a:p>
        </p:txBody>
      </p:sp>
      <p:sp>
        <p:nvSpPr>
          <p:cNvPr id="1811" name="Text Placeholder 20"/>
          <p:cNvSpPr>
            <a:spLocks noGrp="true"/>
          </p:cNvSpPr>
          <p:nvPr>
            <p:ph type="body" sz="quarter" idx="25" hasCustomPrompt="true"/>
          </p:nvPr>
        </p:nvSpPr>
        <p:spPr>
          <a:xfrm>
            <a:off x="7800932" y="6125977"/>
            <a:ext cx="4066383" cy="191262"/>
          </a:xfrm>
        </p:spPr>
        <p:txBody>
          <a:bodyPr anchor="t" anchorCtr="false"/>
          <a:lstStyle>
            <a:lvl1pPr marL="0" indent="0">
              <a:buNone/>
              <a:defRPr sz="1200"/>
            </a:lvl1pPr>
            <a:lvl2pPr>
              <a:defRPr sz="11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altLang="zh-CN" noProof="false" err="true"/>
              <a:t>请输入副标题</a:t>
            </a:r>
            <a:endParaRPr lang="en-US" altLang="zh-CN" noProof="false"/>
          </a:p>
        </p:txBody>
      </p:sp>
      <p:sp>
        <p:nvSpPr>
          <p:cNvPr id="1812" name="Title 11"/>
          <p:cNvSpPr>
            <a:spLocks noGrp="true"/>
          </p:cNvSpPr>
          <p:nvPr>
            <p:ph type="title" hasCustomPrompt="true"/>
          </p:nvPr>
        </p:nvSpPr>
        <p:spPr>
          <a:xfrm>
            <a:off x="498475" y="942662"/>
            <a:ext cx="11186160" cy="874326"/>
          </a:xfrm>
        </p:spPr>
        <p:txBody>
          <a:bodyPr/>
          <a:lstStyle>
            <a:lvl1pPr algn="ctr" defTabSz="914400" rtl="false" eaLnBrk="true" latinLnBrk="false" hangingPunct="true">
              <a:lnSpc>
                <a:spcPct val="90000"/>
              </a:lnSpc>
              <a:spcBef>
                <a:spcPct val="1"/>
              </a:spcBef>
              <a:buNone/>
              <a:defRPr lang="en-US" sz="3200" b="true" i="false" kern="1200" cap="none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j-cs"/>
              </a:defRPr>
            </a:lvl1pPr>
          </a:lstStyle>
          <a:p>
            <a:pPr/>
            <a:r>
              <a:rPr lang="en-US" noProof="false" err="true"/>
              <a:t>请输入标题</a:t>
            </a:r>
            <a:br>
              <a:rPr lang="en-US" noProof="false"/>
            </a:br>
            <a:r>
              <a:rPr lang="en-US" noProof="false" err="true"/>
              <a:t>请输入标题</a:t>
            </a:r>
            <a:endParaRPr lang="en-US" noProof="false"/>
          </a:p>
        </p:txBody>
      </p:sp>
      <p:sp>
        <p:nvSpPr>
          <p:cNvPr id="1813" name="Picture Placeholder 16"/>
          <p:cNvSpPr>
            <a:spLocks noGrp="true"/>
          </p:cNvSpPr>
          <p:nvPr>
            <p:ph type="pic" sz="quarter" idx="27" hasCustomPrompt="true"/>
          </p:nvPr>
        </p:nvSpPr>
        <p:spPr>
          <a:xfrm>
            <a:off x="509539" y="3404498"/>
            <a:ext cx="1130935" cy="1087743"/>
          </a:xfrm>
          <a:prstGeom prst="roundRect">
            <a:avLst>
              <a:gd name="adj" fmla="val 2047"/>
            </a:avLst>
          </a:prstGeom>
          <a:noFill/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noProof="false" err="true"/>
              <a:t>单击插入图标</a:t>
            </a:r>
            <a:endParaRPr lang="en-US" noProof="false"/>
          </a:p>
        </p:txBody>
      </p:sp>
      <p:sp>
        <p:nvSpPr>
          <p:cNvPr id="1814" name="Picture Placeholder 16"/>
          <p:cNvSpPr>
            <a:spLocks noGrp="true"/>
          </p:cNvSpPr>
          <p:nvPr>
            <p:ph type="pic" sz="quarter" idx="28" hasCustomPrompt="true"/>
          </p:nvPr>
        </p:nvSpPr>
        <p:spPr>
          <a:xfrm>
            <a:off x="509539" y="5219766"/>
            <a:ext cx="1130935" cy="1087743"/>
          </a:xfrm>
          <a:prstGeom prst="roundRect">
            <a:avLst>
              <a:gd name="adj" fmla="val 2047"/>
            </a:avLst>
          </a:prstGeom>
          <a:noFill/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单击插入图标</a:t>
            </a:r>
            <a:endParaRPr lang="en-US" altLang="zh-CN" noProof="false"/>
          </a:p>
        </p:txBody>
      </p:sp>
      <p:sp>
        <p:nvSpPr>
          <p:cNvPr id="1815" name="Picture Placeholder 16"/>
          <p:cNvSpPr>
            <a:spLocks noGrp="true"/>
          </p:cNvSpPr>
          <p:nvPr>
            <p:ph type="pic" sz="quarter" idx="29" hasCustomPrompt="true"/>
          </p:nvPr>
        </p:nvSpPr>
        <p:spPr>
          <a:xfrm>
            <a:off x="6384409" y="3404498"/>
            <a:ext cx="1130935" cy="1087743"/>
          </a:xfrm>
          <a:prstGeom prst="roundRect">
            <a:avLst>
              <a:gd name="adj" fmla="val 2047"/>
            </a:avLst>
          </a:prstGeom>
          <a:noFill/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单击插入图标</a:t>
            </a:r>
            <a:endParaRPr lang="en-US" altLang="zh-CN" noProof="false"/>
          </a:p>
        </p:txBody>
      </p:sp>
      <p:sp>
        <p:nvSpPr>
          <p:cNvPr id="1816" name="Picture Placeholder 16"/>
          <p:cNvSpPr>
            <a:spLocks noGrp="true"/>
          </p:cNvSpPr>
          <p:nvPr>
            <p:ph type="pic" sz="quarter" idx="30" hasCustomPrompt="true"/>
          </p:nvPr>
        </p:nvSpPr>
        <p:spPr>
          <a:xfrm>
            <a:off x="6384409" y="5219766"/>
            <a:ext cx="1130935" cy="1087743"/>
          </a:xfrm>
          <a:prstGeom prst="roundRect">
            <a:avLst>
              <a:gd name="adj" fmla="val 2047"/>
            </a:avLst>
          </a:prstGeom>
          <a:noFill/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单击插入图标</a:t>
            </a:r>
            <a:endParaRPr lang="en-US" altLang="zh-CN" noProof="false"/>
          </a:p>
        </p:txBody>
      </p:sp>
      <p:sp>
        <p:nvSpPr>
          <p:cNvPr id="1817" name="Text Placeholder 8"/>
          <p:cNvSpPr>
            <a:spLocks noGrp="true"/>
          </p:cNvSpPr>
          <p:nvPr>
            <p:ph type="body" sz="quarter" idx="31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noProof="false" err="true"/>
              <a:t>来源</a:t>
            </a:r>
            <a:r>
              <a:rPr lang="zh-CN" altLang="en-US" noProof="false"/>
              <a:t>：</a:t>
            </a:r>
            <a:endParaRPr lang="en-US" noProof="false"/>
          </a:p>
        </p:txBody>
      </p:sp>
      <p:sp>
        <p:nvSpPr>
          <p:cNvPr id="1818" name="Footer Placeholder 4"/>
          <p:cNvSpPr txBox="true"/>
          <p:nvPr userDrawn="true"/>
        </p:nvSpPr>
        <p:spPr>
          <a:xfrm>
            <a:off x="8131175" y="6392544"/>
            <a:ext cx="3553460" cy="160655"/>
          </a:xfrm>
          <a:prstGeom prst="rect">
            <a:avLst/>
          </a:prstGeom>
        </p:spPr>
        <p:txBody>
          <a:bodyPr vert="horz" lIns="0" tIns="0" rIns="0" bIns="0" rtlCol="false" anchor="t" anchorCtr="false"/>
          <a:lstStyle>
            <a:defPPr>
              <a:defRPr lang="en-US"/>
            </a:defPPr>
            <a:lvl1pPr marL="0" algn="r" defTabSz="914400" rtl="false" eaLnBrk="true" latinLnBrk="false" hangingPunct="true">
              <a:defRPr sz="600" b="true" kern="1200" cap="all" spc="150" baseline="0">
                <a:solidFill>
                  <a:srgbClr val="908D84"/>
                </a:solidFill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1pPr>
            <a:lvl2pPr marL="4572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/>
            <a:r>
              <a:rPr lang="zh-CN" altLang="en-US" sz="700" b="false" i="false" spc="0" noProof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</a:rPr>
              <a:t>版权所有</a:t>
            </a:r>
            <a:r>
              <a:rPr lang="en-US" altLang="zh-CN" sz="700" b="false" i="false" spc="0" noProof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</a:rPr>
              <a:t>© 2025 </a:t>
            </a:r>
            <a:r>
              <a:rPr lang="zh-CN" altLang="en-US" sz="700" b="false" i="false" spc="0" noProof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</a:rPr>
              <a:t>亚马逊广告。保留所有权利。</a:t>
            </a:r>
            <a:endParaRPr lang="en-US" sz="700" b="false" i="false" spc="0" noProof="false">
              <a:solidFill>
                <a:schemeClr val="tx1"/>
              </a:solidFill>
              <a:latin typeface="Noto Sans S Chinese Regular" panose="020B0500000000000000" pitchFamily="34" charset="-128"/>
              <a:ea typeface="Noto Sans S Chinese Regular" panose="020B0500000000000000" pitchFamily="34" charset="-128"/>
            </a:endParaRPr>
          </a:p>
        </p:txBody>
      </p:sp>
    </p:spTree>
  </p:cSld>
  <p:clrMapOvr>
    <a:masterClrMapping/>
  </p:clrMapOvr>
</p:sldLayout>
</file>

<file path=ppt/slideLayouts/slideLayout235.xml><?xml version="1.0" encoding="utf-8"?>
<p:sldLayout xmlns:a="http://schemas.openxmlformats.org/drawingml/2006/main" xmlns:p="http://schemas.openxmlformats.org/presentationml/2006/main">
  <p:cSld name="Lists 1">
    <p:spTree>
      <p:nvGrpSpPr>
        <p:cNvPr id="18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0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/>
          <a:lstStyle/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1821" name="Text Placeholder 22"/>
          <p:cNvSpPr>
            <a:spLocks noGrp="true"/>
          </p:cNvSpPr>
          <p:nvPr>
            <p:ph type="body" sz="quarter" idx="16" hasCustomPrompt="true"/>
          </p:nvPr>
        </p:nvSpPr>
        <p:spPr>
          <a:xfrm>
            <a:off x="498475" y="1456643"/>
            <a:ext cx="4481512" cy="1128712"/>
          </a:xfrm>
        </p:spPr>
        <p:txBody>
          <a:bodyPr anchor="ctr" anchorCtr="false"/>
          <a:lstStyle>
            <a:lvl1pPr marL="0" indent="0">
              <a:buNone/>
              <a:defRPr lang="en-US" sz="8000" b="true" i="false" kern="1200" cap="all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noProof="false"/>
              <a:t>标题</a:t>
            </a:r>
            <a:r>
              <a:rPr lang="en-US" altLang="zh-CN" noProof="false"/>
              <a:t>1</a:t>
            </a:r>
            <a:endParaRPr lang="en-US" noProof="false"/>
          </a:p>
        </p:txBody>
      </p:sp>
      <p:cxnSp>
        <p:nvCxnSpPr>
          <p:cNvPr id="1822" name="Straight Connector 9"/>
          <p:cNvCxnSpPr/>
          <p:nvPr userDrawn="true"/>
        </p:nvCxnSpPr>
        <p:spPr>
          <a:xfrm flipH="true">
            <a:off x="0" y="1107446"/>
            <a:ext cx="12191407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3" name="Straight Connector 10"/>
          <p:cNvCxnSpPr/>
          <p:nvPr userDrawn="true"/>
        </p:nvCxnSpPr>
        <p:spPr>
          <a:xfrm flipH="true">
            <a:off x="0" y="2824486"/>
            <a:ext cx="12191407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4" name="Straight Connector 11"/>
          <p:cNvCxnSpPr/>
          <p:nvPr userDrawn="true"/>
        </p:nvCxnSpPr>
        <p:spPr>
          <a:xfrm flipH="true">
            <a:off x="0" y="4561846"/>
            <a:ext cx="12191407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25" name="Text Placeholder 22"/>
          <p:cNvSpPr>
            <a:spLocks noGrp="true"/>
          </p:cNvSpPr>
          <p:nvPr>
            <p:ph type="body" sz="quarter" idx="17" hasCustomPrompt="true"/>
          </p:nvPr>
        </p:nvSpPr>
        <p:spPr>
          <a:xfrm>
            <a:off x="498475" y="3178094"/>
            <a:ext cx="4481512" cy="1128712"/>
          </a:xfrm>
        </p:spPr>
        <p:txBody>
          <a:bodyPr anchor="ctr" anchorCtr="false"/>
          <a:lstStyle>
            <a:lvl1pPr marL="0" indent="0">
              <a:buNone/>
              <a:defRPr lang="en-US" sz="8000" b="true" i="false" kern="1200" cap="all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noProof="false"/>
              <a:t>标题</a:t>
            </a:r>
            <a:r>
              <a:rPr lang="en-US" altLang="zh-CN" noProof="false"/>
              <a:t>2</a:t>
            </a:r>
            <a:endParaRPr lang="en-US" noProof="false"/>
          </a:p>
        </p:txBody>
      </p:sp>
      <p:sp>
        <p:nvSpPr>
          <p:cNvPr id="1826" name="Text Placeholder 22"/>
          <p:cNvSpPr>
            <a:spLocks noGrp="true"/>
          </p:cNvSpPr>
          <p:nvPr>
            <p:ph type="body" sz="quarter" idx="18" hasCustomPrompt="true"/>
          </p:nvPr>
        </p:nvSpPr>
        <p:spPr>
          <a:xfrm>
            <a:off x="498475" y="4902023"/>
            <a:ext cx="4481512" cy="1128712"/>
          </a:xfrm>
        </p:spPr>
        <p:txBody>
          <a:bodyPr anchor="ctr" anchorCtr="false"/>
          <a:lstStyle>
            <a:lvl1pPr marL="0" indent="0">
              <a:buNone/>
              <a:defRPr lang="en-US" sz="8000" b="true" i="false" kern="1200" cap="all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noProof="false"/>
              <a:t>标题</a:t>
            </a:r>
            <a:r>
              <a:rPr lang="en-US" altLang="zh-CN" noProof="false"/>
              <a:t>3</a:t>
            </a:r>
            <a:endParaRPr lang="en-US" noProof="false"/>
          </a:p>
        </p:txBody>
      </p:sp>
      <p:sp>
        <p:nvSpPr>
          <p:cNvPr id="1827" name="Text Placeholder 22"/>
          <p:cNvSpPr>
            <a:spLocks noGrp="true"/>
          </p:cNvSpPr>
          <p:nvPr>
            <p:ph type="body" sz="quarter" idx="19" hasCustomPrompt="true"/>
          </p:nvPr>
        </p:nvSpPr>
        <p:spPr>
          <a:xfrm>
            <a:off x="498475" y="385515"/>
            <a:ext cx="4481512" cy="525464"/>
          </a:xfrm>
        </p:spPr>
        <p:txBody>
          <a:bodyPr anchor="ctr" anchorCtr="false"/>
          <a:lstStyle>
            <a:lvl1pPr marL="0" indent="0">
              <a:buNone/>
              <a:defRPr sz="2400" b="true" i="false" cap="none" spc="-50" baseline="0">
                <a:latin typeface="Noto Sans S Chinese Bold" panose="020B0500000000000000" pitchFamily="34" charset="-128"/>
                <a:ea typeface="Noto Sans S Chinese Bold" panose="020B0500000000000000" pitchFamily="34" charset="-128"/>
              </a:defRPr>
            </a:lvl1pPr>
          </a:lstStyle>
          <a:p>
            <a:pPr lvl="0"/>
            <a:r>
              <a:rPr lang="zh-CN" altLang="en-US" noProof="false"/>
              <a:t>栏目</a:t>
            </a:r>
            <a:r>
              <a:rPr lang="en-US" altLang="zh-CN" noProof="false"/>
              <a:t>1</a:t>
            </a:r>
            <a:endParaRPr lang="en-US" noProof="false"/>
          </a:p>
        </p:txBody>
      </p:sp>
      <p:sp>
        <p:nvSpPr>
          <p:cNvPr id="1828" name="Text Placeholder 22"/>
          <p:cNvSpPr>
            <a:spLocks noGrp="true"/>
          </p:cNvSpPr>
          <p:nvPr>
            <p:ph type="body" sz="quarter" idx="20" hasCustomPrompt="true"/>
          </p:nvPr>
        </p:nvSpPr>
        <p:spPr>
          <a:xfrm>
            <a:off x="5269135" y="385515"/>
            <a:ext cx="2608040" cy="525464"/>
          </a:xfrm>
        </p:spPr>
        <p:txBody>
          <a:bodyPr anchor="ctr" anchorCtr="false"/>
          <a:lstStyle>
            <a:lvl1pPr marL="0" indent="0">
              <a:buNone/>
              <a:defRPr lang="en-US" sz="2400" b="true" i="false" kern="1200" cap="none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zh-CN" altLang="en-US" noProof="false"/>
              <a:t>栏目</a:t>
            </a:r>
            <a:r>
              <a:rPr lang="en-US" altLang="zh-CN" noProof="false"/>
              <a:t>2</a:t>
            </a:r>
            <a:endParaRPr lang="en-US" noProof="false"/>
          </a:p>
        </p:txBody>
      </p:sp>
      <p:sp>
        <p:nvSpPr>
          <p:cNvPr id="1829" name="Text Placeholder 22"/>
          <p:cNvSpPr>
            <a:spLocks noGrp="true"/>
          </p:cNvSpPr>
          <p:nvPr>
            <p:ph type="body" sz="quarter" idx="21" hasCustomPrompt="true"/>
          </p:nvPr>
        </p:nvSpPr>
        <p:spPr>
          <a:xfrm>
            <a:off x="8131175" y="385515"/>
            <a:ext cx="2608040" cy="525464"/>
          </a:xfrm>
        </p:spPr>
        <p:txBody>
          <a:bodyPr anchor="ctr" anchorCtr="false"/>
          <a:lstStyle>
            <a:lvl1pPr marL="0" indent="0">
              <a:buNone/>
              <a:defRPr lang="en-US" sz="2400" b="true" i="false" kern="1200" cap="none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zh-CN" altLang="en-US" noProof="false"/>
              <a:t>栏目</a:t>
            </a:r>
            <a:r>
              <a:rPr lang="en-US" altLang="zh-CN" noProof="false"/>
              <a:t>3</a:t>
            </a:r>
            <a:endParaRPr lang="en-US" noProof="false"/>
          </a:p>
        </p:txBody>
      </p:sp>
      <p:sp>
        <p:nvSpPr>
          <p:cNvPr id="1830" name="Text Placeholder 18"/>
          <p:cNvSpPr>
            <a:spLocks noGrp="true"/>
          </p:cNvSpPr>
          <p:nvPr>
            <p:ph type="body" sz="quarter" idx="22" hasCustomPrompt="true"/>
          </p:nvPr>
        </p:nvSpPr>
        <p:spPr>
          <a:xfrm>
            <a:off x="5268913" y="1198563"/>
            <a:ext cx="2608262" cy="1563687"/>
          </a:xfrm>
        </p:spPr>
        <p:txBody>
          <a:bodyPr anchor="ctr" anchorCtr="false"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false" err="true"/>
              <a:t>请输入正文内容</a:t>
            </a:r>
            <a:endParaRPr lang="en-US" noProof="false"/>
          </a:p>
        </p:txBody>
      </p:sp>
      <p:sp>
        <p:nvSpPr>
          <p:cNvPr id="1831" name="Text Placeholder 18"/>
          <p:cNvSpPr>
            <a:spLocks noGrp="true"/>
          </p:cNvSpPr>
          <p:nvPr>
            <p:ph type="body" sz="quarter" idx="23" hasCustomPrompt="true"/>
          </p:nvPr>
        </p:nvSpPr>
        <p:spPr>
          <a:xfrm>
            <a:off x="8130953" y="1198563"/>
            <a:ext cx="2608262" cy="1563687"/>
          </a:xfrm>
        </p:spPr>
        <p:txBody>
          <a:bodyPr anchor="ctr" anchorCtr="false"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zh-CN" noProof="false" err="true"/>
              <a:t>请输入正文内容</a:t>
            </a:r>
            <a:endParaRPr lang="en-US" altLang="zh-CN" noProof="false"/>
          </a:p>
        </p:txBody>
      </p:sp>
      <p:sp>
        <p:nvSpPr>
          <p:cNvPr id="1832" name="Text Placeholder 18"/>
          <p:cNvSpPr>
            <a:spLocks noGrp="true"/>
          </p:cNvSpPr>
          <p:nvPr>
            <p:ph type="body" sz="quarter" idx="24" hasCustomPrompt="true"/>
          </p:nvPr>
        </p:nvSpPr>
        <p:spPr>
          <a:xfrm>
            <a:off x="5268913" y="2903656"/>
            <a:ext cx="2608262" cy="1563687"/>
          </a:xfrm>
        </p:spPr>
        <p:txBody>
          <a:bodyPr anchor="ctr" anchorCtr="false"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zh-CN" noProof="false" err="true"/>
              <a:t>请输入正文内容</a:t>
            </a:r>
            <a:endParaRPr lang="en-US" altLang="zh-CN" noProof="false"/>
          </a:p>
        </p:txBody>
      </p:sp>
      <p:sp>
        <p:nvSpPr>
          <p:cNvPr id="1833" name="Text Placeholder 18"/>
          <p:cNvSpPr>
            <a:spLocks noGrp="true"/>
          </p:cNvSpPr>
          <p:nvPr>
            <p:ph type="body" sz="quarter" idx="25" hasCustomPrompt="true"/>
          </p:nvPr>
        </p:nvSpPr>
        <p:spPr>
          <a:xfrm>
            <a:off x="8130953" y="2903656"/>
            <a:ext cx="2608262" cy="1563687"/>
          </a:xfrm>
        </p:spPr>
        <p:txBody>
          <a:bodyPr anchor="ctr" anchorCtr="false"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zh-CN" noProof="false" err="true"/>
              <a:t>请输入正文内容</a:t>
            </a:r>
            <a:endParaRPr lang="en-US" altLang="zh-CN" noProof="false"/>
          </a:p>
        </p:txBody>
      </p:sp>
      <p:sp>
        <p:nvSpPr>
          <p:cNvPr id="1834" name="Text Placeholder 18"/>
          <p:cNvSpPr>
            <a:spLocks noGrp="true"/>
          </p:cNvSpPr>
          <p:nvPr>
            <p:ph type="body" sz="quarter" idx="26" hasCustomPrompt="true"/>
          </p:nvPr>
        </p:nvSpPr>
        <p:spPr>
          <a:xfrm>
            <a:off x="5268913" y="4641015"/>
            <a:ext cx="2608262" cy="1563687"/>
          </a:xfrm>
        </p:spPr>
        <p:txBody>
          <a:bodyPr anchor="ctr" anchorCtr="false"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zh-CN" noProof="false" err="true"/>
              <a:t>请输入正文内容</a:t>
            </a:r>
            <a:endParaRPr lang="en-US" altLang="zh-CN" noProof="false"/>
          </a:p>
        </p:txBody>
      </p:sp>
      <p:sp>
        <p:nvSpPr>
          <p:cNvPr id="1835" name="Text Placeholder 18"/>
          <p:cNvSpPr>
            <a:spLocks noGrp="true"/>
          </p:cNvSpPr>
          <p:nvPr>
            <p:ph type="body" sz="quarter" idx="27" hasCustomPrompt="true"/>
          </p:nvPr>
        </p:nvSpPr>
        <p:spPr>
          <a:xfrm>
            <a:off x="8130953" y="4641015"/>
            <a:ext cx="2608262" cy="1563687"/>
          </a:xfrm>
        </p:spPr>
        <p:txBody>
          <a:bodyPr anchor="ctr" anchorCtr="false"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zh-CN" noProof="false" err="true"/>
              <a:t>请输入正文内容</a:t>
            </a:r>
            <a:endParaRPr lang="en-US" altLang="zh-CN" noProof="false"/>
          </a:p>
        </p:txBody>
      </p:sp>
      <p:sp>
        <p:nvSpPr>
          <p:cNvPr id="1836" name="Text Placeholder 8"/>
          <p:cNvSpPr>
            <a:spLocks noGrp="true"/>
          </p:cNvSpPr>
          <p:nvPr>
            <p:ph type="body" sz="quarter" idx="28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noProof="false" err="true"/>
              <a:t>来源</a:t>
            </a:r>
            <a:r>
              <a:rPr lang="zh-CN" altLang="en-US" noProof="false"/>
              <a:t>：</a:t>
            </a:r>
            <a:endParaRPr lang="en-US" noProof="false"/>
          </a:p>
        </p:txBody>
      </p:sp>
    </p:spTree>
  </p:cSld>
  <p:clrMapOvr>
    <a:masterClrMapping/>
  </p:clrMapOvr>
</p:sldLayout>
</file>

<file path=ppt/slideLayouts/slideLayout236.xml><?xml version="1.0" encoding="utf-8"?>
<p:sldLayout xmlns:a="http://schemas.openxmlformats.org/drawingml/2006/main" xmlns:p="http://schemas.openxmlformats.org/presentationml/2006/main">
  <p:cSld name="1_Lists 1">
    <p:bg>
      <p:bgPr>
        <a:solidFill>
          <a:schemeClr val="tx1"/>
        </a:solidFill>
        <a:effectLst/>
      </p:bgPr>
    </p:bg>
    <p:spTree>
      <p:nvGrpSpPr>
        <p:cNvPr id="18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8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1839" name="Text Placeholder 22"/>
          <p:cNvSpPr>
            <a:spLocks noGrp="true"/>
          </p:cNvSpPr>
          <p:nvPr>
            <p:ph type="body" sz="quarter" idx="16" hasCustomPrompt="true"/>
          </p:nvPr>
        </p:nvSpPr>
        <p:spPr>
          <a:xfrm>
            <a:off x="498475" y="1456643"/>
            <a:ext cx="4481512" cy="1128712"/>
          </a:xfrm>
        </p:spPr>
        <p:txBody>
          <a:bodyPr anchor="ctr" anchorCtr="false"/>
          <a:lstStyle>
            <a:lvl1pPr marL="0" indent="0">
              <a:buNone/>
              <a:defRPr sz="8000" b="true" i="false" cap="all" spc="-50" baseline="0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</a:defRPr>
            </a:lvl1pPr>
          </a:lstStyle>
          <a:p>
            <a:pPr lvl="0"/>
            <a:r>
              <a:rPr lang="en-US" noProof="false"/>
              <a:t>标题1</a:t>
            </a:r>
            <a:endParaRPr lang="en-US" noProof="false"/>
          </a:p>
        </p:txBody>
      </p:sp>
      <p:cxnSp>
        <p:nvCxnSpPr>
          <p:cNvPr id="1840" name="Straight Connector 9"/>
          <p:cNvCxnSpPr/>
          <p:nvPr userDrawn="true"/>
        </p:nvCxnSpPr>
        <p:spPr>
          <a:xfrm flipH="true">
            <a:off x="0" y="1107446"/>
            <a:ext cx="12191407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1" name="Straight Connector 10"/>
          <p:cNvCxnSpPr/>
          <p:nvPr userDrawn="true"/>
        </p:nvCxnSpPr>
        <p:spPr>
          <a:xfrm flipH="true">
            <a:off x="0" y="2824486"/>
            <a:ext cx="12191407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2" name="Straight Connector 11"/>
          <p:cNvCxnSpPr/>
          <p:nvPr userDrawn="true"/>
        </p:nvCxnSpPr>
        <p:spPr>
          <a:xfrm flipH="true">
            <a:off x="0" y="4561846"/>
            <a:ext cx="12191407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43" name="Text Placeholder 22"/>
          <p:cNvSpPr>
            <a:spLocks noGrp="true"/>
          </p:cNvSpPr>
          <p:nvPr>
            <p:ph type="body" sz="quarter" idx="17" hasCustomPrompt="true"/>
          </p:nvPr>
        </p:nvSpPr>
        <p:spPr>
          <a:xfrm>
            <a:off x="498475" y="3178094"/>
            <a:ext cx="4481512" cy="1128712"/>
          </a:xfrm>
        </p:spPr>
        <p:txBody>
          <a:bodyPr anchor="ctr" anchorCtr="false"/>
          <a:lstStyle>
            <a:lvl1pPr marL="0" indent="0">
              <a:buNone/>
              <a:defRPr lang="en-US" sz="8000" b="true" i="false" kern="1200" cap="all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noProof="false"/>
              <a:t>标题2</a:t>
            </a:r>
            <a:endParaRPr lang="en-US" noProof="false"/>
          </a:p>
        </p:txBody>
      </p:sp>
      <p:sp>
        <p:nvSpPr>
          <p:cNvPr id="1844" name="Text Placeholder 22"/>
          <p:cNvSpPr>
            <a:spLocks noGrp="true"/>
          </p:cNvSpPr>
          <p:nvPr>
            <p:ph type="body" sz="quarter" idx="18" hasCustomPrompt="true"/>
          </p:nvPr>
        </p:nvSpPr>
        <p:spPr>
          <a:xfrm>
            <a:off x="498475" y="4902023"/>
            <a:ext cx="4481512" cy="1128712"/>
          </a:xfrm>
        </p:spPr>
        <p:txBody>
          <a:bodyPr anchor="ctr" anchorCtr="false"/>
          <a:lstStyle>
            <a:lvl1pPr marL="0" indent="0">
              <a:buNone/>
              <a:defRPr lang="en-US" sz="8000" b="true" i="false" kern="1200" cap="all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noProof="false"/>
              <a:t>标题3</a:t>
            </a:r>
            <a:endParaRPr lang="en-US" noProof="false"/>
          </a:p>
        </p:txBody>
      </p:sp>
      <p:sp>
        <p:nvSpPr>
          <p:cNvPr id="1845" name="Text Placeholder 22"/>
          <p:cNvSpPr>
            <a:spLocks noGrp="true"/>
          </p:cNvSpPr>
          <p:nvPr>
            <p:ph type="body" sz="quarter" idx="19" hasCustomPrompt="true"/>
          </p:nvPr>
        </p:nvSpPr>
        <p:spPr>
          <a:xfrm>
            <a:off x="498475" y="385515"/>
            <a:ext cx="4481512" cy="525464"/>
          </a:xfrm>
        </p:spPr>
        <p:txBody>
          <a:bodyPr anchor="ctr" anchorCtr="false"/>
          <a:lstStyle>
            <a:lvl1pPr marL="0" indent="0">
              <a:buNone/>
              <a:defRPr sz="2400" b="true" i="false" cap="none" spc="-50" baseline="0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</a:defRPr>
            </a:lvl1pPr>
          </a:lstStyle>
          <a:p>
            <a:pPr lvl="0"/>
            <a:r>
              <a:rPr lang="en-US" noProof="false"/>
              <a:t>栏目1</a:t>
            </a:r>
            <a:endParaRPr lang="en-US" noProof="false"/>
          </a:p>
        </p:txBody>
      </p:sp>
      <p:sp>
        <p:nvSpPr>
          <p:cNvPr id="1846" name="Text Placeholder 22"/>
          <p:cNvSpPr>
            <a:spLocks noGrp="true"/>
          </p:cNvSpPr>
          <p:nvPr>
            <p:ph type="body" sz="quarter" idx="20" hasCustomPrompt="true"/>
          </p:nvPr>
        </p:nvSpPr>
        <p:spPr>
          <a:xfrm>
            <a:off x="5269135" y="385515"/>
            <a:ext cx="2608040" cy="525464"/>
          </a:xfrm>
        </p:spPr>
        <p:txBody>
          <a:bodyPr anchor="ctr" anchorCtr="false"/>
          <a:lstStyle>
            <a:lvl1pPr marL="0" indent="0">
              <a:buNone/>
              <a:defRPr lang="en-US" sz="2400" b="true" i="false" kern="1200" cap="none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noProof="false"/>
              <a:t>栏目</a:t>
            </a:r>
            <a:r>
              <a:rPr lang="en-US" altLang="zh-CN" noProof="false"/>
              <a:t>2</a:t>
            </a:r>
            <a:endParaRPr lang="en-US" noProof="false"/>
          </a:p>
        </p:txBody>
      </p:sp>
      <p:sp>
        <p:nvSpPr>
          <p:cNvPr id="1847" name="Text Placeholder 22"/>
          <p:cNvSpPr>
            <a:spLocks noGrp="true"/>
          </p:cNvSpPr>
          <p:nvPr>
            <p:ph type="body" sz="quarter" idx="21" hasCustomPrompt="true"/>
          </p:nvPr>
        </p:nvSpPr>
        <p:spPr>
          <a:xfrm>
            <a:off x="8131175" y="385515"/>
            <a:ext cx="2608040" cy="525464"/>
          </a:xfrm>
        </p:spPr>
        <p:txBody>
          <a:bodyPr anchor="ctr" anchorCtr="false"/>
          <a:lstStyle>
            <a:lvl1pPr marL="0" indent="0">
              <a:buNone/>
              <a:defRPr lang="en-US" sz="2400" b="true" i="false" kern="1200" cap="none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noProof="false"/>
              <a:t>栏目</a:t>
            </a:r>
            <a:r>
              <a:rPr lang="en-US" altLang="zh-CN" noProof="false"/>
              <a:t>3</a:t>
            </a:r>
            <a:endParaRPr lang="en-US" noProof="false"/>
          </a:p>
        </p:txBody>
      </p:sp>
      <p:sp>
        <p:nvSpPr>
          <p:cNvPr id="1848" name="Text Placeholder 18"/>
          <p:cNvSpPr>
            <a:spLocks noGrp="true"/>
          </p:cNvSpPr>
          <p:nvPr>
            <p:ph type="body" sz="quarter" idx="22" hasCustomPrompt="true"/>
          </p:nvPr>
        </p:nvSpPr>
        <p:spPr>
          <a:xfrm>
            <a:off x="5268913" y="1198563"/>
            <a:ext cx="2608262" cy="1563687"/>
          </a:xfrm>
        </p:spPr>
        <p:txBody>
          <a:bodyPr anchor="ctr" anchorCtr="false"/>
          <a:lstStyle>
            <a:lvl1pPr>
              <a:defRPr sz="1200">
                <a:solidFill>
                  <a:schemeClr val="bg1"/>
                </a:solidFill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false" err="true"/>
              <a:t>请输入正文内容</a:t>
            </a:r>
            <a:endParaRPr lang="en-US" noProof="false"/>
          </a:p>
        </p:txBody>
      </p:sp>
      <p:sp>
        <p:nvSpPr>
          <p:cNvPr id="1849" name="Text Placeholder 18"/>
          <p:cNvSpPr>
            <a:spLocks noGrp="true"/>
          </p:cNvSpPr>
          <p:nvPr>
            <p:ph type="body" sz="quarter" idx="23" hasCustomPrompt="true"/>
          </p:nvPr>
        </p:nvSpPr>
        <p:spPr>
          <a:xfrm>
            <a:off x="8130953" y="1198563"/>
            <a:ext cx="2608262" cy="1563687"/>
          </a:xfrm>
        </p:spPr>
        <p:txBody>
          <a:bodyPr anchor="ctr" anchorCtr="false"/>
          <a:lstStyle>
            <a:lvl1pPr>
              <a:defRPr sz="1200">
                <a:solidFill>
                  <a:schemeClr val="bg1"/>
                </a:solidFill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zh-CN" noProof="false" err="true"/>
              <a:t>请输入正文内容</a:t>
            </a:r>
            <a:endParaRPr lang="en-US" altLang="zh-CN" noProof="false"/>
          </a:p>
        </p:txBody>
      </p:sp>
      <p:sp>
        <p:nvSpPr>
          <p:cNvPr id="1850" name="Text Placeholder 18"/>
          <p:cNvSpPr>
            <a:spLocks noGrp="true"/>
          </p:cNvSpPr>
          <p:nvPr>
            <p:ph type="body" sz="quarter" idx="24" hasCustomPrompt="true"/>
          </p:nvPr>
        </p:nvSpPr>
        <p:spPr>
          <a:xfrm>
            <a:off x="5268913" y="2903656"/>
            <a:ext cx="2608262" cy="1563687"/>
          </a:xfrm>
        </p:spPr>
        <p:txBody>
          <a:bodyPr anchor="ctr" anchorCtr="false"/>
          <a:lstStyle>
            <a:lvl1pPr>
              <a:defRPr sz="1200">
                <a:solidFill>
                  <a:schemeClr val="bg1"/>
                </a:solidFill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false" err="true"/>
              <a:t>请输入正文内容</a:t>
            </a:r>
            <a:endParaRPr lang="en-US" noProof="false"/>
          </a:p>
        </p:txBody>
      </p:sp>
      <p:sp>
        <p:nvSpPr>
          <p:cNvPr id="1851" name="Text Placeholder 18"/>
          <p:cNvSpPr>
            <a:spLocks noGrp="true"/>
          </p:cNvSpPr>
          <p:nvPr>
            <p:ph type="body" sz="quarter" idx="25" hasCustomPrompt="true"/>
          </p:nvPr>
        </p:nvSpPr>
        <p:spPr>
          <a:xfrm>
            <a:off x="8130953" y="2903656"/>
            <a:ext cx="2608262" cy="1563687"/>
          </a:xfrm>
        </p:spPr>
        <p:txBody>
          <a:bodyPr anchor="ctr" anchorCtr="false"/>
          <a:lstStyle>
            <a:lvl1pPr>
              <a:defRPr sz="1200">
                <a:solidFill>
                  <a:schemeClr val="bg1"/>
                </a:solidFill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zh-CN" noProof="false" err="true"/>
              <a:t>请输入正文内容</a:t>
            </a:r>
            <a:endParaRPr lang="en-US" altLang="zh-CN" noProof="false"/>
          </a:p>
        </p:txBody>
      </p:sp>
      <p:sp>
        <p:nvSpPr>
          <p:cNvPr id="1852" name="Text Placeholder 18"/>
          <p:cNvSpPr>
            <a:spLocks noGrp="true"/>
          </p:cNvSpPr>
          <p:nvPr>
            <p:ph type="body" sz="quarter" idx="26" hasCustomPrompt="true"/>
          </p:nvPr>
        </p:nvSpPr>
        <p:spPr>
          <a:xfrm>
            <a:off x="5268913" y="4641015"/>
            <a:ext cx="2608262" cy="1563687"/>
          </a:xfrm>
        </p:spPr>
        <p:txBody>
          <a:bodyPr anchor="ctr" anchorCtr="false"/>
          <a:lstStyle>
            <a:lvl1pPr>
              <a:defRPr sz="1200">
                <a:solidFill>
                  <a:schemeClr val="bg1"/>
                </a:solidFill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zh-CN" noProof="false" err="true"/>
              <a:t>请输入正文内容</a:t>
            </a:r>
            <a:endParaRPr lang="en-US" altLang="zh-CN" noProof="false"/>
          </a:p>
        </p:txBody>
      </p:sp>
      <p:sp>
        <p:nvSpPr>
          <p:cNvPr id="1853" name="Text Placeholder 18"/>
          <p:cNvSpPr>
            <a:spLocks noGrp="true"/>
          </p:cNvSpPr>
          <p:nvPr>
            <p:ph type="body" sz="quarter" idx="27" hasCustomPrompt="true"/>
          </p:nvPr>
        </p:nvSpPr>
        <p:spPr>
          <a:xfrm>
            <a:off x="8130953" y="4641015"/>
            <a:ext cx="2608262" cy="1563687"/>
          </a:xfrm>
        </p:spPr>
        <p:txBody>
          <a:bodyPr anchor="ctr" anchorCtr="false"/>
          <a:lstStyle>
            <a:lvl1pPr>
              <a:defRPr sz="1200">
                <a:solidFill>
                  <a:schemeClr val="bg1"/>
                </a:solidFill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zh-CN" noProof="false" err="true"/>
              <a:t>请输入正文内容</a:t>
            </a:r>
            <a:endParaRPr lang="en-US" altLang="zh-CN" noProof="false"/>
          </a:p>
        </p:txBody>
      </p:sp>
      <p:sp>
        <p:nvSpPr>
          <p:cNvPr id="1854" name="Text Placeholder 8"/>
          <p:cNvSpPr>
            <a:spLocks noGrp="true"/>
          </p:cNvSpPr>
          <p:nvPr>
            <p:ph type="body" sz="quarter" idx="28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noProof="false" err="true"/>
              <a:t>来源</a:t>
            </a:r>
            <a:r>
              <a:rPr lang="zh-CN" altLang="en-US" noProof="false"/>
              <a:t>：</a:t>
            </a:r>
            <a:endParaRPr lang="en-US" noProof="false"/>
          </a:p>
        </p:txBody>
      </p:sp>
    </p:spTree>
  </p:cSld>
  <p:clrMapOvr>
    <a:masterClrMapping/>
  </p:clrMapOvr>
</p:sldLayout>
</file>

<file path=ppt/slideLayouts/slideLayout237.xml><?xml version="1.0" encoding="utf-8"?>
<p:sldLayout xmlns:a="http://schemas.openxmlformats.org/drawingml/2006/main" xmlns:p="http://schemas.openxmlformats.org/presentationml/2006/main">
  <p:cSld name="Lists colour">
    <p:spTree>
      <p:nvGrpSpPr>
        <p:cNvPr id="185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6" name="Rectangle 30"/>
          <p:cNvSpPr/>
          <p:nvPr userDrawn="true"/>
        </p:nvSpPr>
        <p:spPr>
          <a:xfrm>
            <a:off x="0" y="2831228"/>
            <a:ext cx="12191407" cy="1728000"/>
          </a:xfrm>
          <a:prstGeom prst="rect">
            <a:avLst/>
          </a:prstGeom>
          <a:solidFill>
            <a:srgbClr val="2CA2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 lang="en-US" b="false" i="false" noProof="false">
              <a:latin typeface="Noto Sans S Chinese Regular" panose="020B0500000000000000" pitchFamily="34" charset="-128"/>
            </a:endParaRPr>
          </a:p>
        </p:txBody>
      </p:sp>
      <p:sp>
        <p:nvSpPr>
          <p:cNvPr id="1857" name="Rectangle 4"/>
          <p:cNvSpPr/>
          <p:nvPr userDrawn="true"/>
        </p:nvSpPr>
        <p:spPr>
          <a:xfrm>
            <a:off x="0" y="4555011"/>
            <a:ext cx="12191407" cy="2302989"/>
          </a:xfrm>
          <a:prstGeom prst="rect">
            <a:avLst/>
          </a:prstGeom>
          <a:solidFill>
            <a:srgbClr val="F986E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 lang="en-US" b="false" i="false" noProof="false">
              <a:latin typeface="Noto Sans S Chinese Regular" panose="020B0500000000000000" pitchFamily="34" charset="-128"/>
            </a:endParaRPr>
          </a:p>
        </p:txBody>
      </p:sp>
      <p:sp>
        <p:nvSpPr>
          <p:cNvPr id="1858" name="Rectangle 5"/>
          <p:cNvSpPr/>
          <p:nvPr userDrawn="true"/>
        </p:nvSpPr>
        <p:spPr>
          <a:xfrm>
            <a:off x="0" y="1107445"/>
            <a:ext cx="12191407" cy="1728000"/>
          </a:xfrm>
          <a:prstGeom prst="rect">
            <a:avLst/>
          </a:prstGeom>
          <a:solidFill>
            <a:srgbClr val="25CB5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 lang="en-US" b="false" i="false" noProof="false">
              <a:latin typeface="Noto Sans S Chinese Regular" panose="020B0500000000000000" pitchFamily="34" charset="-128"/>
            </a:endParaRPr>
          </a:p>
        </p:txBody>
      </p:sp>
      <p:sp>
        <p:nvSpPr>
          <p:cNvPr id="1859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/>
          <a:lstStyle/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1860" name="Text Placeholder 22"/>
          <p:cNvSpPr>
            <a:spLocks noGrp="true"/>
          </p:cNvSpPr>
          <p:nvPr>
            <p:ph type="body" sz="quarter" idx="19" hasCustomPrompt="true"/>
          </p:nvPr>
        </p:nvSpPr>
        <p:spPr>
          <a:xfrm>
            <a:off x="498475" y="385515"/>
            <a:ext cx="4481512" cy="525464"/>
          </a:xfrm>
        </p:spPr>
        <p:txBody>
          <a:bodyPr anchor="ctr" anchorCtr="false"/>
          <a:lstStyle>
            <a:lvl1pPr marL="0" indent="0">
              <a:buNone/>
              <a:defRPr sz="2400" b="true" i="false" cap="none" spc="-50" baseline="0">
                <a:latin typeface="Noto Sans S Chinese Bold" panose="020B0500000000000000" pitchFamily="34" charset="-128"/>
                <a:ea typeface="Noto Sans S Chinese Bold" panose="020B0500000000000000" pitchFamily="34" charset="-128"/>
              </a:defRPr>
            </a:lvl1pPr>
          </a:lstStyle>
          <a:p>
            <a:pPr lvl="0"/>
            <a:r>
              <a:rPr lang="en-US" altLang="zh-CN" noProof="false"/>
              <a:t>栏目1</a:t>
            </a:r>
            <a:endParaRPr lang="en-US" altLang="zh-CN" noProof="false"/>
          </a:p>
        </p:txBody>
      </p:sp>
      <p:sp>
        <p:nvSpPr>
          <p:cNvPr id="1861" name="Text Placeholder 22"/>
          <p:cNvSpPr>
            <a:spLocks noGrp="true"/>
          </p:cNvSpPr>
          <p:nvPr>
            <p:ph type="body" sz="quarter" idx="20" hasCustomPrompt="true"/>
          </p:nvPr>
        </p:nvSpPr>
        <p:spPr>
          <a:xfrm>
            <a:off x="5269135" y="385515"/>
            <a:ext cx="2608040" cy="525464"/>
          </a:xfrm>
        </p:spPr>
        <p:txBody>
          <a:bodyPr anchor="ctr" anchorCtr="false"/>
          <a:lstStyle>
            <a:lvl1pPr marL="0" indent="0">
              <a:buNone/>
              <a:defRPr sz="2400" b="true" i="false" cap="none" spc="-50" baseline="0">
                <a:latin typeface="Noto Sans S Chinese Bold" panose="020B0500000000000000" pitchFamily="34" charset="-128"/>
                <a:ea typeface="Noto Sans S Chinese Bold" panose="020B0500000000000000" pitchFamily="34" charset="-128"/>
              </a:defRPr>
            </a:lvl1pPr>
          </a:lstStyle>
          <a:p>
            <a:pPr lvl="0"/>
            <a:r>
              <a:rPr lang="en-US" altLang="zh-CN" noProof="false"/>
              <a:t>栏目2</a:t>
            </a:r>
            <a:endParaRPr lang="en-US" altLang="zh-CN" noProof="false"/>
          </a:p>
        </p:txBody>
      </p:sp>
      <p:sp>
        <p:nvSpPr>
          <p:cNvPr id="1862" name="Text Placeholder 22"/>
          <p:cNvSpPr>
            <a:spLocks noGrp="true"/>
          </p:cNvSpPr>
          <p:nvPr>
            <p:ph type="body" sz="quarter" idx="21" hasCustomPrompt="true"/>
          </p:nvPr>
        </p:nvSpPr>
        <p:spPr>
          <a:xfrm>
            <a:off x="8131175" y="385515"/>
            <a:ext cx="2608040" cy="525464"/>
          </a:xfrm>
        </p:spPr>
        <p:txBody>
          <a:bodyPr anchor="ctr" anchorCtr="false"/>
          <a:lstStyle>
            <a:lvl1pPr marL="0" indent="0">
              <a:buNone/>
              <a:defRPr sz="2400" b="true" i="false" cap="none" spc="-50" baseline="0">
                <a:latin typeface="Noto Sans S Chinese Bold" panose="020B0500000000000000" pitchFamily="34" charset="-128"/>
                <a:ea typeface="Noto Sans S Chinese Bold" panose="020B0500000000000000" pitchFamily="34" charset="-128"/>
              </a:defRPr>
            </a:lvl1pPr>
          </a:lstStyle>
          <a:p>
            <a:pPr lvl="0"/>
            <a:r>
              <a:rPr lang="en-US" altLang="zh-CN" noProof="false"/>
              <a:t>栏目3</a:t>
            </a:r>
            <a:endParaRPr lang="en-US" altLang="zh-CN" noProof="false"/>
          </a:p>
        </p:txBody>
      </p:sp>
      <p:sp>
        <p:nvSpPr>
          <p:cNvPr id="1863" name="Text Placeholder 8"/>
          <p:cNvSpPr>
            <a:spLocks noGrp="true"/>
          </p:cNvSpPr>
          <p:nvPr>
            <p:ph type="body" sz="quarter" idx="28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noProof="false" err="true"/>
              <a:t>来源</a:t>
            </a:r>
            <a:r>
              <a:rPr lang="zh-CN" altLang="en-US" noProof="false"/>
              <a:t>：</a:t>
            </a:r>
            <a:endParaRPr lang="en-US" noProof="false"/>
          </a:p>
        </p:txBody>
      </p:sp>
      <p:sp>
        <p:nvSpPr>
          <p:cNvPr id="1864" name="Text Placeholder 22"/>
          <p:cNvSpPr>
            <a:spLocks noGrp="true"/>
          </p:cNvSpPr>
          <p:nvPr>
            <p:ph type="body" sz="quarter" idx="16" hasCustomPrompt="true"/>
          </p:nvPr>
        </p:nvSpPr>
        <p:spPr>
          <a:xfrm>
            <a:off x="498475" y="1456643"/>
            <a:ext cx="4481512" cy="1128712"/>
          </a:xfrm>
        </p:spPr>
        <p:txBody>
          <a:bodyPr anchor="ctr" anchorCtr="false"/>
          <a:lstStyle>
            <a:lvl1pPr marL="0" indent="0">
              <a:buNone/>
              <a:defRPr lang="en-US" sz="8000" b="true" i="false" kern="1200" cap="all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noProof="false" err="true"/>
              <a:t>标题</a:t>
            </a:r>
            <a:r>
              <a:rPr lang="zh-CN" altLang="en-US" noProof="false"/>
              <a:t> </a:t>
            </a:r>
            <a:r>
              <a:rPr lang="en-US" altLang="zh-CN" noProof="false"/>
              <a:t>1</a:t>
            </a:r>
            <a:endParaRPr lang="en-US" noProof="false"/>
          </a:p>
        </p:txBody>
      </p:sp>
      <p:sp>
        <p:nvSpPr>
          <p:cNvPr id="1865" name="Text Placeholder 22"/>
          <p:cNvSpPr>
            <a:spLocks noGrp="true"/>
          </p:cNvSpPr>
          <p:nvPr>
            <p:ph type="body" sz="quarter" idx="17" hasCustomPrompt="true"/>
          </p:nvPr>
        </p:nvSpPr>
        <p:spPr>
          <a:xfrm>
            <a:off x="498475" y="3178094"/>
            <a:ext cx="4481512" cy="1128712"/>
          </a:xfrm>
        </p:spPr>
        <p:txBody>
          <a:bodyPr anchor="ctr" anchorCtr="false"/>
          <a:lstStyle>
            <a:lvl1pPr marL="0" indent="0">
              <a:buNone/>
              <a:defRPr lang="en-US" altLang="zh-CN" sz="8000" b="true" i="false" kern="1200" cap="all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altLang="zh-CN" noProof="false" err="true"/>
              <a:t>标题</a:t>
            </a:r>
            <a:r>
              <a:rPr lang="zh-CN" altLang="en-US" noProof="false"/>
              <a:t> </a:t>
            </a:r>
            <a:r>
              <a:rPr lang="en-US" altLang="zh-CN" noProof="false"/>
              <a:t>2</a:t>
            </a:r>
            <a:endParaRPr lang="en-US" altLang="zh-CN" noProof="false"/>
          </a:p>
        </p:txBody>
      </p:sp>
      <p:sp>
        <p:nvSpPr>
          <p:cNvPr id="1866" name="Text Placeholder 22"/>
          <p:cNvSpPr>
            <a:spLocks noGrp="true"/>
          </p:cNvSpPr>
          <p:nvPr>
            <p:ph type="body" sz="quarter" idx="18" hasCustomPrompt="true"/>
          </p:nvPr>
        </p:nvSpPr>
        <p:spPr>
          <a:xfrm>
            <a:off x="498475" y="4902023"/>
            <a:ext cx="4481512" cy="1128712"/>
          </a:xfrm>
        </p:spPr>
        <p:txBody>
          <a:bodyPr anchor="ctr" anchorCtr="false"/>
          <a:lstStyle>
            <a:lvl1pPr marL="0" indent="0">
              <a:buNone/>
              <a:defRPr lang="en-US" altLang="zh-CN" sz="8000" b="true" i="false" kern="1200" cap="all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altLang="zh-CN" noProof="false" err="true"/>
              <a:t>标题</a:t>
            </a:r>
            <a:r>
              <a:rPr lang="zh-CN" altLang="en-US" noProof="false"/>
              <a:t> </a:t>
            </a:r>
            <a:r>
              <a:rPr lang="en-US" altLang="zh-CN" noProof="false"/>
              <a:t>3</a:t>
            </a:r>
            <a:endParaRPr lang="en-US" altLang="zh-CN" noProof="false"/>
          </a:p>
        </p:txBody>
      </p:sp>
      <p:sp>
        <p:nvSpPr>
          <p:cNvPr id="1867" name="Text Placeholder 18"/>
          <p:cNvSpPr>
            <a:spLocks noGrp="true"/>
          </p:cNvSpPr>
          <p:nvPr>
            <p:ph type="body" sz="quarter" idx="24" hasCustomPrompt="true"/>
          </p:nvPr>
        </p:nvSpPr>
        <p:spPr>
          <a:xfrm>
            <a:off x="5268913" y="2903656"/>
            <a:ext cx="2608262" cy="1563687"/>
          </a:xfrm>
        </p:spPr>
        <p:txBody>
          <a:bodyPr anchor="ctr" anchorCtr="false"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zh-CN" noProof="false" err="true"/>
              <a:t>请输入正文内容</a:t>
            </a:r>
            <a:endParaRPr lang="en-US" altLang="zh-CN" noProof="false"/>
          </a:p>
        </p:txBody>
      </p:sp>
      <p:sp>
        <p:nvSpPr>
          <p:cNvPr id="1868" name="Text Placeholder 18"/>
          <p:cNvSpPr>
            <a:spLocks noGrp="true"/>
          </p:cNvSpPr>
          <p:nvPr>
            <p:ph type="body" sz="quarter" idx="25" hasCustomPrompt="true"/>
          </p:nvPr>
        </p:nvSpPr>
        <p:spPr>
          <a:xfrm>
            <a:off x="8130953" y="2903656"/>
            <a:ext cx="2608262" cy="1563687"/>
          </a:xfrm>
        </p:spPr>
        <p:txBody>
          <a:bodyPr anchor="ctr" anchorCtr="false"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zh-CN" noProof="false" err="true"/>
              <a:t>请输入正文内容</a:t>
            </a:r>
            <a:endParaRPr lang="en-US" altLang="zh-CN" noProof="false"/>
          </a:p>
        </p:txBody>
      </p:sp>
      <p:sp>
        <p:nvSpPr>
          <p:cNvPr id="1869" name="Text Placeholder 18"/>
          <p:cNvSpPr>
            <a:spLocks noGrp="true"/>
          </p:cNvSpPr>
          <p:nvPr>
            <p:ph type="body" sz="quarter" idx="26" hasCustomPrompt="true"/>
          </p:nvPr>
        </p:nvSpPr>
        <p:spPr>
          <a:xfrm>
            <a:off x="5268913" y="4641015"/>
            <a:ext cx="2608262" cy="1563687"/>
          </a:xfrm>
        </p:spPr>
        <p:txBody>
          <a:bodyPr anchor="ctr" anchorCtr="false"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zh-CN" noProof="false" err="true"/>
              <a:t>请输入正文内容</a:t>
            </a:r>
            <a:endParaRPr lang="en-US" altLang="zh-CN" noProof="false"/>
          </a:p>
        </p:txBody>
      </p:sp>
      <p:sp>
        <p:nvSpPr>
          <p:cNvPr id="1870" name="Text Placeholder 18"/>
          <p:cNvSpPr>
            <a:spLocks noGrp="true"/>
          </p:cNvSpPr>
          <p:nvPr>
            <p:ph type="body" sz="quarter" idx="27" hasCustomPrompt="true"/>
          </p:nvPr>
        </p:nvSpPr>
        <p:spPr>
          <a:xfrm>
            <a:off x="8130953" y="4641015"/>
            <a:ext cx="2608262" cy="1563687"/>
          </a:xfrm>
        </p:spPr>
        <p:txBody>
          <a:bodyPr anchor="ctr" anchorCtr="false"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zh-CN" noProof="false" err="true"/>
              <a:t>请输入正文内容</a:t>
            </a:r>
            <a:endParaRPr lang="en-US" altLang="zh-CN" noProof="false"/>
          </a:p>
        </p:txBody>
      </p:sp>
      <p:sp>
        <p:nvSpPr>
          <p:cNvPr id="1871" name="Text Placeholder 18"/>
          <p:cNvSpPr>
            <a:spLocks noGrp="true"/>
          </p:cNvSpPr>
          <p:nvPr>
            <p:ph type="body" sz="quarter" idx="22" hasCustomPrompt="true"/>
          </p:nvPr>
        </p:nvSpPr>
        <p:spPr>
          <a:xfrm>
            <a:off x="5268913" y="1198563"/>
            <a:ext cx="2608262" cy="1563687"/>
          </a:xfrm>
        </p:spPr>
        <p:txBody>
          <a:bodyPr anchor="ctr" anchorCtr="false"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zh-CN" noProof="false" err="true"/>
              <a:t>请输入正文内容</a:t>
            </a:r>
            <a:endParaRPr lang="en-US" altLang="zh-CN" noProof="false"/>
          </a:p>
        </p:txBody>
      </p:sp>
      <p:sp>
        <p:nvSpPr>
          <p:cNvPr id="1872" name="Text Placeholder 18"/>
          <p:cNvSpPr>
            <a:spLocks noGrp="true"/>
          </p:cNvSpPr>
          <p:nvPr>
            <p:ph type="body" sz="quarter" idx="23" hasCustomPrompt="true"/>
          </p:nvPr>
        </p:nvSpPr>
        <p:spPr>
          <a:xfrm>
            <a:off x="8130953" y="1198563"/>
            <a:ext cx="2608262" cy="1563687"/>
          </a:xfrm>
        </p:spPr>
        <p:txBody>
          <a:bodyPr anchor="ctr" anchorCtr="false"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zh-CN" noProof="false" err="true"/>
              <a:t>请输入正文内容</a:t>
            </a:r>
            <a:endParaRPr lang="en-US" altLang="zh-CN" noProof="false"/>
          </a:p>
        </p:txBody>
      </p:sp>
      <p:sp>
        <p:nvSpPr>
          <p:cNvPr id="1873" name="Footer Placeholder 4"/>
          <p:cNvSpPr txBox="true"/>
          <p:nvPr userDrawn="true"/>
        </p:nvSpPr>
        <p:spPr>
          <a:xfrm>
            <a:off x="8131175" y="6392544"/>
            <a:ext cx="3553460" cy="160655"/>
          </a:xfrm>
          <a:prstGeom prst="rect">
            <a:avLst/>
          </a:prstGeom>
        </p:spPr>
        <p:txBody>
          <a:bodyPr vert="horz" lIns="0" tIns="0" rIns="0" bIns="0" rtlCol="false" anchor="t" anchorCtr="false"/>
          <a:lstStyle>
            <a:defPPr>
              <a:defRPr lang="en-US"/>
            </a:defPPr>
            <a:lvl1pPr marL="0" algn="r" defTabSz="914400" rtl="false" eaLnBrk="true" latinLnBrk="false" hangingPunct="true">
              <a:defRPr sz="600" b="true" kern="1200" cap="all" spc="150" baseline="0">
                <a:solidFill>
                  <a:srgbClr val="908D84"/>
                </a:solidFill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1pPr>
            <a:lvl2pPr marL="4572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/>
            <a:r>
              <a:rPr lang="zh-CN" altLang="en-US" sz="700" b="false" i="false" spc="0" noProof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</a:rPr>
              <a:t>版权所有</a:t>
            </a:r>
            <a:r>
              <a:rPr lang="en-US" altLang="zh-CN" sz="700" b="false" i="false" spc="0" noProof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</a:rPr>
              <a:t>© 2025 </a:t>
            </a:r>
            <a:r>
              <a:rPr lang="zh-CN" altLang="en-US" sz="700" b="false" i="false" spc="0" noProof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</a:rPr>
              <a:t>亚马逊广告。保留所有权利。</a:t>
            </a:r>
            <a:endParaRPr lang="en-US" sz="700" b="false" i="false" spc="0" noProof="false">
              <a:solidFill>
                <a:schemeClr val="tx1"/>
              </a:solidFill>
              <a:latin typeface="Noto Sans S Chinese Regular" panose="020B0500000000000000" pitchFamily="34" charset="-128"/>
              <a:ea typeface="Noto Sans S Chinese Regular" panose="020B0500000000000000" pitchFamily="34" charset="-128"/>
            </a:endParaRPr>
          </a:p>
        </p:txBody>
      </p:sp>
    </p:spTree>
  </p:cSld>
  <p:clrMapOvr>
    <a:masterClrMapping/>
  </p:clrMapOvr>
</p:sldLayout>
</file>

<file path=ppt/slideLayouts/slideLayout238.xml><?xml version="1.0" encoding="utf-8"?>
<p:sldLayout xmlns:a="http://schemas.openxmlformats.org/drawingml/2006/main" xmlns:p="http://schemas.openxmlformats.org/presentationml/2006/main">
  <p:cSld name="8_Feature Columns 3 yellow background">
    <p:spTree>
      <p:nvGrpSpPr>
        <p:cNvPr id="187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5" name="Rectangle: Rounded Corners 7"/>
          <p:cNvSpPr/>
          <p:nvPr userDrawn="true"/>
        </p:nvSpPr>
        <p:spPr>
          <a:xfrm>
            <a:off x="498476" y="1735359"/>
            <a:ext cx="3563938" cy="2065250"/>
          </a:xfrm>
          <a:prstGeom prst="roundRect">
            <a:avLst>
              <a:gd name="adj" fmla="val 448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 lang="en-US" b="false" i="false" noProof="false">
              <a:solidFill>
                <a:schemeClr val="bg1"/>
              </a:solidFill>
              <a:latin typeface="Noto Sans S Chinese Regular" panose="020B0500000000000000" pitchFamily="34" charset="-128"/>
            </a:endParaRPr>
          </a:p>
        </p:txBody>
      </p:sp>
      <p:sp>
        <p:nvSpPr>
          <p:cNvPr id="1876" name="Rectangle: Rounded Corners 15"/>
          <p:cNvSpPr/>
          <p:nvPr userDrawn="true"/>
        </p:nvSpPr>
        <p:spPr>
          <a:xfrm>
            <a:off x="4314825" y="1735358"/>
            <a:ext cx="3563938" cy="2065251"/>
          </a:xfrm>
          <a:prstGeom prst="roundRect">
            <a:avLst>
              <a:gd name="adj" fmla="val 448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 lang="en-US" b="false" i="false" noProof="false">
              <a:solidFill>
                <a:schemeClr val="bg1"/>
              </a:solidFill>
              <a:latin typeface="Noto Sans S Chinese Regular" panose="020B0500000000000000" pitchFamily="34" charset="-128"/>
            </a:endParaRPr>
          </a:p>
        </p:txBody>
      </p:sp>
      <p:sp>
        <p:nvSpPr>
          <p:cNvPr id="1877" name="Rectangle: Rounded Corners 19"/>
          <p:cNvSpPr/>
          <p:nvPr userDrawn="true"/>
        </p:nvSpPr>
        <p:spPr>
          <a:xfrm>
            <a:off x="8131175" y="1735358"/>
            <a:ext cx="3563938" cy="2065251"/>
          </a:xfrm>
          <a:prstGeom prst="roundRect">
            <a:avLst>
              <a:gd name="adj" fmla="val 448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 lang="en-US" b="false" i="false" noProof="false">
              <a:solidFill>
                <a:schemeClr val="bg1"/>
              </a:solidFill>
              <a:latin typeface="Noto Sans S Chinese Regular" panose="020B0500000000000000" pitchFamily="34" charset="-128"/>
            </a:endParaRPr>
          </a:p>
        </p:txBody>
      </p:sp>
      <p:sp>
        <p:nvSpPr>
          <p:cNvPr id="1878" name="Rectangle: Rounded Corners 11"/>
          <p:cNvSpPr/>
          <p:nvPr userDrawn="true"/>
        </p:nvSpPr>
        <p:spPr>
          <a:xfrm>
            <a:off x="498476" y="4065143"/>
            <a:ext cx="3563938" cy="2065250"/>
          </a:xfrm>
          <a:prstGeom prst="roundRect">
            <a:avLst>
              <a:gd name="adj" fmla="val 448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 lang="en-US" b="false" i="false" noProof="false">
              <a:solidFill>
                <a:schemeClr val="bg1"/>
              </a:solidFill>
              <a:latin typeface="Noto Sans S Chinese Regular" panose="020B0500000000000000" pitchFamily="34" charset="-128"/>
            </a:endParaRPr>
          </a:p>
        </p:txBody>
      </p:sp>
      <p:sp>
        <p:nvSpPr>
          <p:cNvPr id="1879" name="Rectangle: Rounded Corners 12"/>
          <p:cNvSpPr/>
          <p:nvPr userDrawn="true"/>
        </p:nvSpPr>
        <p:spPr>
          <a:xfrm>
            <a:off x="4314825" y="4065142"/>
            <a:ext cx="3563938" cy="2065251"/>
          </a:xfrm>
          <a:prstGeom prst="roundRect">
            <a:avLst>
              <a:gd name="adj" fmla="val 448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 lang="en-US" b="false" i="false" noProof="false">
              <a:solidFill>
                <a:schemeClr val="bg1"/>
              </a:solidFill>
              <a:latin typeface="Noto Sans S Chinese Regular" panose="020B0500000000000000" pitchFamily="34" charset="-128"/>
            </a:endParaRPr>
          </a:p>
        </p:txBody>
      </p:sp>
      <p:sp>
        <p:nvSpPr>
          <p:cNvPr id="1880" name="Rectangle: Rounded Corners 13"/>
          <p:cNvSpPr/>
          <p:nvPr userDrawn="true"/>
        </p:nvSpPr>
        <p:spPr>
          <a:xfrm>
            <a:off x="8131175" y="4065142"/>
            <a:ext cx="3563938" cy="2065251"/>
          </a:xfrm>
          <a:prstGeom prst="roundRect">
            <a:avLst>
              <a:gd name="adj" fmla="val 448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 lang="en-US" b="false" i="false" noProof="false">
              <a:solidFill>
                <a:schemeClr val="bg1"/>
              </a:solidFill>
              <a:latin typeface="Noto Sans S Chinese Regular" panose="020B0500000000000000" pitchFamily="34" charset="-128"/>
            </a:endParaRPr>
          </a:p>
        </p:txBody>
      </p:sp>
      <p:sp>
        <p:nvSpPr>
          <p:cNvPr id="1881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/>
          <a:lstStyle/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1882" name="Title 11"/>
          <p:cNvSpPr>
            <a:spLocks noGrp="true"/>
          </p:cNvSpPr>
          <p:nvPr>
            <p:ph type="title" hasCustomPrompt="true"/>
          </p:nvPr>
        </p:nvSpPr>
        <p:spPr>
          <a:xfrm>
            <a:off x="498475" y="525784"/>
            <a:ext cx="11186160" cy="935991"/>
          </a:xfrm>
        </p:spPr>
        <p:txBody>
          <a:bodyPr/>
          <a:lstStyle>
            <a:lvl1pPr algn="ctr" defTabSz="914400" rtl="false" eaLnBrk="true" latinLnBrk="false" hangingPunct="true">
              <a:lnSpc>
                <a:spcPct val="90000"/>
              </a:lnSpc>
              <a:spcBef>
                <a:spcPct val="1"/>
              </a:spcBef>
              <a:buNone/>
              <a:defRPr lang="en-US" sz="3200" b="true" i="false" kern="1200" cap="none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j-cs"/>
              </a:defRPr>
            </a:lvl1pPr>
          </a:lstStyle>
          <a:p>
            <a:pPr/>
            <a:r>
              <a:rPr lang="en-US" noProof="false" err="true"/>
              <a:t>请输入标题</a:t>
            </a:r>
            <a:br>
              <a:rPr lang="en-US" noProof="false"/>
            </a:br>
            <a:r>
              <a:rPr lang="en-US" noProof="false" err="true"/>
              <a:t>请输入标题</a:t>
            </a:r>
            <a:endParaRPr lang="en-US" noProof="false"/>
          </a:p>
        </p:txBody>
      </p:sp>
      <p:sp>
        <p:nvSpPr>
          <p:cNvPr id="1883" name="Text Placeholder 8"/>
          <p:cNvSpPr>
            <a:spLocks noGrp="true"/>
          </p:cNvSpPr>
          <p:nvPr>
            <p:ph type="body" sz="quarter" idx="16" hasCustomPrompt="true"/>
          </p:nvPr>
        </p:nvSpPr>
        <p:spPr>
          <a:xfrm>
            <a:off x="496887" y="1932123"/>
            <a:ext cx="3563938" cy="820620"/>
          </a:xfrm>
        </p:spPr>
        <p:txBody>
          <a:bodyPr>
            <a:noAutofit/>
          </a:bodyPr>
          <a:lstStyle>
            <a:lvl1pPr marL="0" indent="0" algn="ctr">
              <a:buNone/>
              <a:defRPr sz="6000" b="true" i="false">
                <a:solidFill>
                  <a:schemeClr val="accent2"/>
                </a:solidFill>
                <a:latin typeface="+mj-lt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false"/>
              <a:t>#$%</a:t>
            </a:r>
            <a:endParaRPr lang="en-US" noProof="false"/>
          </a:p>
        </p:txBody>
      </p:sp>
      <p:sp>
        <p:nvSpPr>
          <p:cNvPr id="1884" name="Text Placeholder 15"/>
          <p:cNvSpPr>
            <a:spLocks noGrp="true"/>
          </p:cNvSpPr>
          <p:nvPr>
            <p:ph type="body" sz="quarter" idx="23" hasCustomPrompt="true"/>
          </p:nvPr>
        </p:nvSpPr>
        <p:spPr>
          <a:xfrm>
            <a:off x="8500064" y="2774696"/>
            <a:ext cx="2841035" cy="820619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false" i="false">
                <a:solidFill>
                  <a:schemeClr val="tx1"/>
                </a:solidFill>
                <a:latin typeface="Noto Sans S Chinese Regular" panose="020B0500000000000000" pitchFamily="34" charset="-128"/>
              </a:defRPr>
            </a:lvl1pPr>
          </a:lstStyle>
          <a:p>
            <a:pPr lvl="0"/>
            <a:r>
              <a:rPr lang="en-US" altLang="zh-CN" noProof="false" err="true"/>
              <a:t>请输入正文内容</a:t>
            </a:r>
            <a:endParaRPr lang="en-US" altLang="zh-CN" noProof="false"/>
          </a:p>
        </p:txBody>
      </p:sp>
      <p:sp>
        <p:nvSpPr>
          <p:cNvPr id="1885" name="Text Placeholder 8"/>
          <p:cNvSpPr>
            <a:spLocks noGrp="true"/>
          </p:cNvSpPr>
          <p:nvPr>
            <p:ph type="body" sz="quarter" idx="24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noProof="false" err="true"/>
              <a:t>来源</a:t>
            </a:r>
            <a:r>
              <a:rPr lang="zh-CN" altLang="en-US" noProof="false"/>
              <a:t>：</a:t>
            </a:r>
            <a:endParaRPr lang="en-US" noProof="false"/>
          </a:p>
        </p:txBody>
      </p:sp>
      <p:sp>
        <p:nvSpPr>
          <p:cNvPr id="1886" name="Text Placeholder 8"/>
          <p:cNvSpPr>
            <a:spLocks noGrp="true"/>
          </p:cNvSpPr>
          <p:nvPr>
            <p:ph type="body" sz="quarter" idx="25" hasCustomPrompt="true"/>
          </p:nvPr>
        </p:nvSpPr>
        <p:spPr>
          <a:xfrm>
            <a:off x="4322262" y="1932123"/>
            <a:ext cx="3563938" cy="820620"/>
          </a:xfrm>
        </p:spPr>
        <p:txBody>
          <a:bodyPr>
            <a:noAutofit/>
          </a:bodyPr>
          <a:lstStyle>
            <a:lvl1pPr marL="0" indent="0" algn="ctr">
              <a:buNone/>
              <a:defRPr lang="en-US" sz="6000" b="true" i="false" kern="1200" noProof="false" dirty="false">
                <a:solidFill>
                  <a:schemeClr val="accent2"/>
                </a:solidFill>
                <a:latin typeface="+mj-lt"/>
                <a:ea typeface="Noto Sans S Chinese Regular" panose="020B0500000000000000" pitchFamily="34" charset="-128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noProof="false"/>
              <a:t>#$%</a:t>
            </a:r>
            <a:endParaRPr lang="en-US" noProof="false"/>
          </a:p>
        </p:txBody>
      </p:sp>
      <p:sp>
        <p:nvSpPr>
          <p:cNvPr id="1887" name="Text Placeholder 8"/>
          <p:cNvSpPr>
            <a:spLocks noGrp="true"/>
          </p:cNvSpPr>
          <p:nvPr>
            <p:ph type="body" sz="quarter" idx="26" hasCustomPrompt="true"/>
          </p:nvPr>
        </p:nvSpPr>
        <p:spPr>
          <a:xfrm>
            <a:off x="8120697" y="1932123"/>
            <a:ext cx="3563938" cy="820620"/>
          </a:xfrm>
        </p:spPr>
        <p:txBody>
          <a:bodyPr>
            <a:noAutofit/>
          </a:bodyPr>
          <a:lstStyle>
            <a:lvl1pPr marL="0" indent="0" algn="ctr">
              <a:buNone/>
              <a:defRPr lang="en-US" sz="6000" b="true" i="false" kern="1200" noProof="false" dirty="false">
                <a:solidFill>
                  <a:schemeClr val="accent2"/>
                </a:solidFill>
                <a:latin typeface="+mj-lt"/>
                <a:ea typeface="Noto Sans S Chinese Regular" panose="020B0500000000000000" pitchFamily="34" charset="-128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noProof="false"/>
              <a:t>#$%</a:t>
            </a:r>
            <a:endParaRPr lang="en-US" noProof="false"/>
          </a:p>
        </p:txBody>
      </p:sp>
      <p:sp>
        <p:nvSpPr>
          <p:cNvPr id="1888" name="Text Placeholder 15"/>
          <p:cNvSpPr>
            <a:spLocks noGrp="true"/>
          </p:cNvSpPr>
          <p:nvPr>
            <p:ph type="body" sz="quarter" idx="27" hasCustomPrompt="true"/>
          </p:nvPr>
        </p:nvSpPr>
        <p:spPr>
          <a:xfrm>
            <a:off x="4671037" y="2774696"/>
            <a:ext cx="2841035" cy="820619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false" i="false">
                <a:solidFill>
                  <a:schemeClr val="tx1"/>
                </a:solidFill>
                <a:latin typeface="Noto Sans S Chinese Regular" panose="020B0500000000000000" pitchFamily="34" charset="-128"/>
              </a:defRPr>
            </a:lvl1pPr>
          </a:lstStyle>
          <a:p>
            <a:pPr lvl="0"/>
            <a:r>
              <a:rPr lang="en-US" altLang="zh-CN" noProof="false" err="true"/>
              <a:t>请输入正文内容</a:t>
            </a:r>
            <a:endParaRPr lang="en-US" altLang="zh-CN" noProof="false"/>
          </a:p>
        </p:txBody>
      </p:sp>
      <p:sp>
        <p:nvSpPr>
          <p:cNvPr id="1889" name="Text Placeholder 15"/>
          <p:cNvSpPr>
            <a:spLocks noGrp="true"/>
          </p:cNvSpPr>
          <p:nvPr>
            <p:ph type="body" sz="quarter" idx="28" hasCustomPrompt="true"/>
          </p:nvPr>
        </p:nvSpPr>
        <p:spPr>
          <a:xfrm>
            <a:off x="850901" y="2774696"/>
            <a:ext cx="2841035" cy="820619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false" i="false">
                <a:solidFill>
                  <a:schemeClr val="tx1"/>
                </a:solidFill>
                <a:latin typeface="Noto Sans S Chinese Regular" panose="020B0500000000000000" pitchFamily="34" charset="-128"/>
              </a:defRPr>
            </a:lvl1pPr>
          </a:lstStyle>
          <a:p>
            <a:pPr lvl="0"/>
            <a:r>
              <a:rPr lang="en-US" noProof="false" err="true"/>
              <a:t>请输入正文内容</a:t>
            </a:r>
            <a:endParaRPr lang="en-US" noProof="false"/>
          </a:p>
        </p:txBody>
      </p:sp>
      <p:sp>
        <p:nvSpPr>
          <p:cNvPr id="1890" name="Text Placeholder 8"/>
          <p:cNvSpPr>
            <a:spLocks noGrp="true"/>
          </p:cNvSpPr>
          <p:nvPr>
            <p:ph type="body" sz="quarter" idx="29" hasCustomPrompt="true"/>
          </p:nvPr>
        </p:nvSpPr>
        <p:spPr>
          <a:xfrm>
            <a:off x="496887" y="4305036"/>
            <a:ext cx="3563938" cy="820620"/>
          </a:xfrm>
        </p:spPr>
        <p:txBody>
          <a:bodyPr>
            <a:noAutofit/>
          </a:bodyPr>
          <a:lstStyle>
            <a:lvl1pPr marL="0" indent="0" algn="ctr">
              <a:buNone/>
              <a:defRPr lang="en-US" sz="6000" b="true" i="false" kern="1200" noProof="false" dirty="false">
                <a:solidFill>
                  <a:schemeClr val="accent2"/>
                </a:solidFill>
                <a:latin typeface="+mj-lt"/>
                <a:ea typeface="Noto Sans S Chinese Regular" panose="020B0500000000000000" pitchFamily="34" charset="-128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noProof="false"/>
              <a:t>#$%</a:t>
            </a:r>
            <a:endParaRPr lang="en-US" noProof="false"/>
          </a:p>
        </p:txBody>
      </p:sp>
      <p:sp>
        <p:nvSpPr>
          <p:cNvPr id="1891" name="Text Placeholder 15"/>
          <p:cNvSpPr>
            <a:spLocks noGrp="true"/>
          </p:cNvSpPr>
          <p:nvPr>
            <p:ph type="body" sz="quarter" idx="30" hasCustomPrompt="true"/>
          </p:nvPr>
        </p:nvSpPr>
        <p:spPr>
          <a:xfrm>
            <a:off x="8500064" y="5147609"/>
            <a:ext cx="2841035" cy="820619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false" i="false">
                <a:solidFill>
                  <a:schemeClr val="tx1"/>
                </a:solidFill>
                <a:latin typeface="Noto Sans S Chinese Regular" panose="020B0500000000000000" pitchFamily="34" charset="-128"/>
              </a:defRPr>
            </a:lvl1pPr>
          </a:lstStyle>
          <a:p>
            <a:pPr lvl="0"/>
            <a:r>
              <a:rPr lang="en-US" altLang="zh-CN" noProof="false" err="true"/>
              <a:t>请输入正文内容</a:t>
            </a:r>
            <a:endParaRPr lang="en-US" altLang="zh-CN" noProof="false"/>
          </a:p>
        </p:txBody>
      </p:sp>
      <p:sp>
        <p:nvSpPr>
          <p:cNvPr id="1892" name="Text Placeholder 8"/>
          <p:cNvSpPr>
            <a:spLocks noGrp="true"/>
          </p:cNvSpPr>
          <p:nvPr>
            <p:ph type="body" sz="quarter" idx="31" hasCustomPrompt="true"/>
          </p:nvPr>
        </p:nvSpPr>
        <p:spPr>
          <a:xfrm>
            <a:off x="4322262" y="4305036"/>
            <a:ext cx="3563938" cy="820620"/>
          </a:xfrm>
        </p:spPr>
        <p:txBody>
          <a:bodyPr>
            <a:noAutofit/>
          </a:bodyPr>
          <a:lstStyle>
            <a:lvl1pPr marL="0" indent="0" algn="ctr">
              <a:buNone/>
              <a:defRPr lang="en-US" sz="6000" b="true" i="false" kern="1200" noProof="false" dirty="false">
                <a:solidFill>
                  <a:schemeClr val="accent2"/>
                </a:solidFill>
                <a:latin typeface="+mj-lt"/>
                <a:ea typeface="Noto Sans S Chinese Regular" panose="020B0500000000000000" pitchFamily="34" charset="-128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noProof="false"/>
              <a:t>#$%</a:t>
            </a:r>
            <a:endParaRPr lang="en-US" noProof="false"/>
          </a:p>
        </p:txBody>
      </p:sp>
      <p:sp>
        <p:nvSpPr>
          <p:cNvPr id="1893" name="Text Placeholder 8"/>
          <p:cNvSpPr>
            <a:spLocks noGrp="true"/>
          </p:cNvSpPr>
          <p:nvPr>
            <p:ph type="body" sz="quarter" idx="32" hasCustomPrompt="true"/>
          </p:nvPr>
        </p:nvSpPr>
        <p:spPr>
          <a:xfrm>
            <a:off x="8120697" y="4305036"/>
            <a:ext cx="3563938" cy="820620"/>
          </a:xfrm>
        </p:spPr>
        <p:txBody>
          <a:bodyPr>
            <a:noAutofit/>
          </a:bodyPr>
          <a:lstStyle>
            <a:lvl1pPr marL="0" indent="0" algn="ctr">
              <a:buNone/>
              <a:defRPr lang="en-US" sz="6000" b="true" i="false" kern="1200" noProof="false" dirty="false">
                <a:solidFill>
                  <a:schemeClr val="accent2"/>
                </a:solidFill>
                <a:latin typeface="+mj-lt"/>
                <a:ea typeface="Noto Sans S Chinese Regular" panose="020B0500000000000000" pitchFamily="34" charset="-128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noProof="false"/>
              <a:t>#$%</a:t>
            </a:r>
            <a:endParaRPr lang="en-US" noProof="false"/>
          </a:p>
        </p:txBody>
      </p:sp>
      <p:sp>
        <p:nvSpPr>
          <p:cNvPr id="1894" name="Text Placeholder 15"/>
          <p:cNvSpPr>
            <a:spLocks noGrp="true"/>
          </p:cNvSpPr>
          <p:nvPr>
            <p:ph type="body" sz="quarter" idx="33" hasCustomPrompt="true"/>
          </p:nvPr>
        </p:nvSpPr>
        <p:spPr>
          <a:xfrm>
            <a:off x="4671037" y="5147609"/>
            <a:ext cx="2841035" cy="820619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false" i="false">
                <a:solidFill>
                  <a:schemeClr val="tx1"/>
                </a:solidFill>
                <a:latin typeface="Noto Sans S Chinese Regular" panose="020B0500000000000000" pitchFamily="34" charset="-128"/>
              </a:defRPr>
            </a:lvl1pPr>
          </a:lstStyle>
          <a:p>
            <a:pPr lvl="0"/>
            <a:r>
              <a:rPr lang="en-US" altLang="zh-CN" noProof="false" err="true"/>
              <a:t>请输入正文内容</a:t>
            </a:r>
            <a:endParaRPr lang="en-US" altLang="zh-CN" noProof="false"/>
          </a:p>
        </p:txBody>
      </p:sp>
      <p:sp>
        <p:nvSpPr>
          <p:cNvPr id="1895" name="Text Placeholder 15"/>
          <p:cNvSpPr>
            <a:spLocks noGrp="true"/>
          </p:cNvSpPr>
          <p:nvPr>
            <p:ph type="body" sz="quarter" idx="34" hasCustomPrompt="true"/>
          </p:nvPr>
        </p:nvSpPr>
        <p:spPr>
          <a:xfrm>
            <a:off x="850901" y="5147609"/>
            <a:ext cx="2841035" cy="820619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false" i="false">
                <a:solidFill>
                  <a:schemeClr val="tx1"/>
                </a:solidFill>
                <a:latin typeface="Noto Sans S Chinese Regular" panose="020B0500000000000000" pitchFamily="34" charset="-128"/>
              </a:defRPr>
            </a:lvl1pPr>
          </a:lstStyle>
          <a:p>
            <a:pPr lvl="0"/>
            <a:r>
              <a:rPr lang="en-US" altLang="zh-CN" noProof="false" err="true"/>
              <a:t>请输入正文内容</a:t>
            </a:r>
            <a:endParaRPr lang="en-US" altLang="zh-CN" noProof="false"/>
          </a:p>
        </p:txBody>
      </p:sp>
    </p:spTree>
  </p:cSld>
  <p:clrMapOvr>
    <a:masterClrMapping/>
  </p:clrMapOvr>
</p:sldLayout>
</file>

<file path=ppt/slideLayouts/slideLayout239.xml><?xml version="1.0" encoding="utf-8"?>
<p:sldLayout xmlns:a="http://schemas.openxmlformats.org/drawingml/2006/main" xmlns:p="http://schemas.openxmlformats.org/presentationml/2006/main">
  <p:cSld name="1_Feature Columns 1 number">
    <p:bg>
      <p:bgPr>
        <a:solidFill>
          <a:schemeClr val="tx1"/>
        </a:solidFill>
        <a:effectLst/>
      </p:bgPr>
    </p:bg>
    <p:spTree>
      <p:nvGrpSpPr>
        <p:cNvPr id="189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7" name="Title 1"/>
          <p:cNvSpPr>
            <a:spLocks noGrp="true"/>
          </p:cNvSpPr>
          <p:nvPr>
            <p:ph type="title" hasCustomPrompt="true"/>
          </p:nvPr>
        </p:nvSpPr>
        <p:spPr>
          <a:xfrm>
            <a:off x="2731626" y="4203378"/>
            <a:ext cx="6748040" cy="1229233"/>
          </a:xfrm>
        </p:spPr>
        <p:txBody>
          <a:bodyPr/>
          <a:lstStyle>
            <a:lvl1pPr algn="ctr" defTabSz="914400" rtl="false" eaLnBrk="true" latinLnBrk="false" hangingPunct="true">
              <a:lnSpc>
                <a:spcPct val="90000"/>
              </a:lnSpc>
              <a:spcBef>
                <a:spcPct val="1"/>
              </a:spcBef>
              <a:buNone/>
              <a:defRPr lang="en-US" sz="4400" b="true" i="false" kern="1200" spc="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j-cs"/>
              </a:defRPr>
            </a:lvl1pPr>
          </a:lstStyle>
          <a:p>
            <a:pPr/>
            <a:r>
              <a:rPr lang="en-US" noProof="false" err="true"/>
              <a:t>请输入标题</a:t>
            </a:r>
            <a:br>
              <a:rPr lang="en-US" noProof="false"/>
            </a:br>
            <a:r>
              <a:rPr lang="en-US" noProof="false" err="true"/>
              <a:t>请输入标题</a:t>
            </a:r>
            <a:endParaRPr lang="en-US" noProof="false"/>
          </a:p>
        </p:txBody>
      </p:sp>
      <p:sp>
        <p:nvSpPr>
          <p:cNvPr id="1898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/>
            <a:fld id="{61618D03-50A5-4FC1-A1FF-1ED14B2283ED}" type="slidenum">
              <a:rPr lang="en-US" smtClean="false"/>
              <a:t/>
            </a:fld>
            <a:endParaRPr lang="en-US"/>
          </a:p>
        </p:txBody>
      </p:sp>
      <p:sp>
        <p:nvSpPr>
          <p:cNvPr id="1899" name="Text Placeholder 9"/>
          <p:cNvSpPr>
            <a:spLocks noGrp="true"/>
          </p:cNvSpPr>
          <p:nvPr>
            <p:ph type="body" sz="quarter" idx="12" hasCustomPrompt="true"/>
          </p:nvPr>
        </p:nvSpPr>
        <p:spPr>
          <a:xfrm>
            <a:off x="5039360" y="1081831"/>
            <a:ext cx="2092960" cy="2519996"/>
          </a:xfrm>
        </p:spPr>
        <p:txBody>
          <a:bodyPr/>
          <a:lstStyle>
            <a:lvl1pPr marL="0" indent="0" algn="ctr">
              <a:buNone/>
              <a:defRPr sz="23000" b="true" i="false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 noProof="false"/>
              <a:t>1</a:t>
            </a:r>
            <a:endParaRPr lang="en-US" noProof="false"/>
          </a:p>
        </p:txBody>
      </p:sp>
      <p:sp>
        <p:nvSpPr>
          <p:cNvPr id="1900" name="Text Placeholder 8"/>
          <p:cNvSpPr>
            <a:spLocks noGrp="true"/>
          </p:cNvSpPr>
          <p:nvPr>
            <p:ph type="body" sz="quarter" idx="23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noProof="false" err="true"/>
              <a:t>来源</a:t>
            </a:r>
            <a:r>
              <a:rPr lang="zh-CN" altLang="en-US" noProof="false"/>
              <a:t>：</a:t>
            </a:r>
            <a:endParaRPr lang="en-US" noProof="false"/>
          </a:p>
        </p:txBody>
      </p:sp>
    </p:spTree>
  </p:cSld>
  <p:clrMapOvr>
    <a:masterClrMapping/>
  </p:clrMapOvr>
</p:sldLayout>
</file>

<file path=ppt/slideLayouts/slideLayout240.xml><?xml version="1.0" encoding="utf-8"?>
<p:sldLayout xmlns:a="http://schemas.openxmlformats.org/drawingml/2006/main" xmlns:p="http://schemas.openxmlformats.org/presentationml/2006/main">
  <p:cSld name="1_Feature Columns 2 number">
    <p:bg>
      <p:bgPr>
        <a:solidFill>
          <a:schemeClr val="tx1"/>
        </a:solidFill>
        <a:effectLst/>
      </p:bgPr>
    </p:bg>
    <p:spTree>
      <p:nvGrpSpPr>
        <p:cNvPr id="19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2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/>
            <a:fld id="{61618D03-50A5-4FC1-A1FF-1ED14B2283ED}" type="slidenum">
              <a:rPr lang="en-US" smtClean="false"/>
              <a:t/>
            </a:fld>
            <a:endParaRPr lang="en-US"/>
          </a:p>
        </p:txBody>
      </p:sp>
      <p:sp>
        <p:nvSpPr>
          <p:cNvPr id="1903" name="Text Placeholder 9"/>
          <p:cNvSpPr>
            <a:spLocks noGrp="true"/>
          </p:cNvSpPr>
          <p:nvPr>
            <p:ph type="body" sz="quarter" idx="12" hasCustomPrompt="true"/>
          </p:nvPr>
        </p:nvSpPr>
        <p:spPr>
          <a:xfrm>
            <a:off x="3277032" y="1667537"/>
            <a:ext cx="2092960" cy="1932190"/>
          </a:xfrm>
        </p:spPr>
        <p:txBody>
          <a:bodyPr/>
          <a:lstStyle>
            <a:lvl1pPr marL="0" indent="0" algn="ctr">
              <a:buNone/>
              <a:defRPr sz="16000" b="true" i="false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 noProof="false"/>
              <a:t>1</a:t>
            </a:r>
            <a:endParaRPr lang="en-US" noProof="false"/>
          </a:p>
        </p:txBody>
      </p:sp>
      <p:sp>
        <p:nvSpPr>
          <p:cNvPr id="1904" name="Text Placeholder 9"/>
          <p:cNvSpPr>
            <a:spLocks noGrp="true"/>
          </p:cNvSpPr>
          <p:nvPr>
            <p:ph type="body" sz="quarter" idx="17" hasCustomPrompt="true"/>
          </p:nvPr>
        </p:nvSpPr>
        <p:spPr>
          <a:xfrm>
            <a:off x="2673752" y="3958542"/>
            <a:ext cx="3327560" cy="752354"/>
          </a:xfr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2800" b="true" i="false" spc="-50" baseline="0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</a:defRPr>
            </a:lvl1pPr>
            <a:lvl2pPr marL="0" indent="0" algn="ctr">
              <a:spcBef>
                <a:spcPts val="1200"/>
              </a:spcBef>
              <a:buNone/>
              <a:defRPr sz="1200"/>
            </a:lvl2pPr>
          </a:lstStyle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CN" noProof="false" err="true"/>
              <a:t>请输入标题</a:t>
            </a:r>
            <a:br>
              <a:rPr lang="en-US" altLang="zh-CN" noProof="false"/>
            </a:br>
            <a:r>
              <a:rPr lang="en-US" altLang="zh-CN" noProof="false" err="true"/>
              <a:t>请输入标题</a:t>
            </a:r>
            <a:endParaRPr lang="en-US" altLang="zh-CN" noProof="false"/>
          </a:p>
        </p:txBody>
      </p:sp>
      <p:sp>
        <p:nvSpPr>
          <p:cNvPr id="1905" name="Text Placeholder 9"/>
          <p:cNvSpPr>
            <a:spLocks noGrp="true"/>
          </p:cNvSpPr>
          <p:nvPr>
            <p:ph type="body" sz="quarter" idx="18" hasCustomPrompt="true"/>
          </p:nvPr>
        </p:nvSpPr>
        <p:spPr>
          <a:xfrm>
            <a:off x="6793968" y="1667537"/>
            <a:ext cx="2092960" cy="1932190"/>
          </a:xfrm>
        </p:spPr>
        <p:txBody>
          <a:bodyPr/>
          <a:lstStyle>
            <a:lvl1pPr marL="0" indent="0" algn="ctr">
              <a:buNone/>
              <a:defRPr lang="en-US" sz="16000" b="true" i="false" kern="1200" noProof="false" dirty="false">
                <a:solidFill>
                  <a:schemeClr val="accent2"/>
                </a:solidFill>
                <a:latin typeface="+mj-lt"/>
                <a:ea typeface="Noto Sans S Chinese Regular" panose="020B0500000000000000" pitchFamily="34" charset="-128"/>
                <a:cs typeface="+mn-cs"/>
              </a:defRPr>
            </a:lvl1pPr>
          </a:lstStyle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noProof="false"/>
              <a:t>2</a:t>
            </a:r>
            <a:endParaRPr lang="en-US" noProof="false"/>
          </a:p>
        </p:txBody>
      </p:sp>
      <p:sp>
        <p:nvSpPr>
          <p:cNvPr id="1906" name="Text Placeholder 8"/>
          <p:cNvSpPr>
            <a:spLocks noGrp="true"/>
          </p:cNvSpPr>
          <p:nvPr>
            <p:ph type="body" sz="quarter" idx="23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noProof="false" err="true"/>
              <a:t>来源</a:t>
            </a:r>
            <a:r>
              <a:rPr lang="zh-CN" altLang="en-US" noProof="false"/>
              <a:t>“</a:t>
            </a:r>
            <a:endParaRPr lang="en-US" noProof="false"/>
          </a:p>
        </p:txBody>
      </p:sp>
      <p:sp>
        <p:nvSpPr>
          <p:cNvPr id="1907" name="Text Placeholder 7"/>
          <p:cNvSpPr>
            <a:spLocks noGrp="true"/>
          </p:cNvSpPr>
          <p:nvPr>
            <p:ph type="body" sz="quarter" idx="26" hasCustomPrompt="true"/>
          </p:nvPr>
        </p:nvSpPr>
        <p:spPr>
          <a:xfrm>
            <a:off x="2673752" y="4884516"/>
            <a:ext cx="3327560" cy="1165398"/>
          </a:xfrm>
        </p:spPr>
        <p:txBody>
          <a:bodyPr/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false" err="true"/>
              <a:t>请输入正文内容</a:t>
            </a:r>
            <a:endParaRPr lang="en-US" altLang="zh-CN" noProof="false"/>
          </a:p>
        </p:txBody>
      </p:sp>
      <p:sp>
        <p:nvSpPr>
          <p:cNvPr id="1908" name="Text Placeholder 9"/>
          <p:cNvSpPr>
            <a:spLocks noGrp="true"/>
          </p:cNvSpPr>
          <p:nvPr>
            <p:ph type="body" sz="quarter" idx="27" hasCustomPrompt="true"/>
          </p:nvPr>
        </p:nvSpPr>
        <p:spPr>
          <a:xfrm>
            <a:off x="6192074" y="3958542"/>
            <a:ext cx="3327560" cy="752354"/>
          </a:xfr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2800" b="true" i="false" spc="-50" baseline="0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</a:defRPr>
            </a:lvl1pPr>
            <a:lvl2pPr marL="0" indent="0" algn="ctr">
              <a:spcBef>
                <a:spcPts val="1200"/>
              </a:spcBef>
              <a:buNone/>
              <a:defRPr sz="1200"/>
            </a:lvl2pPr>
          </a:lstStyle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CN" noProof="false" err="true"/>
              <a:t>请输入标题</a:t>
            </a:r>
            <a:br>
              <a:rPr lang="en-US" altLang="zh-CN" noProof="false"/>
            </a:br>
            <a:r>
              <a:rPr lang="en-US" altLang="zh-CN" noProof="false" err="true"/>
              <a:t>请输入标题</a:t>
            </a:r>
            <a:endParaRPr lang="en-US" altLang="zh-CN" noProof="false"/>
          </a:p>
        </p:txBody>
      </p:sp>
      <p:sp>
        <p:nvSpPr>
          <p:cNvPr id="1909" name="Text Placeholder 7"/>
          <p:cNvSpPr>
            <a:spLocks noGrp="true"/>
          </p:cNvSpPr>
          <p:nvPr>
            <p:ph type="body" sz="quarter" idx="28" hasCustomPrompt="true"/>
          </p:nvPr>
        </p:nvSpPr>
        <p:spPr>
          <a:xfrm>
            <a:off x="6192074" y="4884516"/>
            <a:ext cx="3327560" cy="1165398"/>
          </a:xfrm>
        </p:spPr>
        <p:txBody>
          <a:bodyPr/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false" err="true"/>
              <a:t>请输入正文内容</a:t>
            </a:r>
            <a:endParaRPr lang="en-US" altLang="zh-CN" noProof="false"/>
          </a:p>
        </p:txBody>
      </p:sp>
    </p:spTree>
  </p:cSld>
  <p:clrMapOvr>
    <a:masterClrMapping/>
  </p:clrMapOvr>
</p:sldLayout>
</file>

<file path=ppt/slideLayouts/slideLayout241.xml><?xml version="1.0" encoding="utf-8"?>
<p:sldLayout xmlns:a="http://schemas.openxmlformats.org/drawingml/2006/main" xmlns:p="http://schemas.openxmlformats.org/presentationml/2006/main">
  <p:cSld name="1_Feature Columns 3 number">
    <p:bg>
      <p:bgPr>
        <a:solidFill>
          <a:schemeClr val="tx1"/>
        </a:solidFill>
        <a:effectLst/>
      </p:bgPr>
    </p:bg>
    <p:spTree>
      <p:nvGrpSpPr>
        <p:cNvPr id="19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1" name="Text Placeholder 9"/>
          <p:cNvSpPr>
            <a:spLocks noGrp="true"/>
          </p:cNvSpPr>
          <p:nvPr>
            <p:ph type="body" sz="quarter" idx="12" hasCustomPrompt="true"/>
          </p:nvPr>
        </p:nvSpPr>
        <p:spPr>
          <a:xfrm>
            <a:off x="1234574" y="1667537"/>
            <a:ext cx="2092960" cy="1932190"/>
          </a:xfrm>
        </p:spPr>
        <p:txBody>
          <a:bodyPr/>
          <a:lstStyle>
            <a:lvl1pPr marL="0" indent="0" algn="ctr">
              <a:buNone/>
              <a:defRPr sz="16000" b="true" i="false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 noProof="false"/>
              <a:t>1</a:t>
            </a:r>
            <a:endParaRPr lang="en-US" noProof="false"/>
          </a:p>
        </p:txBody>
      </p:sp>
      <p:sp>
        <p:nvSpPr>
          <p:cNvPr id="1932" name="Text Placeholder 9"/>
          <p:cNvSpPr>
            <a:spLocks noGrp="true"/>
          </p:cNvSpPr>
          <p:nvPr>
            <p:ph type="body" sz="quarter" idx="18" hasCustomPrompt="true"/>
          </p:nvPr>
        </p:nvSpPr>
        <p:spPr>
          <a:xfrm>
            <a:off x="5049507" y="1667537"/>
            <a:ext cx="2092960" cy="1932190"/>
          </a:xfrm>
        </p:spPr>
        <p:txBody>
          <a:bodyPr/>
          <a:lstStyle>
            <a:lvl1pPr marL="0" indent="0" algn="ctr">
              <a:buNone/>
              <a:defRPr lang="en-US" sz="16000" b="true" i="false" kern="1200" noProof="false" dirty="false">
                <a:solidFill>
                  <a:schemeClr val="accent2"/>
                </a:solidFill>
                <a:latin typeface="+mj-lt"/>
                <a:ea typeface="Noto Sans S Chinese Regular" panose="020B0500000000000000" pitchFamily="34" charset="-128"/>
                <a:cs typeface="+mn-cs"/>
              </a:defRPr>
            </a:lvl1pPr>
          </a:lstStyle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noProof="false"/>
              <a:t>2</a:t>
            </a:r>
            <a:endParaRPr lang="en-US" noProof="false"/>
          </a:p>
        </p:txBody>
      </p:sp>
      <p:sp>
        <p:nvSpPr>
          <p:cNvPr id="1933" name="Text Placeholder 9"/>
          <p:cNvSpPr>
            <a:spLocks noGrp="true"/>
          </p:cNvSpPr>
          <p:nvPr>
            <p:ph type="body" sz="quarter" idx="20" hasCustomPrompt="true"/>
          </p:nvPr>
        </p:nvSpPr>
        <p:spPr>
          <a:xfrm>
            <a:off x="8864394" y="1663679"/>
            <a:ext cx="2092960" cy="1932190"/>
          </a:xfrm>
        </p:spPr>
        <p:txBody>
          <a:bodyPr/>
          <a:lstStyle>
            <a:lvl1pPr marL="0" indent="0" algn="ctr">
              <a:buNone/>
              <a:defRPr lang="en-US" sz="16000" b="true" i="false" kern="1200" noProof="false" dirty="false">
                <a:solidFill>
                  <a:schemeClr val="accent2"/>
                </a:solidFill>
                <a:latin typeface="+mj-lt"/>
                <a:ea typeface="Noto Sans S Chinese Regular" panose="020B0500000000000000" pitchFamily="34" charset="-128"/>
                <a:cs typeface="+mn-cs"/>
              </a:defRPr>
            </a:lvl1pPr>
          </a:lstStyle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noProof="false"/>
              <a:t>3</a:t>
            </a:r>
            <a:endParaRPr lang="en-US" noProof="false"/>
          </a:p>
        </p:txBody>
      </p:sp>
      <p:sp>
        <p:nvSpPr>
          <p:cNvPr id="1934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/>
            <a:fld id="{61618D03-50A5-4FC1-A1FF-1ED14B2283ED}" type="slidenum">
              <a:rPr lang="en-US" smtClean="false"/>
              <a:t/>
            </a:fld>
            <a:endParaRPr lang="en-US"/>
          </a:p>
        </p:txBody>
      </p:sp>
      <p:sp>
        <p:nvSpPr>
          <p:cNvPr id="1935" name="Text Placeholder 9"/>
          <p:cNvSpPr>
            <a:spLocks noGrp="true"/>
          </p:cNvSpPr>
          <p:nvPr>
            <p:ph type="body" sz="quarter" idx="17" hasCustomPrompt="true"/>
          </p:nvPr>
        </p:nvSpPr>
        <p:spPr>
          <a:xfrm>
            <a:off x="625033" y="3958542"/>
            <a:ext cx="3327560" cy="756212"/>
          </a:xfrm>
        </p:spPr>
        <p:txBody>
          <a:bodyPr/>
          <a:lstStyle>
            <a:lvl1pPr marL="0" indent="0" algn="ctr">
              <a:lnSpc>
                <a:spcPct val="80000"/>
              </a:lnSpc>
              <a:buNone/>
              <a:defRPr lang="en-US" altLang="zh-CN" sz="2800" b="true" i="false" kern="1200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  <a:lvl2pPr marL="0" indent="0" algn="ctr">
              <a:spcBef>
                <a:spcPts val="1200"/>
              </a:spcBef>
              <a:buNone/>
              <a:defRPr sz="1200"/>
            </a:lvl2pPr>
          </a:lstStyle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CN" noProof="false" err="true"/>
              <a:t>请输入标题</a:t>
            </a:r>
            <a:br>
              <a:rPr lang="en-US" altLang="zh-CN" noProof="false"/>
            </a:br>
            <a:r>
              <a:rPr lang="en-US" altLang="zh-CN" noProof="false" err="true"/>
              <a:t>请输入标题</a:t>
            </a:r>
            <a:endParaRPr lang="en-US" altLang="zh-CN" noProof="false"/>
          </a:p>
        </p:txBody>
      </p:sp>
      <p:sp>
        <p:nvSpPr>
          <p:cNvPr id="1936" name="Text Placeholder 9"/>
          <p:cNvSpPr>
            <a:spLocks noGrp="true"/>
          </p:cNvSpPr>
          <p:nvPr>
            <p:ph type="body" sz="quarter" idx="19" hasCustomPrompt="true"/>
          </p:nvPr>
        </p:nvSpPr>
        <p:spPr>
          <a:xfrm>
            <a:off x="4439966" y="3958542"/>
            <a:ext cx="3327560" cy="756212"/>
          </a:xfrm>
        </p:spPr>
        <p:txBody>
          <a:bodyPr/>
          <a:lstStyle>
            <a:lvl1pPr marL="0" indent="0" algn="ctr">
              <a:lnSpc>
                <a:spcPct val="80000"/>
              </a:lnSpc>
              <a:buNone/>
              <a:defRPr lang="en-US" altLang="zh-CN" sz="2800" b="true" i="false" kern="1200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  <a:lvl2pPr marL="0" indent="0" algn="ctr">
              <a:spcBef>
                <a:spcPts val="1200"/>
              </a:spcBef>
              <a:buNone/>
              <a:defRPr sz="1200"/>
            </a:lvl2pPr>
          </a:lstStyle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CN" noProof="false" err="true"/>
              <a:t>请输入标题</a:t>
            </a:r>
            <a:br>
              <a:rPr lang="en-US" altLang="zh-CN" noProof="false"/>
            </a:br>
            <a:r>
              <a:rPr lang="en-US" altLang="zh-CN" noProof="false" err="true"/>
              <a:t>请输入标题</a:t>
            </a:r>
            <a:endParaRPr lang="en-US" altLang="zh-CN" noProof="false"/>
          </a:p>
        </p:txBody>
      </p:sp>
      <p:sp>
        <p:nvSpPr>
          <p:cNvPr id="1937" name="Text Placeholder 9"/>
          <p:cNvSpPr>
            <a:spLocks noGrp="true"/>
          </p:cNvSpPr>
          <p:nvPr>
            <p:ph type="body" sz="quarter" idx="21" hasCustomPrompt="true"/>
          </p:nvPr>
        </p:nvSpPr>
        <p:spPr>
          <a:xfrm>
            <a:off x="8254853" y="3954684"/>
            <a:ext cx="3327560" cy="756212"/>
          </a:xfrm>
        </p:spPr>
        <p:txBody>
          <a:bodyPr/>
          <a:lstStyle>
            <a:lvl1pPr marL="0" indent="0" algn="ctr">
              <a:lnSpc>
                <a:spcPct val="80000"/>
              </a:lnSpc>
              <a:buNone/>
              <a:defRPr lang="en-US" altLang="zh-CN" sz="2800" b="true" i="false" kern="1200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  <a:lvl2pPr marL="0" indent="0" algn="ctr">
              <a:spcBef>
                <a:spcPts val="1200"/>
              </a:spcBef>
              <a:buNone/>
              <a:defRPr sz="1200"/>
            </a:lvl2pPr>
          </a:lstStyle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CN" noProof="false" err="true"/>
              <a:t>请输入标题</a:t>
            </a:r>
            <a:br>
              <a:rPr lang="en-US" altLang="zh-CN" noProof="false"/>
            </a:br>
            <a:r>
              <a:rPr lang="en-US" altLang="zh-CN" noProof="false" err="true"/>
              <a:t>请输入标题</a:t>
            </a:r>
            <a:endParaRPr lang="en-US" altLang="zh-CN" noProof="false"/>
          </a:p>
        </p:txBody>
      </p:sp>
      <p:sp>
        <p:nvSpPr>
          <p:cNvPr id="1938" name="Text Placeholder 8"/>
          <p:cNvSpPr>
            <a:spLocks noGrp="true"/>
          </p:cNvSpPr>
          <p:nvPr>
            <p:ph type="body" sz="quarter" idx="23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noProof="false" err="true"/>
              <a:t>来源</a:t>
            </a:r>
            <a:r>
              <a:rPr lang="zh-CN" altLang="en-US" noProof="false"/>
              <a:t>：</a:t>
            </a:r>
            <a:endParaRPr lang="en-US" noProof="false"/>
          </a:p>
        </p:txBody>
      </p:sp>
      <p:sp>
        <p:nvSpPr>
          <p:cNvPr id="1939" name="Text Placeholder 7"/>
          <p:cNvSpPr>
            <a:spLocks noGrp="true"/>
          </p:cNvSpPr>
          <p:nvPr>
            <p:ph type="body" sz="quarter" idx="26" hasCustomPrompt="true"/>
          </p:nvPr>
        </p:nvSpPr>
        <p:spPr>
          <a:xfrm>
            <a:off x="625033" y="4884516"/>
            <a:ext cx="3327560" cy="1165398"/>
          </a:xfrm>
        </p:spPr>
        <p:txBody>
          <a:bodyPr/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false" err="true"/>
              <a:t>请输入正文内容</a:t>
            </a:r>
            <a:endParaRPr lang="en-US" noProof="false"/>
          </a:p>
        </p:txBody>
      </p:sp>
      <p:sp>
        <p:nvSpPr>
          <p:cNvPr id="1940" name="Text Placeholder 7"/>
          <p:cNvSpPr>
            <a:spLocks noGrp="true"/>
          </p:cNvSpPr>
          <p:nvPr>
            <p:ph type="body" sz="quarter" idx="27" hasCustomPrompt="true"/>
          </p:nvPr>
        </p:nvSpPr>
        <p:spPr>
          <a:xfrm>
            <a:off x="4439966" y="4884516"/>
            <a:ext cx="3327560" cy="1165398"/>
          </a:xfrm>
        </p:spPr>
        <p:txBody>
          <a:bodyPr/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false" err="true"/>
              <a:t>请输入正文内容</a:t>
            </a:r>
            <a:endParaRPr lang="en-US" altLang="zh-CN" noProof="false"/>
          </a:p>
        </p:txBody>
      </p:sp>
      <p:sp>
        <p:nvSpPr>
          <p:cNvPr id="1941" name="Text Placeholder 7"/>
          <p:cNvSpPr>
            <a:spLocks noGrp="true"/>
          </p:cNvSpPr>
          <p:nvPr>
            <p:ph type="body" sz="quarter" idx="28" hasCustomPrompt="true"/>
          </p:nvPr>
        </p:nvSpPr>
        <p:spPr>
          <a:xfrm>
            <a:off x="8254853" y="4884516"/>
            <a:ext cx="3327560" cy="1165398"/>
          </a:xfrm>
        </p:spPr>
        <p:txBody>
          <a:bodyPr/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false" err="true"/>
              <a:t>请输入正文内容</a:t>
            </a:r>
            <a:endParaRPr lang="en-US" altLang="zh-CN" noProof="false"/>
          </a:p>
        </p:txBody>
      </p:sp>
    </p:spTree>
  </p:cSld>
  <p:clrMapOvr>
    <a:masterClrMapping/>
  </p:clrMapOvr>
</p:sldLayout>
</file>

<file path=ppt/slideLayouts/slideLayout242.xml><?xml version="1.0" encoding="utf-8"?>
<p:sldLayout xmlns:a="http://schemas.openxmlformats.org/drawingml/2006/main" xmlns:p="http://schemas.openxmlformats.org/presentationml/2006/main">
  <p:cSld name="1_Feature Columns 4 number">
    <p:bg>
      <p:bgPr>
        <a:solidFill>
          <a:schemeClr val="tx1"/>
        </a:solidFill>
        <a:effectLst/>
      </p:bgPr>
    </p:bg>
    <p:spTree>
      <p:nvGrpSpPr>
        <p:cNvPr id="19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3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/>
            <a:fld id="{61618D03-50A5-4FC1-A1FF-1ED14B2283ED}" type="slidenum">
              <a:rPr lang="en-US" smtClean="false"/>
              <a:t/>
            </a:fld>
            <a:endParaRPr lang="en-US"/>
          </a:p>
        </p:txBody>
      </p:sp>
      <p:sp>
        <p:nvSpPr>
          <p:cNvPr id="1944" name="Text Placeholder 9"/>
          <p:cNvSpPr>
            <a:spLocks noGrp="true"/>
          </p:cNvSpPr>
          <p:nvPr>
            <p:ph type="body" sz="quarter" idx="12" hasCustomPrompt="true"/>
          </p:nvPr>
        </p:nvSpPr>
        <p:spPr>
          <a:xfrm>
            <a:off x="772160" y="1667537"/>
            <a:ext cx="2092960" cy="1932190"/>
          </a:xfrm>
        </p:spPr>
        <p:txBody>
          <a:bodyPr/>
          <a:lstStyle>
            <a:lvl1pPr marL="0" indent="0" algn="ctr">
              <a:buNone/>
              <a:defRPr sz="16000" b="true" i="false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 noProof="false"/>
              <a:t>1</a:t>
            </a:r>
            <a:endParaRPr lang="en-US" noProof="false"/>
          </a:p>
        </p:txBody>
      </p:sp>
      <p:sp>
        <p:nvSpPr>
          <p:cNvPr id="1945" name="Text Placeholder 9"/>
          <p:cNvSpPr>
            <a:spLocks noGrp="true"/>
          </p:cNvSpPr>
          <p:nvPr>
            <p:ph type="body" sz="quarter" idx="18" hasCustomPrompt="true"/>
          </p:nvPr>
        </p:nvSpPr>
        <p:spPr>
          <a:xfrm>
            <a:off x="3637280" y="1667537"/>
            <a:ext cx="2092960" cy="1932190"/>
          </a:xfrm>
        </p:spPr>
        <p:txBody>
          <a:bodyPr/>
          <a:lstStyle>
            <a:lvl1pPr marL="0" indent="0" algn="ctr">
              <a:buNone/>
              <a:defRPr sz="16000" b="true" i="false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 noProof="false"/>
              <a:t>2</a:t>
            </a:r>
            <a:endParaRPr lang="en-US" noProof="false"/>
          </a:p>
        </p:txBody>
      </p:sp>
      <p:sp>
        <p:nvSpPr>
          <p:cNvPr id="1946" name="Text Placeholder 9"/>
          <p:cNvSpPr>
            <a:spLocks noGrp="true"/>
          </p:cNvSpPr>
          <p:nvPr>
            <p:ph type="body" sz="quarter" idx="20" hasCustomPrompt="true"/>
          </p:nvPr>
        </p:nvSpPr>
        <p:spPr>
          <a:xfrm>
            <a:off x="6502400" y="1667537"/>
            <a:ext cx="2092960" cy="1932190"/>
          </a:xfrm>
        </p:spPr>
        <p:txBody>
          <a:bodyPr/>
          <a:lstStyle>
            <a:lvl1pPr marL="0" indent="0" algn="ctr">
              <a:buNone/>
              <a:defRPr sz="16000" b="true" i="false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 noProof="false"/>
              <a:t>3</a:t>
            </a:r>
            <a:endParaRPr lang="en-US" noProof="false"/>
          </a:p>
        </p:txBody>
      </p:sp>
      <p:sp>
        <p:nvSpPr>
          <p:cNvPr id="1947" name="Text Placeholder 9"/>
          <p:cNvSpPr>
            <a:spLocks noGrp="true"/>
          </p:cNvSpPr>
          <p:nvPr>
            <p:ph type="body" sz="quarter" idx="22" hasCustomPrompt="true"/>
          </p:nvPr>
        </p:nvSpPr>
        <p:spPr>
          <a:xfrm>
            <a:off x="9367520" y="1667537"/>
            <a:ext cx="2092960" cy="1932190"/>
          </a:xfrm>
        </p:spPr>
        <p:txBody>
          <a:bodyPr/>
          <a:lstStyle>
            <a:lvl1pPr marL="0" indent="0" algn="ctr">
              <a:buNone/>
              <a:defRPr lang="en-US" sz="16000" b="true" i="false" kern="1200" noProof="false" dirty="false">
                <a:solidFill>
                  <a:schemeClr val="accent2"/>
                </a:solidFill>
                <a:latin typeface="+mj-lt"/>
                <a:ea typeface="Noto Sans S Chinese Regular" panose="020B0500000000000000" pitchFamily="34" charset="-128"/>
                <a:cs typeface="+mn-cs"/>
              </a:defRPr>
            </a:lvl1pPr>
          </a:lstStyle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noProof="false"/>
              <a:t>4</a:t>
            </a:r>
            <a:endParaRPr lang="en-US" noProof="false"/>
          </a:p>
        </p:txBody>
      </p:sp>
      <p:sp>
        <p:nvSpPr>
          <p:cNvPr id="1948" name="Text Placeholder 8"/>
          <p:cNvSpPr>
            <a:spLocks noGrp="true"/>
          </p:cNvSpPr>
          <p:nvPr>
            <p:ph type="body" sz="quarter" idx="24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noProof="false" err="true"/>
              <a:t>来源</a:t>
            </a:r>
            <a:r>
              <a:rPr lang="zh-CN" altLang="en-US" noProof="false"/>
              <a:t>：</a:t>
            </a:r>
            <a:endParaRPr lang="en-US" noProof="false"/>
          </a:p>
        </p:txBody>
      </p:sp>
      <p:sp>
        <p:nvSpPr>
          <p:cNvPr id="1949" name="Text Placeholder 9"/>
          <p:cNvSpPr>
            <a:spLocks noGrp="true"/>
          </p:cNvSpPr>
          <p:nvPr>
            <p:ph type="body" sz="quarter" idx="25" hasCustomPrompt="true"/>
          </p:nvPr>
        </p:nvSpPr>
        <p:spPr>
          <a:xfrm>
            <a:off x="625033" y="3958542"/>
            <a:ext cx="2372167" cy="756212"/>
          </a:xfr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lang="en-US" altLang="zh-CN" sz="2800" b="true" i="false" kern="1200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  <a:lvl2pPr marL="0" indent="0" algn="ctr">
              <a:spcBef>
                <a:spcPts val="1200"/>
              </a:spcBef>
              <a:buNone/>
              <a:defRPr sz="1200"/>
            </a:lvl2pPr>
          </a:lstStyle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noProof="false" err="true"/>
              <a:t>请输入标题</a:t>
            </a:r>
            <a:endParaRPr lang="en-US" noProof="false"/>
          </a:p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noProof="false" err="true"/>
              <a:t>请输入标题</a:t>
            </a:r>
            <a:endParaRPr lang="en-US" noProof="false"/>
          </a:p>
        </p:txBody>
      </p:sp>
      <p:sp>
        <p:nvSpPr>
          <p:cNvPr id="1950" name="Text Placeholder 7"/>
          <p:cNvSpPr>
            <a:spLocks noGrp="true"/>
          </p:cNvSpPr>
          <p:nvPr>
            <p:ph type="body" sz="quarter" idx="26" hasCustomPrompt="true"/>
          </p:nvPr>
        </p:nvSpPr>
        <p:spPr>
          <a:xfrm>
            <a:off x="625033" y="4884516"/>
            <a:ext cx="2372167" cy="1165398"/>
          </a:xfrm>
        </p:spPr>
        <p:txBody>
          <a:bodyPr/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false" err="true"/>
              <a:t>请输入正文内容</a:t>
            </a:r>
            <a:endParaRPr lang="en-US" noProof="false"/>
          </a:p>
        </p:txBody>
      </p:sp>
      <p:sp>
        <p:nvSpPr>
          <p:cNvPr id="1951" name="Text Placeholder 9"/>
          <p:cNvSpPr>
            <a:spLocks noGrp="true"/>
          </p:cNvSpPr>
          <p:nvPr>
            <p:ph type="body" sz="quarter" idx="27" hasCustomPrompt="true"/>
          </p:nvPr>
        </p:nvSpPr>
        <p:spPr>
          <a:xfrm>
            <a:off x="3505200" y="3958542"/>
            <a:ext cx="2372167" cy="756212"/>
          </a:xfr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lang="en-US" altLang="zh-CN" sz="2800" b="true" i="false" kern="1200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  <a:lvl2pPr marL="0" indent="0" algn="ctr">
              <a:spcBef>
                <a:spcPts val="1200"/>
              </a:spcBef>
              <a:buNone/>
              <a:defRPr sz="1200"/>
            </a:lvl2pPr>
          </a:lstStyle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CN" noProof="false" err="true"/>
              <a:t>请输入标题</a:t>
            </a:r>
            <a:endParaRPr lang="en-US" altLang="zh-CN" noProof="false"/>
          </a:p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CN" noProof="false" err="true"/>
              <a:t>请输入标题</a:t>
            </a:r>
            <a:endParaRPr lang="en-US" altLang="zh-CN" noProof="false"/>
          </a:p>
        </p:txBody>
      </p:sp>
      <p:sp>
        <p:nvSpPr>
          <p:cNvPr id="1952" name="Text Placeholder 7"/>
          <p:cNvSpPr>
            <a:spLocks noGrp="true"/>
          </p:cNvSpPr>
          <p:nvPr>
            <p:ph type="body" sz="quarter" idx="28" hasCustomPrompt="true"/>
          </p:nvPr>
        </p:nvSpPr>
        <p:spPr>
          <a:xfrm>
            <a:off x="3505200" y="4884516"/>
            <a:ext cx="2372167" cy="1165398"/>
          </a:xfrm>
        </p:spPr>
        <p:txBody>
          <a:bodyPr/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false" err="true"/>
              <a:t>请输入正文内容</a:t>
            </a:r>
            <a:endParaRPr lang="en-US" altLang="zh-CN" noProof="false"/>
          </a:p>
        </p:txBody>
      </p:sp>
      <p:sp>
        <p:nvSpPr>
          <p:cNvPr id="1953" name="Text Placeholder 9"/>
          <p:cNvSpPr>
            <a:spLocks noGrp="true"/>
          </p:cNvSpPr>
          <p:nvPr>
            <p:ph type="body" sz="quarter" idx="29" hasCustomPrompt="true"/>
          </p:nvPr>
        </p:nvSpPr>
        <p:spPr>
          <a:xfrm>
            <a:off x="6355273" y="3958542"/>
            <a:ext cx="2372167" cy="756212"/>
          </a:xfr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lang="en-US" altLang="zh-CN" sz="2800" b="true" i="false" kern="1200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  <a:lvl2pPr marL="0" indent="0" algn="ctr">
              <a:spcBef>
                <a:spcPts val="1200"/>
              </a:spcBef>
              <a:buNone/>
              <a:defRPr sz="1200"/>
            </a:lvl2pPr>
          </a:lstStyle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CN" noProof="false" err="true"/>
              <a:t>请输入标题</a:t>
            </a:r>
            <a:endParaRPr lang="en-US" altLang="zh-CN" noProof="false"/>
          </a:p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CN" noProof="false" err="true"/>
              <a:t>请输入标题</a:t>
            </a:r>
            <a:endParaRPr lang="en-US" altLang="zh-CN" noProof="false"/>
          </a:p>
        </p:txBody>
      </p:sp>
      <p:sp>
        <p:nvSpPr>
          <p:cNvPr id="1954" name="Text Placeholder 7"/>
          <p:cNvSpPr>
            <a:spLocks noGrp="true"/>
          </p:cNvSpPr>
          <p:nvPr>
            <p:ph type="body" sz="quarter" idx="30" hasCustomPrompt="true"/>
          </p:nvPr>
        </p:nvSpPr>
        <p:spPr>
          <a:xfrm>
            <a:off x="6355273" y="4884516"/>
            <a:ext cx="2372167" cy="1165398"/>
          </a:xfrm>
        </p:spPr>
        <p:txBody>
          <a:bodyPr/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false" err="true"/>
              <a:t>请输入正文内容</a:t>
            </a:r>
            <a:endParaRPr lang="en-US" altLang="zh-CN" noProof="false"/>
          </a:p>
        </p:txBody>
      </p:sp>
      <p:sp>
        <p:nvSpPr>
          <p:cNvPr id="1955" name="Text Placeholder 9"/>
          <p:cNvSpPr>
            <a:spLocks noGrp="true"/>
          </p:cNvSpPr>
          <p:nvPr>
            <p:ph type="body" sz="quarter" idx="31" hasCustomPrompt="true"/>
          </p:nvPr>
        </p:nvSpPr>
        <p:spPr>
          <a:xfrm>
            <a:off x="9220393" y="3958542"/>
            <a:ext cx="2372167" cy="756212"/>
          </a:xfr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lang="en-US" altLang="zh-CN" sz="2800" b="true" i="false" kern="1200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  <a:lvl2pPr marL="0" indent="0" algn="ctr">
              <a:spcBef>
                <a:spcPts val="1200"/>
              </a:spcBef>
              <a:buNone/>
              <a:defRPr sz="1200"/>
            </a:lvl2pPr>
          </a:lstStyle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CN" noProof="false" err="true"/>
              <a:t>请输入标题</a:t>
            </a:r>
            <a:endParaRPr lang="en-US" altLang="zh-CN" noProof="false"/>
          </a:p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CN" noProof="false" err="true"/>
              <a:t>请输入标题</a:t>
            </a:r>
            <a:endParaRPr lang="en-US" altLang="zh-CN" noProof="false"/>
          </a:p>
        </p:txBody>
      </p:sp>
      <p:sp>
        <p:nvSpPr>
          <p:cNvPr id="1956" name="Text Placeholder 7"/>
          <p:cNvSpPr>
            <a:spLocks noGrp="true"/>
          </p:cNvSpPr>
          <p:nvPr>
            <p:ph type="body" sz="quarter" idx="32" hasCustomPrompt="true"/>
          </p:nvPr>
        </p:nvSpPr>
        <p:spPr>
          <a:xfrm>
            <a:off x="9220393" y="4884516"/>
            <a:ext cx="2372167" cy="1165398"/>
          </a:xfrm>
        </p:spPr>
        <p:txBody>
          <a:bodyPr/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false" err="true"/>
              <a:t>请输入正文内容</a:t>
            </a:r>
            <a:endParaRPr lang="en-US" altLang="zh-CN" noProof="false"/>
          </a:p>
        </p:txBody>
      </p:sp>
    </p:spTree>
  </p:cSld>
  <p:clrMapOvr>
    <a:masterClrMapping/>
  </p:clrMapOvr>
</p:sldLayout>
</file>

<file path=ppt/slideLayouts/slideLayout243.xml><?xml version="1.0" encoding="utf-8"?>
<p:sldLayout xmlns:a="http://schemas.openxmlformats.org/drawingml/2006/main" xmlns:p="http://schemas.openxmlformats.org/presentationml/2006/main">
  <p:cSld name="4_Feature Columns 3 yellow background">
    <p:spTree>
      <p:nvGrpSpPr>
        <p:cNvPr id="19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8" name="Rectangle: Rounded Corners 7"/>
          <p:cNvSpPr/>
          <p:nvPr userDrawn="true"/>
        </p:nvSpPr>
        <p:spPr>
          <a:xfrm>
            <a:off x="498476" y="1735359"/>
            <a:ext cx="3563938" cy="2065250"/>
          </a:xfrm>
          <a:prstGeom prst="roundRect">
            <a:avLst>
              <a:gd name="adj" fmla="val 4485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 lang="en-US" b="false" i="false" noProof="false">
              <a:latin typeface="Noto Sans S Chinese Regular" panose="020B0500000000000000" pitchFamily="34" charset="-128"/>
            </a:endParaRPr>
          </a:p>
        </p:txBody>
      </p:sp>
      <p:sp>
        <p:nvSpPr>
          <p:cNvPr id="1959" name="Rectangle: Rounded Corners 15"/>
          <p:cNvSpPr/>
          <p:nvPr userDrawn="true"/>
        </p:nvSpPr>
        <p:spPr>
          <a:xfrm>
            <a:off x="4314825" y="1735358"/>
            <a:ext cx="3563938" cy="2065251"/>
          </a:xfrm>
          <a:prstGeom prst="roundRect">
            <a:avLst>
              <a:gd name="adj" fmla="val 4485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 lang="en-US" b="false" i="false" noProof="false">
              <a:latin typeface="Noto Sans S Chinese Regular" panose="020B0500000000000000" pitchFamily="34" charset="-128"/>
            </a:endParaRPr>
          </a:p>
        </p:txBody>
      </p:sp>
      <p:sp>
        <p:nvSpPr>
          <p:cNvPr id="1960" name="Rectangle: Rounded Corners 19"/>
          <p:cNvSpPr/>
          <p:nvPr userDrawn="true"/>
        </p:nvSpPr>
        <p:spPr>
          <a:xfrm>
            <a:off x="8131175" y="1735358"/>
            <a:ext cx="3563938" cy="2065251"/>
          </a:xfrm>
          <a:prstGeom prst="roundRect">
            <a:avLst>
              <a:gd name="adj" fmla="val 4485"/>
            </a:avLst>
          </a:prstGeom>
          <a:solidFill>
            <a:srgbClr val="F976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 lang="en-US" b="false" i="false" noProof="false">
              <a:latin typeface="Noto Sans S Chinese Regular" panose="020B0500000000000000" pitchFamily="34" charset="-128"/>
            </a:endParaRPr>
          </a:p>
        </p:txBody>
      </p:sp>
      <p:sp>
        <p:nvSpPr>
          <p:cNvPr id="1961" name="Rectangle: Rounded Corners 11"/>
          <p:cNvSpPr/>
          <p:nvPr userDrawn="true"/>
        </p:nvSpPr>
        <p:spPr>
          <a:xfrm>
            <a:off x="498476" y="4065143"/>
            <a:ext cx="3563938" cy="2065250"/>
          </a:xfrm>
          <a:prstGeom prst="roundRect">
            <a:avLst>
              <a:gd name="adj" fmla="val 4485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 lang="en-US" b="false" i="false" noProof="false">
              <a:latin typeface="Noto Sans S Chinese Regular" panose="020B0500000000000000" pitchFamily="34" charset="-128"/>
            </a:endParaRPr>
          </a:p>
        </p:txBody>
      </p:sp>
      <p:sp>
        <p:nvSpPr>
          <p:cNvPr id="1962" name="Rectangle: Rounded Corners 12"/>
          <p:cNvSpPr/>
          <p:nvPr userDrawn="true"/>
        </p:nvSpPr>
        <p:spPr>
          <a:xfrm>
            <a:off x="4314825" y="4065142"/>
            <a:ext cx="3563938" cy="2065251"/>
          </a:xfrm>
          <a:prstGeom prst="roundRect">
            <a:avLst>
              <a:gd name="adj" fmla="val 4485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 lang="en-US" b="false" i="false" noProof="false">
              <a:latin typeface="Noto Sans S Chinese Regular" panose="020B0500000000000000" pitchFamily="34" charset="-128"/>
            </a:endParaRPr>
          </a:p>
        </p:txBody>
      </p:sp>
      <p:sp>
        <p:nvSpPr>
          <p:cNvPr id="1963" name="Rectangle: Rounded Corners 13"/>
          <p:cNvSpPr/>
          <p:nvPr userDrawn="true"/>
        </p:nvSpPr>
        <p:spPr>
          <a:xfrm>
            <a:off x="8131175" y="4065142"/>
            <a:ext cx="3563938" cy="2065251"/>
          </a:xfrm>
          <a:prstGeom prst="roundRect">
            <a:avLst>
              <a:gd name="adj" fmla="val 4485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 lang="en-US" b="false" i="false" noProof="false">
              <a:latin typeface="Noto Sans S Chinese Regular" panose="020B0500000000000000" pitchFamily="34" charset="-128"/>
            </a:endParaRPr>
          </a:p>
        </p:txBody>
      </p:sp>
      <p:sp>
        <p:nvSpPr>
          <p:cNvPr id="1964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/>
          <a:lstStyle/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1965" name="Title 11"/>
          <p:cNvSpPr>
            <a:spLocks noGrp="true"/>
          </p:cNvSpPr>
          <p:nvPr>
            <p:ph type="title" hasCustomPrompt="true"/>
          </p:nvPr>
        </p:nvSpPr>
        <p:spPr>
          <a:xfrm>
            <a:off x="498475" y="525784"/>
            <a:ext cx="11186160" cy="935991"/>
          </a:xfrm>
        </p:spPr>
        <p:txBody>
          <a:bodyPr/>
          <a:lstStyle>
            <a:lvl1pPr algn="ctr" defTabSz="914400" rtl="false" eaLnBrk="true" latinLnBrk="false" hangingPunct="true">
              <a:lnSpc>
                <a:spcPct val="90000"/>
              </a:lnSpc>
              <a:spcBef>
                <a:spcPct val="1"/>
              </a:spcBef>
              <a:buNone/>
              <a:defRPr lang="en-US" sz="3200" b="true" i="false" kern="1200" cap="none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j-cs"/>
              </a:defRPr>
            </a:lvl1pPr>
          </a:lstStyle>
          <a:p>
            <a:pPr/>
            <a:r>
              <a:rPr lang="en-US" altLang="zh-CN" noProof="false" err="true"/>
              <a:t>请输入标题</a:t>
            </a:r>
            <a:br>
              <a:rPr lang="en-US" altLang="zh-CN" noProof="false"/>
            </a:br>
            <a:r>
              <a:rPr lang="en-US" altLang="zh-CN" noProof="false" err="true"/>
              <a:t>请输入标题</a:t>
            </a:r>
            <a:endParaRPr lang="en-US" noProof="false"/>
          </a:p>
        </p:txBody>
      </p:sp>
      <p:sp>
        <p:nvSpPr>
          <p:cNvPr id="1966" name="Text Placeholder 8"/>
          <p:cNvSpPr>
            <a:spLocks noGrp="true"/>
          </p:cNvSpPr>
          <p:nvPr>
            <p:ph type="body" sz="quarter" idx="16" hasCustomPrompt="true"/>
          </p:nvPr>
        </p:nvSpPr>
        <p:spPr>
          <a:xfrm>
            <a:off x="496887" y="1932123"/>
            <a:ext cx="3563938" cy="820620"/>
          </a:xfrm>
        </p:spPr>
        <p:txBody>
          <a:bodyPr>
            <a:noAutofit/>
          </a:bodyPr>
          <a:lstStyle>
            <a:lvl1pPr marL="0" indent="0" algn="ctr">
              <a:buNone/>
              <a:defRPr sz="6000" b="true" i="false">
                <a:latin typeface="+mj-lt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false"/>
              <a:t>#$%</a:t>
            </a:r>
            <a:endParaRPr lang="en-US" noProof="false"/>
          </a:p>
        </p:txBody>
      </p:sp>
      <p:sp>
        <p:nvSpPr>
          <p:cNvPr id="1967" name="Text Placeholder 15"/>
          <p:cNvSpPr>
            <a:spLocks noGrp="true"/>
          </p:cNvSpPr>
          <p:nvPr>
            <p:ph type="body" sz="quarter" idx="23" hasCustomPrompt="true"/>
          </p:nvPr>
        </p:nvSpPr>
        <p:spPr>
          <a:xfrm>
            <a:off x="8500064" y="2774696"/>
            <a:ext cx="2841035" cy="820619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false" i="false">
                <a:latin typeface="Noto Sans S Chinese Regular" panose="020B0500000000000000" pitchFamily="34" charset="-128"/>
              </a:defRPr>
            </a:lvl1pPr>
          </a:lstStyle>
          <a:p>
            <a:pPr lvl="0"/>
            <a:r>
              <a:rPr lang="en-US" altLang="zh-CN" noProof="false" err="true"/>
              <a:t>请输入正文内容</a:t>
            </a:r>
            <a:endParaRPr lang="en-US" altLang="zh-CN" noProof="false"/>
          </a:p>
        </p:txBody>
      </p:sp>
      <p:sp>
        <p:nvSpPr>
          <p:cNvPr id="1968" name="Text Placeholder 8"/>
          <p:cNvSpPr>
            <a:spLocks noGrp="true"/>
          </p:cNvSpPr>
          <p:nvPr>
            <p:ph type="body" sz="quarter" idx="24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noProof="false" err="true"/>
              <a:t>来源</a:t>
            </a:r>
            <a:r>
              <a:rPr lang="zh-CN" altLang="en-US" noProof="false"/>
              <a:t>：</a:t>
            </a:r>
            <a:endParaRPr lang="en-US" noProof="false"/>
          </a:p>
        </p:txBody>
      </p:sp>
      <p:sp>
        <p:nvSpPr>
          <p:cNvPr id="1969" name="Text Placeholder 8"/>
          <p:cNvSpPr>
            <a:spLocks noGrp="true"/>
          </p:cNvSpPr>
          <p:nvPr>
            <p:ph type="body" sz="quarter" idx="25" hasCustomPrompt="true"/>
          </p:nvPr>
        </p:nvSpPr>
        <p:spPr>
          <a:xfrm>
            <a:off x="4322262" y="1932123"/>
            <a:ext cx="3563938" cy="820620"/>
          </a:xfrm>
        </p:spPr>
        <p:txBody>
          <a:bodyPr>
            <a:noAutofit/>
          </a:bodyPr>
          <a:lstStyle>
            <a:lvl1pPr marL="0" indent="0" algn="ctr">
              <a:buNone/>
              <a:defRPr lang="en-US" sz="6000" b="true" i="false" kern="1200" noProof="false" dirty="false">
                <a:solidFill>
                  <a:schemeClr val="tx1"/>
                </a:solidFill>
                <a:latin typeface="+mj-lt"/>
                <a:ea typeface="Noto Sans S Chinese Regular" panose="020B0500000000000000" pitchFamily="34" charset="-128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noProof="false"/>
              <a:t>#$%</a:t>
            </a:r>
            <a:endParaRPr lang="en-US" noProof="false"/>
          </a:p>
        </p:txBody>
      </p:sp>
      <p:sp>
        <p:nvSpPr>
          <p:cNvPr id="1970" name="Text Placeholder 8"/>
          <p:cNvSpPr>
            <a:spLocks noGrp="true"/>
          </p:cNvSpPr>
          <p:nvPr>
            <p:ph type="body" sz="quarter" idx="26" hasCustomPrompt="true"/>
          </p:nvPr>
        </p:nvSpPr>
        <p:spPr>
          <a:xfrm>
            <a:off x="8120697" y="1932123"/>
            <a:ext cx="3563938" cy="820620"/>
          </a:xfrm>
        </p:spPr>
        <p:txBody>
          <a:bodyPr>
            <a:noAutofit/>
          </a:bodyPr>
          <a:lstStyle>
            <a:lvl1pPr marL="0" indent="0" algn="ctr">
              <a:buNone/>
              <a:defRPr lang="en-US" sz="6000" b="true" i="false" kern="1200" noProof="false" dirty="false">
                <a:solidFill>
                  <a:schemeClr val="tx1"/>
                </a:solidFill>
                <a:latin typeface="+mj-lt"/>
                <a:ea typeface="Noto Sans S Chinese Regular" panose="020B0500000000000000" pitchFamily="34" charset="-128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noProof="false"/>
              <a:t>#$%</a:t>
            </a:r>
            <a:endParaRPr lang="en-US" noProof="false"/>
          </a:p>
        </p:txBody>
      </p:sp>
      <p:sp>
        <p:nvSpPr>
          <p:cNvPr id="1971" name="Text Placeholder 15"/>
          <p:cNvSpPr>
            <a:spLocks noGrp="true"/>
          </p:cNvSpPr>
          <p:nvPr>
            <p:ph type="body" sz="quarter" idx="27" hasCustomPrompt="true"/>
          </p:nvPr>
        </p:nvSpPr>
        <p:spPr>
          <a:xfrm>
            <a:off x="4671037" y="2774696"/>
            <a:ext cx="2841035" cy="820619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false" i="false">
                <a:latin typeface="Noto Sans S Chinese Regular" panose="020B0500000000000000" pitchFamily="34" charset="-128"/>
              </a:defRPr>
            </a:lvl1pPr>
          </a:lstStyle>
          <a:p>
            <a:pPr lvl="0"/>
            <a:r>
              <a:rPr lang="en-US" altLang="zh-CN" noProof="false" err="true"/>
              <a:t>请输入正文内容</a:t>
            </a:r>
            <a:endParaRPr lang="en-US" altLang="zh-CN" noProof="false"/>
          </a:p>
        </p:txBody>
      </p:sp>
      <p:sp>
        <p:nvSpPr>
          <p:cNvPr id="1972" name="Text Placeholder 15"/>
          <p:cNvSpPr>
            <a:spLocks noGrp="true"/>
          </p:cNvSpPr>
          <p:nvPr>
            <p:ph type="body" sz="quarter" idx="28" hasCustomPrompt="true"/>
          </p:nvPr>
        </p:nvSpPr>
        <p:spPr>
          <a:xfrm>
            <a:off x="850901" y="2774696"/>
            <a:ext cx="2841035" cy="820619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false" i="false">
                <a:latin typeface="Noto Sans S Chinese Regular" panose="020B0500000000000000" pitchFamily="34" charset="-128"/>
              </a:defRPr>
            </a:lvl1pPr>
          </a:lstStyle>
          <a:p>
            <a:pPr lvl="0"/>
            <a:r>
              <a:rPr lang="en-US" altLang="zh-CN" noProof="false" err="true"/>
              <a:t>请输入正文内容</a:t>
            </a:r>
            <a:endParaRPr lang="en-US" altLang="zh-CN" noProof="false"/>
          </a:p>
        </p:txBody>
      </p:sp>
      <p:sp>
        <p:nvSpPr>
          <p:cNvPr id="1973" name="Text Placeholder 8"/>
          <p:cNvSpPr>
            <a:spLocks noGrp="true"/>
          </p:cNvSpPr>
          <p:nvPr>
            <p:ph type="body" sz="quarter" idx="29" hasCustomPrompt="true"/>
          </p:nvPr>
        </p:nvSpPr>
        <p:spPr>
          <a:xfrm>
            <a:off x="496887" y="4305036"/>
            <a:ext cx="3563938" cy="820620"/>
          </a:xfrm>
        </p:spPr>
        <p:txBody>
          <a:bodyPr>
            <a:noAutofit/>
          </a:bodyPr>
          <a:lstStyle>
            <a:lvl1pPr marL="0" indent="0" algn="ctr">
              <a:buNone/>
              <a:defRPr lang="en-US" sz="6000" b="true" i="false" kern="1200" noProof="false" dirty="false">
                <a:solidFill>
                  <a:schemeClr val="tx1"/>
                </a:solidFill>
                <a:latin typeface="+mj-lt"/>
                <a:ea typeface="Noto Sans S Chinese Regular" panose="020B0500000000000000" pitchFamily="34" charset="-128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noProof="false"/>
              <a:t>#$%</a:t>
            </a:r>
            <a:endParaRPr lang="en-US" noProof="false"/>
          </a:p>
        </p:txBody>
      </p:sp>
      <p:sp>
        <p:nvSpPr>
          <p:cNvPr id="1974" name="Text Placeholder 15"/>
          <p:cNvSpPr>
            <a:spLocks noGrp="true"/>
          </p:cNvSpPr>
          <p:nvPr>
            <p:ph type="body" sz="quarter" idx="30" hasCustomPrompt="true"/>
          </p:nvPr>
        </p:nvSpPr>
        <p:spPr>
          <a:xfrm>
            <a:off x="8500064" y="5147609"/>
            <a:ext cx="2841035" cy="820619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false" i="false">
                <a:latin typeface="Noto Sans S Chinese Regular" panose="020B0500000000000000" pitchFamily="34" charset="-128"/>
              </a:defRPr>
            </a:lvl1pPr>
          </a:lstStyle>
          <a:p>
            <a:pPr lvl="0"/>
            <a:r>
              <a:rPr lang="en-US" altLang="zh-CN" noProof="false" err="true"/>
              <a:t>请输入正文内容</a:t>
            </a:r>
            <a:endParaRPr lang="en-US" altLang="zh-CN" noProof="false"/>
          </a:p>
        </p:txBody>
      </p:sp>
      <p:sp>
        <p:nvSpPr>
          <p:cNvPr id="1975" name="Text Placeholder 8"/>
          <p:cNvSpPr>
            <a:spLocks noGrp="true"/>
          </p:cNvSpPr>
          <p:nvPr>
            <p:ph type="body" sz="quarter" idx="31" hasCustomPrompt="true"/>
          </p:nvPr>
        </p:nvSpPr>
        <p:spPr>
          <a:xfrm>
            <a:off x="4322262" y="4305036"/>
            <a:ext cx="3563938" cy="820620"/>
          </a:xfrm>
        </p:spPr>
        <p:txBody>
          <a:bodyPr>
            <a:noAutofit/>
          </a:bodyPr>
          <a:lstStyle>
            <a:lvl1pPr marL="0" indent="0" algn="ctr">
              <a:buNone/>
              <a:defRPr lang="en-US" sz="6000" b="true" i="false" kern="1200" noProof="false" dirty="false">
                <a:solidFill>
                  <a:schemeClr val="tx1"/>
                </a:solidFill>
                <a:latin typeface="+mj-lt"/>
                <a:ea typeface="Noto Sans S Chinese Regular" panose="020B0500000000000000" pitchFamily="34" charset="-128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noProof="false"/>
              <a:t>#$%</a:t>
            </a:r>
            <a:endParaRPr lang="en-US" noProof="false"/>
          </a:p>
        </p:txBody>
      </p:sp>
      <p:sp>
        <p:nvSpPr>
          <p:cNvPr id="1976" name="Text Placeholder 8"/>
          <p:cNvSpPr>
            <a:spLocks noGrp="true"/>
          </p:cNvSpPr>
          <p:nvPr>
            <p:ph type="body" sz="quarter" idx="32" hasCustomPrompt="true"/>
          </p:nvPr>
        </p:nvSpPr>
        <p:spPr>
          <a:xfrm>
            <a:off x="8120697" y="4305036"/>
            <a:ext cx="3563938" cy="820620"/>
          </a:xfrm>
        </p:spPr>
        <p:txBody>
          <a:bodyPr>
            <a:noAutofit/>
          </a:bodyPr>
          <a:lstStyle>
            <a:lvl1pPr marL="0" indent="0" algn="ctr">
              <a:buNone/>
              <a:defRPr lang="en-US" sz="6000" b="true" i="false" kern="1200" noProof="false" dirty="false">
                <a:solidFill>
                  <a:schemeClr val="tx1"/>
                </a:solidFill>
                <a:latin typeface="+mj-lt"/>
                <a:ea typeface="Noto Sans S Chinese Regular" panose="020B0500000000000000" pitchFamily="34" charset="-128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noProof="false"/>
              <a:t>#$%</a:t>
            </a:r>
            <a:endParaRPr lang="en-US" noProof="false"/>
          </a:p>
        </p:txBody>
      </p:sp>
      <p:sp>
        <p:nvSpPr>
          <p:cNvPr id="1977" name="Text Placeholder 15"/>
          <p:cNvSpPr>
            <a:spLocks noGrp="true"/>
          </p:cNvSpPr>
          <p:nvPr>
            <p:ph type="body" sz="quarter" idx="33" hasCustomPrompt="true"/>
          </p:nvPr>
        </p:nvSpPr>
        <p:spPr>
          <a:xfrm>
            <a:off x="4671037" y="5147609"/>
            <a:ext cx="2841035" cy="820619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false" i="false">
                <a:latin typeface="Noto Sans S Chinese Regular" panose="020B0500000000000000" pitchFamily="34" charset="-128"/>
              </a:defRPr>
            </a:lvl1pPr>
          </a:lstStyle>
          <a:p>
            <a:pPr lvl="0"/>
            <a:r>
              <a:rPr lang="en-US" altLang="zh-CN" noProof="false" err="true"/>
              <a:t>请输入正文内容</a:t>
            </a:r>
            <a:endParaRPr lang="en-US" altLang="zh-CN" noProof="false"/>
          </a:p>
        </p:txBody>
      </p:sp>
      <p:sp>
        <p:nvSpPr>
          <p:cNvPr id="1978" name="Text Placeholder 15"/>
          <p:cNvSpPr>
            <a:spLocks noGrp="true"/>
          </p:cNvSpPr>
          <p:nvPr>
            <p:ph type="body" sz="quarter" idx="34" hasCustomPrompt="true"/>
          </p:nvPr>
        </p:nvSpPr>
        <p:spPr>
          <a:xfrm>
            <a:off x="850901" y="5147609"/>
            <a:ext cx="2841035" cy="820619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false" i="false">
                <a:latin typeface="Noto Sans S Chinese Regular" panose="020B0500000000000000" pitchFamily="34" charset="-128"/>
              </a:defRPr>
            </a:lvl1pPr>
          </a:lstStyle>
          <a:p>
            <a:pPr lvl="0"/>
            <a:r>
              <a:rPr lang="en-US" altLang="zh-CN" noProof="false" err="true"/>
              <a:t>请输入正文内容</a:t>
            </a:r>
            <a:endParaRPr lang="en-US" altLang="zh-CN" noProof="false"/>
          </a:p>
        </p:txBody>
      </p:sp>
    </p:spTree>
  </p:cSld>
  <p:clrMapOvr>
    <a:masterClrMapping/>
  </p:clrMapOvr>
</p:sldLayout>
</file>

<file path=ppt/slideLayouts/slideLayout244.xml><?xml version="1.0" encoding="utf-8"?>
<p:sldLayout xmlns:a="http://schemas.openxmlformats.org/drawingml/2006/main" xmlns:p="http://schemas.openxmlformats.org/presentationml/2006/main">
  <p:cSld name="9_Feature Columns 3 yellow background">
    <p:bg>
      <p:bgPr>
        <a:solidFill>
          <a:schemeClr val="tx1"/>
        </a:solidFill>
        <a:effectLst/>
      </p:bgPr>
    </p:bg>
    <p:spTree>
      <p:nvGrpSpPr>
        <p:cNvPr id="197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0" name="Rectangle: Rounded Corners 7"/>
          <p:cNvSpPr/>
          <p:nvPr userDrawn="true"/>
        </p:nvSpPr>
        <p:spPr>
          <a:xfrm>
            <a:off x="498476" y="1735359"/>
            <a:ext cx="3563938" cy="2065250"/>
          </a:xfrm>
          <a:prstGeom prst="roundRect">
            <a:avLst>
              <a:gd name="adj" fmla="val 4485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 lang="en-US" b="false" i="false" noProof="false">
              <a:latin typeface="Noto Sans S Chinese Regular" panose="020B0500000000000000" pitchFamily="34" charset="-128"/>
            </a:endParaRPr>
          </a:p>
        </p:txBody>
      </p:sp>
      <p:sp>
        <p:nvSpPr>
          <p:cNvPr id="1981" name="Rectangle: Rounded Corners 15"/>
          <p:cNvSpPr/>
          <p:nvPr userDrawn="true"/>
        </p:nvSpPr>
        <p:spPr>
          <a:xfrm>
            <a:off x="4314825" y="1735358"/>
            <a:ext cx="3563938" cy="2065251"/>
          </a:xfrm>
          <a:prstGeom prst="roundRect">
            <a:avLst>
              <a:gd name="adj" fmla="val 4485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 lang="en-US" b="false" i="false" noProof="false">
              <a:latin typeface="Noto Sans S Chinese Regular" panose="020B0500000000000000" pitchFamily="34" charset="-128"/>
            </a:endParaRPr>
          </a:p>
        </p:txBody>
      </p:sp>
      <p:sp>
        <p:nvSpPr>
          <p:cNvPr id="1982" name="Rectangle: Rounded Corners 19"/>
          <p:cNvSpPr/>
          <p:nvPr userDrawn="true"/>
        </p:nvSpPr>
        <p:spPr>
          <a:xfrm>
            <a:off x="8131175" y="1735358"/>
            <a:ext cx="3563938" cy="2065251"/>
          </a:xfrm>
          <a:prstGeom prst="roundRect">
            <a:avLst>
              <a:gd name="adj" fmla="val 4485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 lang="en-US" b="false" i="false" noProof="false">
              <a:latin typeface="Noto Sans S Chinese Regular" panose="020B0500000000000000" pitchFamily="34" charset="-128"/>
            </a:endParaRPr>
          </a:p>
        </p:txBody>
      </p:sp>
      <p:sp>
        <p:nvSpPr>
          <p:cNvPr id="1983" name="Rectangle: Rounded Corners 11"/>
          <p:cNvSpPr/>
          <p:nvPr userDrawn="true"/>
        </p:nvSpPr>
        <p:spPr>
          <a:xfrm>
            <a:off x="498476" y="4065143"/>
            <a:ext cx="3563938" cy="2065250"/>
          </a:xfrm>
          <a:prstGeom prst="roundRect">
            <a:avLst>
              <a:gd name="adj" fmla="val 4485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 lang="en-US" b="false" i="false" noProof="false">
              <a:latin typeface="Noto Sans S Chinese Regular" panose="020B0500000000000000" pitchFamily="34" charset="-128"/>
            </a:endParaRPr>
          </a:p>
        </p:txBody>
      </p:sp>
      <p:sp>
        <p:nvSpPr>
          <p:cNvPr id="1984" name="Rectangle: Rounded Corners 12"/>
          <p:cNvSpPr/>
          <p:nvPr userDrawn="true"/>
        </p:nvSpPr>
        <p:spPr>
          <a:xfrm>
            <a:off x="4314825" y="4065142"/>
            <a:ext cx="3563938" cy="2065251"/>
          </a:xfrm>
          <a:prstGeom prst="roundRect">
            <a:avLst>
              <a:gd name="adj" fmla="val 4485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 lang="en-US" b="false" i="false" noProof="false">
              <a:latin typeface="Noto Sans S Chinese Regular" panose="020B0500000000000000" pitchFamily="34" charset="-128"/>
            </a:endParaRPr>
          </a:p>
        </p:txBody>
      </p:sp>
      <p:sp>
        <p:nvSpPr>
          <p:cNvPr id="1985" name="Rectangle: Rounded Corners 13"/>
          <p:cNvSpPr/>
          <p:nvPr userDrawn="true"/>
        </p:nvSpPr>
        <p:spPr>
          <a:xfrm>
            <a:off x="8131175" y="4065142"/>
            <a:ext cx="3563938" cy="2065251"/>
          </a:xfrm>
          <a:prstGeom prst="roundRect">
            <a:avLst>
              <a:gd name="adj" fmla="val 4485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 lang="en-US" b="false" i="false" noProof="false">
              <a:latin typeface="Noto Sans S Chinese Regular" panose="020B0500000000000000" pitchFamily="34" charset="-128"/>
            </a:endParaRPr>
          </a:p>
        </p:txBody>
      </p:sp>
      <p:sp>
        <p:nvSpPr>
          <p:cNvPr id="1986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1987" name="Title 11"/>
          <p:cNvSpPr>
            <a:spLocks noGrp="true"/>
          </p:cNvSpPr>
          <p:nvPr>
            <p:ph type="title" hasCustomPrompt="true"/>
          </p:nvPr>
        </p:nvSpPr>
        <p:spPr>
          <a:xfrm>
            <a:off x="498475" y="525784"/>
            <a:ext cx="11186160" cy="935991"/>
          </a:xfrm>
        </p:spPr>
        <p:txBody>
          <a:bodyPr/>
          <a:lstStyle>
            <a:lvl1pPr algn="ctr" defTabSz="914400" rtl="false" eaLnBrk="true" latinLnBrk="false" hangingPunct="true">
              <a:lnSpc>
                <a:spcPct val="90000"/>
              </a:lnSpc>
              <a:spcBef>
                <a:spcPct val="1"/>
              </a:spcBef>
              <a:buNone/>
              <a:defRPr lang="en-US" sz="3200" b="true" i="false" kern="1200" cap="none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j-cs"/>
              </a:defRPr>
            </a:lvl1pPr>
          </a:lstStyle>
          <a:p>
            <a:pPr/>
            <a:r>
              <a:rPr lang="en-US" altLang="zh-CN" noProof="false" err="true"/>
              <a:t>请输入标题</a:t>
            </a:r>
            <a:br>
              <a:rPr lang="en-US" altLang="zh-CN" noProof="false"/>
            </a:br>
            <a:r>
              <a:rPr lang="en-US" altLang="zh-CN" noProof="false" err="true"/>
              <a:t>请输入标题</a:t>
            </a:r>
            <a:endParaRPr lang="en-US" noProof="false"/>
          </a:p>
        </p:txBody>
      </p:sp>
      <p:sp>
        <p:nvSpPr>
          <p:cNvPr id="1988" name="Text Placeholder 8"/>
          <p:cNvSpPr>
            <a:spLocks noGrp="true"/>
          </p:cNvSpPr>
          <p:nvPr>
            <p:ph type="body" sz="quarter" idx="16" hasCustomPrompt="true"/>
          </p:nvPr>
        </p:nvSpPr>
        <p:spPr>
          <a:xfrm>
            <a:off x="496887" y="1932123"/>
            <a:ext cx="3563938" cy="820620"/>
          </a:xfrm>
        </p:spPr>
        <p:txBody>
          <a:bodyPr>
            <a:noAutofit/>
          </a:bodyPr>
          <a:lstStyle>
            <a:lvl1pPr marL="0" indent="0" algn="ctr">
              <a:buNone/>
              <a:defRPr sz="6000" b="true" i="false">
                <a:solidFill>
                  <a:schemeClr val="accent2"/>
                </a:solidFill>
                <a:latin typeface="+mj-lt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false" dirty="false"/>
              <a:t>#$%</a:t>
            </a:r>
            <a:endParaRPr lang="en-US" noProof="false" dirty="false"/>
          </a:p>
        </p:txBody>
      </p:sp>
      <p:sp>
        <p:nvSpPr>
          <p:cNvPr id="1989" name="Text Placeholder 15"/>
          <p:cNvSpPr>
            <a:spLocks noGrp="true"/>
          </p:cNvSpPr>
          <p:nvPr>
            <p:ph type="body" sz="quarter" idx="23" hasCustomPrompt="true"/>
          </p:nvPr>
        </p:nvSpPr>
        <p:spPr>
          <a:xfrm>
            <a:off x="8500064" y="2774696"/>
            <a:ext cx="2841035" cy="820619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false" i="false">
                <a:solidFill>
                  <a:schemeClr val="bg1"/>
                </a:solidFill>
                <a:latin typeface="Noto Sans S Chinese Regular" panose="020B0500000000000000" pitchFamily="34" charset="-128"/>
              </a:defRPr>
            </a:lvl1pPr>
          </a:lstStyle>
          <a:p>
            <a:pPr lvl="0"/>
            <a:r>
              <a:rPr lang="en-US" altLang="zh-CN" noProof="false" err="true"/>
              <a:t>请输入正文内容</a:t>
            </a:r>
            <a:endParaRPr lang="en-US" altLang="zh-CN" noProof="false"/>
          </a:p>
        </p:txBody>
      </p:sp>
      <p:sp>
        <p:nvSpPr>
          <p:cNvPr id="1990" name="Text Placeholder 8"/>
          <p:cNvSpPr>
            <a:spLocks noGrp="true"/>
          </p:cNvSpPr>
          <p:nvPr>
            <p:ph type="body" sz="quarter" idx="24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noProof="false" err="true"/>
              <a:t>来源</a:t>
            </a:r>
            <a:r>
              <a:rPr lang="zh-CN" altLang="en-US" noProof="false"/>
              <a:t>：</a:t>
            </a:r>
            <a:endParaRPr lang="en-US" noProof="false"/>
          </a:p>
        </p:txBody>
      </p:sp>
      <p:sp>
        <p:nvSpPr>
          <p:cNvPr id="1991" name="Text Placeholder 8"/>
          <p:cNvSpPr>
            <a:spLocks noGrp="true"/>
          </p:cNvSpPr>
          <p:nvPr>
            <p:ph type="body" sz="quarter" idx="25" hasCustomPrompt="true"/>
          </p:nvPr>
        </p:nvSpPr>
        <p:spPr>
          <a:xfrm>
            <a:off x="4322262" y="1932123"/>
            <a:ext cx="3563938" cy="820620"/>
          </a:xfrm>
        </p:spPr>
        <p:txBody>
          <a:bodyPr>
            <a:noAutofit/>
          </a:bodyPr>
          <a:lstStyle>
            <a:lvl1pPr marL="0" indent="0" algn="ctr">
              <a:buNone/>
              <a:defRPr lang="en-US" sz="6000" b="true" i="false" kern="1200" noProof="false" dirty="false">
                <a:solidFill>
                  <a:schemeClr val="accent2"/>
                </a:solidFill>
                <a:latin typeface="+mj-lt"/>
                <a:ea typeface="Noto Sans S Chinese Regular" panose="020B0500000000000000" pitchFamily="34" charset="-128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noProof="false"/>
              <a:t>#$%</a:t>
            </a:r>
            <a:endParaRPr lang="en-US" noProof="false"/>
          </a:p>
        </p:txBody>
      </p:sp>
      <p:sp>
        <p:nvSpPr>
          <p:cNvPr id="1992" name="Text Placeholder 8"/>
          <p:cNvSpPr>
            <a:spLocks noGrp="true"/>
          </p:cNvSpPr>
          <p:nvPr>
            <p:ph type="body" sz="quarter" idx="26" hasCustomPrompt="true"/>
          </p:nvPr>
        </p:nvSpPr>
        <p:spPr>
          <a:xfrm>
            <a:off x="8120697" y="1932123"/>
            <a:ext cx="3563938" cy="820620"/>
          </a:xfrm>
        </p:spPr>
        <p:txBody>
          <a:bodyPr>
            <a:noAutofit/>
          </a:bodyPr>
          <a:lstStyle>
            <a:lvl1pPr marL="0" indent="0" algn="ctr">
              <a:buNone/>
              <a:defRPr lang="en-US" sz="6000" b="true" i="false" kern="1200" noProof="false" dirty="false">
                <a:solidFill>
                  <a:schemeClr val="accent2"/>
                </a:solidFill>
                <a:latin typeface="+mj-lt"/>
                <a:ea typeface="Noto Sans S Chinese Regular" panose="020B0500000000000000" pitchFamily="34" charset="-128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noProof="false"/>
              <a:t>#$%</a:t>
            </a:r>
            <a:endParaRPr lang="en-US" noProof="false"/>
          </a:p>
        </p:txBody>
      </p:sp>
      <p:sp>
        <p:nvSpPr>
          <p:cNvPr id="1993" name="Text Placeholder 15"/>
          <p:cNvSpPr>
            <a:spLocks noGrp="true"/>
          </p:cNvSpPr>
          <p:nvPr>
            <p:ph type="body" sz="quarter" idx="27" hasCustomPrompt="true"/>
          </p:nvPr>
        </p:nvSpPr>
        <p:spPr>
          <a:xfrm>
            <a:off x="4671037" y="2774696"/>
            <a:ext cx="2841035" cy="820619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false" i="false">
                <a:solidFill>
                  <a:schemeClr val="bg1"/>
                </a:solidFill>
                <a:latin typeface="Noto Sans S Chinese Regular" panose="020B0500000000000000" pitchFamily="34" charset="-128"/>
              </a:defRPr>
            </a:lvl1pPr>
          </a:lstStyle>
          <a:p>
            <a:pPr lvl="0"/>
            <a:r>
              <a:rPr lang="en-US" altLang="zh-CN" noProof="false" err="true"/>
              <a:t>请输入正文内容</a:t>
            </a:r>
            <a:endParaRPr lang="en-US" altLang="zh-CN" noProof="false"/>
          </a:p>
        </p:txBody>
      </p:sp>
      <p:sp>
        <p:nvSpPr>
          <p:cNvPr id="1994" name="Text Placeholder 15"/>
          <p:cNvSpPr>
            <a:spLocks noGrp="true"/>
          </p:cNvSpPr>
          <p:nvPr>
            <p:ph type="body" sz="quarter" idx="28" hasCustomPrompt="true"/>
          </p:nvPr>
        </p:nvSpPr>
        <p:spPr>
          <a:xfrm>
            <a:off x="850901" y="2774696"/>
            <a:ext cx="2841035" cy="820619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false" i="false">
                <a:solidFill>
                  <a:schemeClr val="bg1"/>
                </a:solidFill>
                <a:latin typeface="Noto Sans S Chinese Regular" panose="020B0500000000000000" pitchFamily="34" charset="-128"/>
              </a:defRPr>
            </a:lvl1pPr>
          </a:lstStyle>
          <a:p>
            <a:pPr lvl="0"/>
            <a:r>
              <a:rPr lang="en-US" noProof="false" err="true"/>
              <a:t>请输入正文内容</a:t>
            </a:r>
            <a:endParaRPr lang="en-US" noProof="false"/>
          </a:p>
        </p:txBody>
      </p:sp>
      <p:sp>
        <p:nvSpPr>
          <p:cNvPr id="1995" name="Text Placeholder 8"/>
          <p:cNvSpPr>
            <a:spLocks noGrp="true"/>
          </p:cNvSpPr>
          <p:nvPr>
            <p:ph type="body" sz="quarter" idx="29" hasCustomPrompt="true"/>
          </p:nvPr>
        </p:nvSpPr>
        <p:spPr>
          <a:xfrm>
            <a:off x="496887" y="4305036"/>
            <a:ext cx="3563938" cy="820620"/>
          </a:xfrm>
        </p:spPr>
        <p:txBody>
          <a:bodyPr>
            <a:noAutofit/>
          </a:bodyPr>
          <a:lstStyle>
            <a:lvl1pPr marL="0" indent="0" algn="ctr">
              <a:buNone/>
              <a:defRPr lang="en-US" sz="6000" b="true" i="false" kern="1200" noProof="false" dirty="false">
                <a:solidFill>
                  <a:schemeClr val="accent2"/>
                </a:solidFill>
                <a:latin typeface="+mj-lt"/>
                <a:ea typeface="Noto Sans S Chinese Regular" panose="020B0500000000000000" pitchFamily="34" charset="-128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noProof="false"/>
              <a:t>#$%</a:t>
            </a:r>
            <a:endParaRPr lang="en-US" noProof="false"/>
          </a:p>
        </p:txBody>
      </p:sp>
      <p:sp>
        <p:nvSpPr>
          <p:cNvPr id="1996" name="Text Placeholder 15"/>
          <p:cNvSpPr>
            <a:spLocks noGrp="true"/>
          </p:cNvSpPr>
          <p:nvPr>
            <p:ph type="body" sz="quarter" idx="30" hasCustomPrompt="true"/>
          </p:nvPr>
        </p:nvSpPr>
        <p:spPr>
          <a:xfrm>
            <a:off x="8500064" y="5147609"/>
            <a:ext cx="2841035" cy="820619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false" i="false">
                <a:solidFill>
                  <a:schemeClr val="bg1"/>
                </a:solidFill>
                <a:latin typeface="Noto Sans S Chinese Regular" panose="020B0500000000000000" pitchFamily="34" charset="-128"/>
              </a:defRPr>
            </a:lvl1pPr>
          </a:lstStyle>
          <a:p>
            <a:pPr lvl="0"/>
            <a:r>
              <a:rPr lang="en-US" altLang="zh-CN" noProof="false" err="true"/>
              <a:t>请输入正文内容</a:t>
            </a:r>
            <a:endParaRPr lang="en-US" altLang="zh-CN" noProof="false"/>
          </a:p>
        </p:txBody>
      </p:sp>
      <p:sp>
        <p:nvSpPr>
          <p:cNvPr id="1997" name="Text Placeholder 8"/>
          <p:cNvSpPr>
            <a:spLocks noGrp="true"/>
          </p:cNvSpPr>
          <p:nvPr>
            <p:ph type="body" sz="quarter" idx="31" hasCustomPrompt="true"/>
          </p:nvPr>
        </p:nvSpPr>
        <p:spPr>
          <a:xfrm>
            <a:off x="4322262" y="4305036"/>
            <a:ext cx="3563938" cy="820620"/>
          </a:xfrm>
        </p:spPr>
        <p:txBody>
          <a:bodyPr>
            <a:noAutofit/>
          </a:bodyPr>
          <a:lstStyle>
            <a:lvl1pPr marL="0" indent="0" algn="ctr">
              <a:buNone/>
              <a:defRPr lang="en-US" sz="6000" b="true" i="false" kern="1200" noProof="false" dirty="false">
                <a:solidFill>
                  <a:schemeClr val="accent2"/>
                </a:solidFill>
                <a:latin typeface="+mj-lt"/>
                <a:ea typeface="Noto Sans S Chinese Regular" panose="020B0500000000000000" pitchFamily="34" charset="-128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noProof="false"/>
              <a:t>#$%</a:t>
            </a:r>
            <a:endParaRPr lang="en-US" noProof="false"/>
          </a:p>
        </p:txBody>
      </p:sp>
      <p:sp>
        <p:nvSpPr>
          <p:cNvPr id="1998" name="Text Placeholder 8"/>
          <p:cNvSpPr>
            <a:spLocks noGrp="true"/>
          </p:cNvSpPr>
          <p:nvPr>
            <p:ph type="body" sz="quarter" idx="32" hasCustomPrompt="true"/>
          </p:nvPr>
        </p:nvSpPr>
        <p:spPr>
          <a:xfrm>
            <a:off x="8120697" y="4305036"/>
            <a:ext cx="3563938" cy="820620"/>
          </a:xfrm>
        </p:spPr>
        <p:txBody>
          <a:bodyPr>
            <a:noAutofit/>
          </a:bodyPr>
          <a:lstStyle>
            <a:lvl1pPr marL="0" indent="0" algn="ctr">
              <a:buNone/>
              <a:defRPr lang="en-US" sz="6000" b="true" i="false" kern="1200" noProof="false" dirty="false">
                <a:solidFill>
                  <a:schemeClr val="accent2"/>
                </a:solidFill>
                <a:latin typeface="+mj-lt"/>
                <a:ea typeface="Noto Sans S Chinese Regular" panose="020B0500000000000000" pitchFamily="34" charset="-128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noProof="false"/>
              <a:t>#$%</a:t>
            </a:r>
            <a:endParaRPr lang="en-US" noProof="false"/>
          </a:p>
        </p:txBody>
      </p:sp>
      <p:sp>
        <p:nvSpPr>
          <p:cNvPr id="1999" name="Text Placeholder 15"/>
          <p:cNvSpPr>
            <a:spLocks noGrp="true"/>
          </p:cNvSpPr>
          <p:nvPr>
            <p:ph type="body" sz="quarter" idx="33" hasCustomPrompt="true"/>
          </p:nvPr>
        </p:nvSpPr>
        <p:spPr>
          <a:xfrm>
            <a:off x="4671037" y="5147609"/>
            <a:ext cx="2841035" cy="820619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false" i="false">
                <a:solidFill>
                  <a:schemeClr val="bg1"/>
                </a:solidFill>
                <a:latin typeface="Noto Sans S Chinese Regular" panose="020B0500000000000000" pitchFamily="34" charset="-128"/>
              </a:defRPr>
            </a:lvl1pPr>
          </a:lstStyle>
          <a:p>
            <a:pPr lvl="0"/>
            <a:r>
              <a:rPr lang="en-US" altLang="zh-CN" noProof="false" err="true"/>
              <a:t>请输入正文内容</a:t>
            </a:r>
            <a:endParaRPr lang="en-US" altLang="zh-CN" noProof="false"/>
          </a:p>
        </p:txBody>
      </p:sp>
      <p:sp>
        <p:nvSpPr>
          <p:cNvPr id="2000" name="Text Placeholder 15"/>
          <p:cNvSpPr>
            <a:spLocks noGrp="true"/>
          </p:cNvSpPr>
          <p:nvPr>
            <p:ph type="body" sz="quarter" idx="34" hasCustomPrompt="true"/>
          </p:nvPr>
        </p:nvSpPr>
        <p:spPr>
          <a:xfrm>
            <a:off x="850901" y="5147609"/>
            <a:ext cx="2841035" cy="820619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false" i="false">
                <a:solidFill>
                  <a:schemeClr val="bg1"/>
                </a:solidFill>
                <a:latin typeface="Noto Sans S Chinese Regular" panose="020B0500000000000000" pitchFamily="34" charset="-128"/>
              </a:defRPr>
            </a:lvl1pPr>
          </a:lstStyle>
          <a:p>
            <a:pPr lvl="0"/>
            <a:r>
              <a:rPr lang="en-US" altLang="zh-CN" noProof="false" err="true"/>
              <a:t>请输入正文内容</a:t>
            </a:r>
            <a:endParaRPr lang="en-US" altLang="zh-CN" noProof="false"/>
          </a:p>
        </p:txBody>
      </p:sp>
    </p:spTree>
  </p:cSld>
  <p:clrMapOvr>
    <a:masterClrMapping/>
  </p:clrMapOvr>
</p:sldLayout>
</file>

<file path=ppt/slideLayouts/slideLayout245.xml><?xml version="1.0" encoding="utf-8"?>
<p:sldLayout xmlns:a="http://schemas.openxmlformats.org/drawingml/2006/main" xmlns:p="http://schemas.openxmlformats.org/presentationml/2006/main">
  <p:cSld name="5_Feature Columns 3 yellow background">
    <p:bg>
      <p:bgPr>
        <a:solidFill>
          <a:schemeClr val="tx1"/>
        </a:solidFill>
        <a:effectLst/>
      </p:bgPr>
    </p:bg>
    <p:spTree>
      <p:nvGrpSpPr>
        <p:cNvPr id="2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2" name="Rectangle: Rounded Corners 4"/>
          <p:cNvSpPr/>
          <p:nvPr userDrawn="true"/>
        </p:nvSpPr>
        <p:spPr>
          <a:xfrm>
            <a:off x="498476" y="1735359"/>
            <a:ext cx="3563938" cy="2065250"/>
          </a:xfrm>
          <a:prstGeom prst="roundRect">
            <a:avLst>
              <a:gd name="adj" fmla="val 4485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 lang="en-US" b="false" i="false" noProof="false">
              <a:latin typeface="Noto Sans S Chinese Regular" panose="020B0500000000000000" pitchFamily="34" charset="-128"/>
            </a:endParaRPr>
          </a:p>
        </p:txBody>
      </p:sp>
      <p:sp>
        <p:nvSpPr>
          <p:cNvPr id="2003" name="Rectangle: Rounded Corners 5"/>
          <p:cNvSpPr/>
          <p:nvPr userDrawn="true"/>
        </p:nvSpPr>
        <p:spPr>
          <a:xfrm>
            <a:off x="4314825" y="1735358"/>
            <a:ext cx="3563938" cy="2065251"/>
          </a:xfrm>
          <a:prstGeom prst="roundRect">
            <a:avLst>
              <a:gd name="adj" fmla="val 4485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 lang="en-US" b="false" i="false" noProof="false">
              <a:latin typeface="Noto Sans S Chinese Regular" panose="020B0500000000000000" pitchFamily="34" charset="-128"/>
            </a:endParaRPr>
          </a:p>
        </p:txBody>
      </p:sp>
      <p:sp>
        <p:nvSpPr>
          <p:cNvPr id="2004" name="Rectangle: Rounded Corners 9"/>
          <p:cNvSpPr/>
          <p:nvPr userDrawn="true"/>
        </p:nvSpPr>
        <p:spPr>
          <a:xfrm>
            <a:off x="8131175" y="1735358"/>
            <a:ext cx="3563938" cy="2065251"/>
          </a:xfrm>
          <a:prstGeom prst="roundRect">
            <a:avLst>
              <a:gd name="adj" fmla="val 4485"/>
            </a:avLst>
          </a:prstGeom>
          <a:solidFill>
            <a:srgbClr val="F976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 lang="en-US" b="false" i="false" noProof="false">
              <a:latin typeface="Noto Sans S Chinese Regular" panose="020B0500000000000000" pitchFamily="34" charset="-128"/>
            </a:endParaRPr>
          </a:p>
        </p:txBody>
      </p:sp>
      <p:sp>
        <p:nvSpPr>
          <p:cNvPr id="2005" name="Rectangle: Rounded Corners 10"/>
          <p:cNvSpPr/>
          <p:nvPr userDrawn="true"/>
        </p:nvSpPr>
        <p:spPr>
          <a:xfrm>
            <a:off x="498476" y="4065143"/>
            <a:ext cx="3563938" cy="2065250"/>
          </a:xfrm>
          <a:prstGeom prst="roundRect">
            <a:avLst>
              <a:gd name="adj" fmla="val 4485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 lang="en-US" b="false" i="false" noProof="false">
              <a:latin typeface="Noto Sans S Chinese Regular" panose="020B0500000000000000" pitchFamily="34" charset="-128"/>
            </a:endParaRPr>
          </a:p>
        </p:txBody>
      </p:sp>
      <p:sp>
        <p:nvSpPr>
          <p:cNvPr id="2006" name="Rectangle: Rounded Corners 16"/>
          <p:cNvSpPr/>
          <p:nvPr userDrawn="true"/>
        </p:nvSpPr>
        <p:spPr>
          <a:xfrm>
            <a:off x="4314825" y="4065142"/>
            <a:ext cx="3563938" cy="2065251"/>
          </a:xfrm>
          <a:prstGeom prst="roundRect">
            <a:avLst>
              <a:gd name="adj" fmla="val 4485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 lang="en-US" b="false" i="false" noProof="false">
              <a:latin typeface="Noto Sans S Chinese Regular" panose="020B0500000000000000" pitchFamily="34" charset="-128"/>
            </a:endParaRPr>
          </a:p>
        </p:txBody>
      </p:sp>
      <p:sp>
        <p:nvSpPr>
          <p:cNvPr id="2007" name="Rectangle: Rounded Corners 17"/>
          <p:cNvSpPr/>
          <p:nvPr userDrawn="true"/>
        </p:nvSpPr>
        <p:spPr>
          <a:xfrm>
            <a:off x="8131175" y="4065142"/>
            <a:ext cx="3563938" cy="2065251"/>
          </a:xfrm>
          <a:prstGeom prst="roundRect">
            <a:avLst>
              <a:gd name="adj" fmla="val 4485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 lang="en-US" b="false" i="false" noProof="false">
              <a:latin typeface="Noto Sans S Chinese Regular" panose="020B0500000000000000" pitchFamily="34" charset="-128"/>
            </a:endParaRPr>
          </a:p>
        </p:txBody>
      </p:sp>
      <p:sp>
        <p:nvSpPr>
          <p:cNvPr id="2008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2009" name="Title 11"/>
          <p:cNvSpPr>
            <a:spLocks noGrp="true"/>
          </p:cNvSpPr>
          <p:nvPr>
            <p:ph type="title" hasCustomPrompt="true"/>
          </p:nvPr>
        </p:nvSpPr>
        <p:spPr>
          <a:xfrm>
            <a:off x="498475" y="525784"/>
            <a:ext cx="11186160" cy="935991"/>
          </a:xfrm>
        </p:spPr>
        <p:txBody>
          <a:bodyPr/>
          <a:lstStyle>
            <a:lvl1pPr algn="ctr" defTabSz="914400" rtl="false" eaLnBrk="true" latinLnBrk="false" hangingPunct="true">
              <a:lnSpc>
                <a:spcPct val="90000"/>
              </a:lnSpc>
              <a:spcBef>
                <a:spcPct val="1"/>
              </a:spcBef>
              <a:buNone/>
              <a:defRPr lang="en-US" sz="3200" b="true" i="false" kern="1200" cap="none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j-cs"/>
              </a:defRPr>
            </a:lvl1pPr>
          </a:lstStyle>
          <a:p>
            <a:pPr/>
            <a:r>
              <a:rPr lang="en-US" altLang="zh-CN" noProof="false" err="true"/>
              <a:t>请输入标题</a:t>
            </a:r>
            <a:br>
              <a:rPr lang="en-US" altLang="zh-CN" noProof="false"/>
            </a:br>
            <a:r>
              <a:rPr lang="en-US" altLang="zh-CN" noProof="false" err="true"/>
              <a:t>请输入标题</a:t>
            </a:r>
            <a:endParaRPr lang="en-US" noProof="false"/>
          </a:p>
        </p:txBody>
      </p:sp>
      <p:sp>
        <p:nvSpPr>
          <p:cNvPr id="2010" name="Text Placeholder 8"/>
          <p:cNvSpPr>
            <a:spLocks noGrp="true"/>
          </p:cNvSpPr>
          <p:nvPr>
            <p:ph type="body" sz="quarter" idx="16" hasCustomPrompt="true"/>
          </p:nvPr>
        </p:nvSpPr>
        <p:spPr>
          <a:xfrm>
            <a:off x="496887" y="1932123"/>
            <a:ext cx="3563938" cy="820620"/>
          </a:xfrm>
        </p:spPr>
        <p:txBody>
          <a:bodyPr>
            <a:noAutofit/>
          </a:bodyPr>
          <a:lstStyle>
            <a:lvl1pPr marL="0" indent="0" algn="ctr">
              <a:buNone/>
              <a:defRPr sz="6000" b="true" i="false">
                <a:latin typeface="+mj-lt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false" dirty="false"/>
              <a:t>#$%</a:t>
            </a:r>
            <a:endParaRPr lang="en-US" noProof="false" dirty="false"/>
          </a:p>
        </p:txBody>
      </p:sp>
      <p:sp>
        <p:nvSpPr>
          <p:cNvPr id="2011" name="Text Placeholder 15"/>
          <p:cNvSpPr>
            <a:spLocks noGrp="true"/>
          </p:cNvSpPr>
          <p:nvPr>
            <p:ph type="body" sz="quarter" idx="23" hasCustomPrompt="true"/>
          </p:nvPr>
        </p:nvSpPr>
        <p:spPr>
          <a:xfrm>
            <a:off x="8500064" y="2774696"/>
            <a:ext cx="2841035" cy="820619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false" i="false">
                <a:latin typeface="Noto Sans S Chinese Regular" panose="020B0500000000000000" pitchFamily="34" charset="-128"/>
              </a:defRPr>
            </a:lvl1pPr>
          </a:lstStyle>
          <a:p>
            <a:pPr lvl="0"/>
            <a:r>
              <a:rPr lang="en-US" altLang="zh-CN" noProof="false" err="true"/>
              <a:t>请输入正文内容</a:t>
            </a:r>
            <a:endParaRPr lang="en-US" altLang="zh-CN" noProof="false"/>
          </a:p>
        </p:txBody>
      </p:sp>
      <p:sp>
        <p:nvSpPr>
          <p:cNvPr id="2012" name="Text Placeholder 8"/>
          <p:cNvSpPr>
            <a:spLocks noGrp="true"/>
          </p:cNvSpPr>
          <p:nvPr>
            <p:ph type="body" sz="quarter" idx="24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noProof="false" err="true"/>
              <a:t>来源</a:t>
            </a:r>
            <a:r>
              <a:rPr lang="zh-CN" altLang="en-US" noProof="false"/>
              <a:t>：</a:t>
            </a:r>
            <a:endParaRPr lang="en-US" noProof="false"/>
          </a:p>
        </p:txBody>
      </p:sp>
      <p:sp>
        <p:nvSpPr>
          <p:cNvPr id="2013" name="Text Placeholder 8"/>
          <p:cNvSpPr>
            <a:spLocks noGrp="true"/>
          </p:cNvSpPr>
          <p:nvPr>
            <p:ph type="body" sz="quarter" idx="25" hasCustomPrompt="true"/>
          </p:nvPr>
        </p:nvSpPr>
        <p:spPr>
          <a:xfrm>
            <a:off x="4322262" y="1932123"/>
            <a:ext cx="3563938" cy="820620"/>
          </a:xfrm>
        </p:spPr>
        <p:txBody>
          <a:bodyPr>
            <a:noAutofit/>
          </a:bodyPr>
          <a:lstStyle>
            <a:lvl1pPr marL="0" indent="0" algn="ctr">
              <a:buNone/>
              <a:defRPr lang="en-US" sz="6000" b="true" i="false" kern="1200" noProof="false" dirty="false">
                <a:solidFill>
                  <a:schemeClr val="tx1"/>
                </a:solidFill>
                <a:latin typeface="+mj-lt"/>
                <a:ea typeface="Noto Sans S Chinese Regular" panose="020B0500000000000000" pitchFamily="34" charset="-128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noProof="false"/>
              <a:t>#$%</a:t>
            </a:r>
            <a:endParaRPr lang="en-US" noProof="false"/>
          </a:p>
        </p:txBody>
      </p:sp>
      <p:sp>
        <p:nvSpPr>
          <p:cNvPr id="2014" name="Text Placeholder 8"/>
          <p:cNvSpPr>
            <a:spLocks noGrp="true"/>
          </p:cNvSpPr>
          <p:nvPr>
            <p:ph type="body" sz="quarter" idx="26" hasCustomPrompt="true"/>
          </p:nvPr>
        </p:nvSpPr>
        <p:spPr>
          <a:xfrm>
            <a:off x="8120697" y="1932123"/>
            <a:ext cx="3563938" cy="820620"/>
          </a:xfrm>
        </p:spPr>
        <p:txBody>
          <a:bodyPr>
            <a:noAutofit/>
          </a:bodyPr>
          <a:lstStyle>
            <a:lvl1pPr marL="0" indent="0" algn="ctr">
              <a:buNone/>
              <a:defRPr lang="en-US" sz="6000" b="true" i="false" kern="1200" noProof="false" dirty="false">
                <a:solidFill>
                  <a:schemeClr val="tx1"/>
                </a:solidFill>
                <a:latin typeface="+mj-lt"/>
                <a:ea typeface="Noto Sans S Chinese Regular" panose="020B0500000000000000" pitchFamily="34" charset="-128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noProof="false"/>
              <a:t>#$%</a:t>
            </a:r>
            <a:endParaRPr lang="en-US" noProof="false"/>
          </a:p>
        </p:txBody>
      </p:sp>
      <p:sp>
        <p:nvSpPr>
          <p:cNvPr id="2015" name="Text Placeholder 15"/>
          <p:cNvSpPr>
            <a:spLocks noGrp="true"/>
          </p:cNvSpPr>
          <p:nvPr>
            <p:ph type="body" sz="quarter" idx="27" hasCustomPrompt="true"/>
          </p:nvPr>
        </p:nvSpPr>
        <p:spPr>
          <a:xfrm>
            <a:off x="4671037" y="2774696"/>
            <a:ext cx="2841035" cy="820619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false" i="false">
                <a:latin typeface="Noto Sans S Chinese Regular" panose="020B0500000000000000" pitchFamily="34" charset="-128"/>
              </a:defRPr>
            </a:lvl1pPr>
          </a:lstStyle>
          <a:p>
            <a:pPr lvl="0"/>
            <a:r>
              <a:rPr lang="en-US" altLang="zh-CN" noProof="false" err="true"/>
              <a:t>请输入正文内容</a:t>
            </a:r>
            <a:endParaRPr lang="en-US" altLang="zh-CN" noProof="false"/>
          </a:p>
        </p:txBody>
      </p:sp>
      <p:sp>
        <p:nvSpPr>
          <p:cNvPr id="2016" name="Text Placeholder 15"/>
          <p:cNvSpPr>
            <a:spLocks noGrp="true"/>
          </p:cNvSpPr>
          <p:nvPr>
            <p:ph type="body" sz="quarter" idx="28" hasCustomPrompt="true"/>
          </p:nvPr>
        </p:nvSpPr>
        <p:spPr>
          <a:xfrm>
            <a:off x="850901" y="2774696"/>
            <a:ext cx="2841035" cy="820619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false" i="false">
                <a:latin typeface="Noto Sans S Chinese Regular" panose="020B0500000000000000" pitchFamily="34" charset="-128"/>
              </a:defRPr>
            </a:lvl1pPr>
          </a:lstStyle>
          <a:p>
            <a:pPr lvl="0"/>
            <a:r>
              <a:rPr lang="en-US" altLang="zh-CN" noProof="false" err="true"/>
              <a:t>请输入正文内容</a:t>
            </a:r>
            <a:endParaRPr lang="en-US" altLang="zh-CN" noProof="false"/>
          </a:p>
        </p:txBody>
      </p:sp>
      <p:sp>
        <p:nvSpPr>
          <p:cNvPr id="2017" name="Text Placeholder 8"/>
          <p:cNvSpPr>
            <a:spLocks noGrp="true"/>
          </p:cNvSpPr>
          <p:nvPr>
            <p:ph type="body" sz="quarter" idx="29" hasCustomPrompt="true"/>
          </p:nvPr>
        </p:nvSpPr>
        <p:spPr>
          <a:xfrm>
            <a:off x="496887" y="4305036"/>
            <a:ext cx="3563938" cy="820620"/>
          </a:xfrm>
        </p:spPr>
        <p:txBody>
          <a:bodyPr>
            <a:noAutofit/>
          </a:bodyPr>
          <a:lstStyle>
            <a:lvl1pPr marL="0" indent="0" algn="ctr">
              <a:buNone/>
              <a:defRPr lang="en-US" sz="6000" b="true" i="false" kern="1200" noProof="false" dirty="false">
                <a:solidFill>
                  <a:schemeClr val="tx1"/>
                </a:solidFill>
                <a:latin typeface="+mj-lt"/>
                <a:ea typeface="Noto Sans S Chinese Regular" panose="020B0500000000000000" pitchFamily="34" charset="-128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noProof="false"/>
              <a:t>#$%</a:t>
            </a:r>
            <a:endParaRPr lang="en-US" noProof="false"/>
          </a:p>
        </p:txBody>
      </p:sp>
      <p:sp>
        <p:nvSpPr>
          <p:cNvPr id="2018" name="Text Placeholder 15"/>
          <p:cNvSpPr>
            <a:spLocks noGrp="true"/>
          </p:cNvSpPr>
          <p:nvPr>
            <p:ph type="body" sz="quarter" idx="30" hasCustomPrompt="true"/>
          </p:nvPr>
        </p:nvSpPr>
        <p:spPr>
          <a:xfrm>
            <a:off x="8500064" y="5147609"/>
            <a:ext cx="2841035" cy="820619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false" i="false">
                <a:latin typeface="Noto Sans S Chinese Regular" panose="020B0500000000000000" pitchFamily="34" charset="-128"/>
              </a:defRPr>
            </a:lvl1pPr>
          </a:lstStyle>
          <a:p>
            <a:pPr lvl="0"/>
            <a:r>
              <a:rPr lang="en-US" altLang="zh-CN" noProof="false" err="true"/>
              <a:t>请输入正文内容</a:t>
            </a:r>
            <a:endParaRPr lang="en-US" altLang="zh-CN" noProof="false"/>
          </a:p>
        </p:txBody>
      </p:sp>
      <p:sp>
        <p:nvSpPr>
          <p:cNvPr id="2019" name="Text Placeholder 8"/>
          <p:cNvSpPr>
            <a:spLocks noGrp="true"/>
          </p:cNvSpPr>
          <p:nvPr>
            <p:ph type="body" sz="quarter" idx="31" hasCustomPrompt="true"/>
          </p:nvPr>
        </p:nvSpPr>
        <p:spPr>
          <a:xfrm>
            <a:off x="4322262" y="4305036"/>
            <a:ext cx="3563938" cy="820620"/>
          </a:xfrm>
        </p:spPr>
        <p:txBody>
          <a:bodyPr>
            <a:noAutofit/>
          </a:bodyPr>
          <a:lstStyle>
            <a:lvl1pPr marL="0" indent="0" algn="ctr">
              <a:buNone/>
              <a:defRPr lang="en-US" sz="6000" b="true" i="false" kern="1200" noProof="false" dirty="false">
                <a:solidFill>
                  <a:schemeClr val="tx1"/>
                </a:solidFill>
                <a:latin typeface="+mj-lt"/>
                <a:ea typeface="Noto Sans S Chinese Regular" panose="020B0500000000000000" pitchFamily="34" charset="-128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noProof="false"/>
              <a:t>#$%</a:t>
            </a:r>
            <a:endParaRPr lang="en-US" noProof="false"/>
          </a:p>
        </p:txBody>
      </p:sp>
      <p:sp>
        <p:nvSpPr>
          <p:cNvPr id="2020" name="Text Placeholder 8"/>
          <p:cNvSpPr>
            <a:spLocks noGrp="true"/>
          </p:cNvSpPr>
          <p:nvPr>
            <p:ph type="body" sz="quarter" idx="32" hasCustomPrompt="true"/>
          </p:nvPr>
        </p:nvSpPr>
        <p:spPr>
          <a:xfrm>
            <a:off x="8120697" y="4305036"/>
            <a:ext cx="3563938" cy="820620"/>
          </a:xfrm>
        </p:spPr>
        <p:txBody>
          <a:bodyPr>
            <a:noAutofit/>
          </a:bodyPr>
          <a:lstStyle>
            <a:lvl1pPr marL="0" indent="0" algn="ctr">
              <a:buNone/>
              <a:defRPr lang="en-US" sz="6000" b="true" i="false" kern="1200" noProof="false" dirty="false">
                <a:solidFill>
                  <a:schemeClr val="tx1"/>
                </a:solidFill>
                <a:latin typeface="+mj-lt"/>
                <a:ea typeface="Noto Sans S Chinese Regular" panose="020B0500000000000000" pitchFamily="34" charset="-128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noProof="false"/>
              <a:t>#$%</a:t>
            </a:r>
            <a:endParaRPr lang="en-US" noProof="false"/>
          </a:p>
        </p:txBody>
      </p:sp>
      <p:sp>
        <p:nvSpPr>
          <p:cNvPr id="2021" name="Text Placeholder 15"/>
          <p:cNvSpPr>
            <a:spLocks noGrp="true"/>
          </p:cNvSpPr>
          <p:nvPr>
            <p:ph type="body" sz="quarter" idx="33" hasCustomPrompt="true"/>
          </p:nvPr>
        </p:nvSpPr>
        <p:spPr>
          <a:xfrm>
            <a:off x="4671037" y="5147609"/>
            <a:ext cx="2841035" cy="820619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false" i="false">
                <a:latin typeface="Noto Sans S Chinese Regular" panose="020B0500000000000000" pitchFamily="34" charset="-128"/>
              </a:defRPr>
            </a:lvl1pPr>
          </a:lstStyle>
          <a:p>
            <a:pPr lvl="0"/>
            <a:r>
              <a:rPr lang="en-US" altLang="zh-CN" noProof="false" err="true"/>
              <a:t>请输入正文内容</a:t>
            </a:r>
            <a:endParaRPr lang="en-US" altLang="zh-CN" noProof="false"/>
          </a:p>
        </p:txBody>
      </p:sp>
      <p:sp>
        <p:nvSpPr>
          <p:cNvPr id="2022" name="Text Placeholder 15"/>
          <p:cNvSpPr>
            <a:spLocks noGrp="true"/>
          </p:cNvSpPr>
          <p:nvPr>
            <p:ph type="body" sz="quarter" idx="34" hasCustomPrompt="true"/>
          </p:nvPr>
        </p:nvSpPr>
        <p:spPr>
          <a:xfrm>
            <a:off x="850901" y="5147609"/>
            <a:ext cx="2841035" cy="820619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false" i="false">
                <a:latin typeface="Noto Sans S Chinese Regular" panose="020B0500000000000000" pitchFamily="34" charset="-128"/>
              </a:defRPr>
            </a:lvl1pPr>
          </a:lstStyle>
          <a:p>
            <a:pPr lvl="0"/>
            <a:r>
              <a:rPr lang="en-US" altLang="zh-CN" noProof="false" err="true"/>
              <a:t>请输入正文内容</a:t>
            </a:r>
            <a:endParaRPr lang="en-US" altLang="zh-CN" noProof="false"/>
          </a:p>
        </p:txBody>
      </p:sp>
    </p:spTree>
  </p:cSld>
  <p:clrMapOvr>
    <a:masterClrMapping/>
  </p:clrMapOvr>
</p:sldLayout>
</file>

<file path=ppt/slideLayouts/slideLayout246.xml><?xml version="1.0" encoding="utf-8"?>
<p:sldLayout xmlns:a="http://schemas.openxmlformats.org/drawingml/2006/main" xmlns:p="http://schemas.openxmlformats.org/presentationml/2006/main">
  <p:cSld name="Lists 2">
    <p:spTree>
      <p:nvGrpSpPr>
        <p:cNvPr id="20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4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/>
          <a:lstStyle/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2025" name="Picture Placeholder 9"/>
          <p:cNvSpPr>
            <a:spLocks noGrp="true"/>
          </p:cNvSpPr>
          <p:nvPr>
            <p:ph type="pic" sz="quarter" idx="12" hasCustomPrompt="true"/>
          </p:nvPr>
        </p:nvSpPr>
        <p:spPr>
          <a:xfrm>
            <a:off x="498475" y="2003425"/>
            <a:ext cx="1311275" cy="1303338"/>
          </a:xfrm>
          <a:prstGeom prst="roundRect">
            <a:avLst>
              <a:gd name="adj" fmla="val 4466"/>
            </a:avLst>
          </a:prstGeom>
          <a:noFill/>
        </p:spPr>
        <p:txBody>
          <a:bodyPr anchor="ctr" anchorCtr="false"/>
          <a:lstStyle>
            <a:lvl1pPr marL="0" indent="0" algn="ctr">
              <a:buNone/>
              <a:defRPr sz="1200" b="false" i="false" cap="all" normalizeH="false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noProof="false" err="true"/>
              <a:t>单击插入图标</a:t>
            </a:r>
            <a:endParaRPr lang="en-US" noProof="false"/>
          </a:p>
        </p:txBody>
      </p:sp>
      <p:sp>
        <p:nvSpPr>
          <p:cNvPr id="2026" name="Text Placeholder 11"/>
          <p:cNvSpPr>
            <a:spLocks noGrp="true"/>
          </p:cNvSpPr>
          <p:nvPr>
            <p:ph type="body" sz="quarter" idx="13" hasCustomPrompt="true"/>
          </p:nvPr>
        </p:nvSpPr>
        <p:spPr>
          <a:xfrm>
            <a:off x="507365" y="3429000"/>
            <a:ext cx="3563938" cy="483243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200" b="true" i="false" spc="-50" baseline="0">
                <a:latin typeface="Noto Sans S Chinese Bold" panose="020B0500000000000000" pitchFamily="34" charset="-128"/>
                <a:ea typeface="Noto Sans S Chinese Bold" panose="020B0500000000000000" pitchFamily="34" charset="-128"/>
              </a:defRPr>
            </a:lvl1pPr>
            <a:lvl2pPr marL="0" indent="0">
              <a:lnSpc>
                <a:spcPct val="100000"/>
              </a:lnSpc>
              <a:spcBef>
                <a:spcPts val="1500"/>
              </a:spcBef>
              <a:buNone/>
              <a:defRPr sz="1500"/>
            </a:lvl2pPr>
          </a:lstStyle>
          <a:p>
            <a:pPr lvl="0"/>
            <a:r>
              <a:rPr lang="en-US" noProof="false" err="true"/>
              <a:t>请输入标题</a:t>
            </a:r>
            <a:endParaRPr lang="en-US" noProof="false"/>
          </a:p>
        </p:txBody>
      </p:sp>
      <p:sp>
        <p:nvSpPr>
          <p:cNvPr id="2027" name="Text Placeholder 13"/>
          <p:cNvSpPr>
            <a:spLocks noGrp="true"/>
          </p:cNvSpPr>
          <p:nvPr>
            <p:ph type="body" sz="quarter" idx="14" hasCustomPrompt="true"/>
          </p:nvPr>
        </p:nvSpPr>
        <p:spPr>
          <a:xfrm>
            <a:off x="4314825" y="564838"/>
            <a:ext cx="3563938" cy="435176"/>
          </a:xfrm>
        </p:spPr>
        <p:txBody>
          <a:bodyPr anchor="b" anchorCtr="false"/>
          <a:lstStyle>
            <a:lvl1pPr marL="0" indent="0">
              <a:spcBef>
                <a:spcPts val="0"/>
              </a:spcBef>
              <a:buNone/>
              <a:defRPr sz="1600" b="true" i="false">
                <a:latin typeface="Noto Sans S Chinese Bold" panose="020B0500000000000000" pitchFamily="34" charset="-128"/>
                <a:ea typeface="Noto Sans S Chinese Bold" panose="020B0500000000000000" pitchFamily="34" charset="-128"/>
              </a:defRPr>
            </a:lvl1pPr>
            <a:lvl2pPr marL="176530" indent="-176530">
              <a:lnSpc>
                <a:spcPct val="100000"/>
              </a:lnSpc>
              <a:spcBef>
                <a:spcPts val="300"/>
              </a:spcBef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false" err="true"/>
              <a:t>请输入标题</a:t>
            </a:r>
            <a:endParaRPr lang="en-US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noProof="false" err="true"/>
              <a:t>请输入标题</a:t>
            </a:r>
            <a:endParaRPr lang="en-US" altLang="zh-CN" noProof="false"/>
          </a:p>
        </p:txBody>
      </p:sp>
      <p:sp>
        <p:nvSpPr>
          <p:cNvPr id="2028" name="Text Placeholder 13"/>
          <p:cNvSpPr>
            <a:spLocks noGrp="true"/>
          </p:cNvSpPr>
          <p:nvPr>
            <p:ph type="body" sz="quarter" idx="15" hasCustomPrompt="true"/>
          </p:nvPr>
        </p:nvSpPr>
        <p:spPr>
          <a:xfrm>
            <a:off x="4314825" y="1084783"/>
            <a:ext cx="3563938" cy="92658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None/>
              <a:defRPr lang="en-US" sz="1200" b="false" i="false" kern="1200" noProof="false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+mn-cs"/>
              </a:defRPr>
            </a:lvl1pPr>
            <a:lvl2pPr marL="176530" indent="-176530">
              <a:lnSpc>
                <a:spcPct val="100000"/>
              </a:lnSpc>
              <a:spcBef>
                <a:spcPts val="300"/>
              </a:spcBef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marL="171450" marR="0" lvl="0" indent="-171450" algn="l" defTabSz="914400" rtl="false" eaLnBrk="true" fontAlgn="auto" latinLnBrk="false" hangingPunct="true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noProof="false" dirty="false" err="true"/>
              <a:t>请输入正文内容</a:t>
            </a:r>
            <a:r>
              <a:rPr lang="zh-CN" altLang="en-US" noProof="false" dirty="false"/>
              <a:t> </a:t>
            </a:r>
            <a:r>
              <a:rPr lang="en-US" altLang="zh-CN" noProof="false" dirty="false"/>
              <a:t>1</a:t>
            </a:r>
            <a:endParaRPr lang="en-US" altLang="zh-CN" noProof="false" dirty="false"/>
          </a:p>
          <a:p>
            <a:pPr marL="171450" marR="0" lvl="0" indent="-171450" algn="l" defTabSz="914400" rtl="false" eaLnBrk="true" fontAlgn="auto" latinLnBrk="false" hangingPunct="true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zh-CN" noProof="false" dirty="false" err="true"/>
              <a:t>请输入正文内容</a:t>
            </a:r>
            <a:r>
              <a:rPr lang="zh-CN" altLang="en-US" noProof="false" dirty="false"/>
              <a:t> </a:t>
            </a:r>
            <a:r>
              <a:rPr lang="en-US" altLang="zh-CN" noProof="false" dirty="false"/>
              <a:t>2</a:t>
            </a:r>
            <a:endParaRPr lang="en-US" altLang="zh-CN" noProof="false" dirty="false"/>
          </a:p>
          <a:p>
            <a:pPr marL="171450" marR="0" lvl="0" indent="-171450" algn="l" defTabSz="914400" rtl="false" eaLnBrk="true" fontAlgn="auto" latinLnBrk="false" hangingPunct="true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noProof="false" dirty="false"/>
              <a:t>请输入正文内容 </a:t>
            </a:r>
            <a:r>
              <a:rPr lang="en-US" altLang="zh-CN" noProof="false" dirty="false"/>
              <a:t>3</a:t>
            </a:r>
            <a:endParaRPr lang="en-US" altLang="zh-CN" noProof="false" dirty="false"/>
          </a:p>
          <a:p>
            <a:pPr marL="171450" marR="0" lvl="0" indent="-171450" algn="l" defTabSz="914400" rtl="false" eaLnBrk="true" fontAlgn="auto" latinLnBrk="false" hangingPunct="true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lang="en-US" noProof="false" dirty="false"/>
          </a:p>
          <a:p>
            <a:pPr lvl="0"/>
            <a:endParaRPr lang="en-US" noProof="false" dirty="false"/>
          </a:p>
        </p:txBody>
      </p:sp>
      <p:sp>
        <p:nvSpPr>
          <p:cNvPr id="2029" name="Text Placeholder 8"/>
          <p:cNvSpPr>
            <a:spLocks noGrp="true"/>
          </p:cNvSpPr>
          <p:nvPr>
            <p:ph type="body" sz="quarter" idx="23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noProof="false" err="true"/>
              <a:t>来源</a:t>
            </a:r>
            <a:r>
              <a:rPr lang="zh-CN" altLang="en-US" noProof="false"/>
              <a:t>：</a:t>
            </a:r>
            <a:endParaRPr lang="en-US" noProof="false"/>
          </a:p>
        </p:txBody>
      </p:sp>
      <p:sp>
        <p:nvSpPr>
          <p:cNvPr id="2030" name="Text Placeholder 11"/>
          <p:cNvSpPr>
            <a:spLocks noGrp="true"/>
          </p:cNvSpPr>
          <p:nvPr>
            <p:ph type="body" sz="quarter" idx="24" hasCustomPrompt="true"/>
          </p:nvPr>
        </p:nvSpPr>
        <p:spPr>
          <a:xfrm>
            <a:off x="507365" y="4111906"/>
            <a:ext cx="3563938" cy="1945994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 b="false" i="false" spc="-50" baseline="0">
                <a:latin typeface="Noto Sans S Chinese Regular" panose="020B0500000000000000" pitchFamily="34" charset="-128"/>
              </a:defRPr>
            </a:lvl1pPr>
            <a:lvl2pPr marL="0" indent="0">
              <a:lnSpc>
                <a:spcPct val="100000"/>
              </a:lnSpc>
              <a:spcBef>
                <a:spcPts val="1500"/>
              </a:spcBef>
              <a:buNone/>
              <a:defRPr lang="en-US" sz="1500" kern="1200" dirty="fals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 noProof="false" err="true"/>
              <a:t>请输入小标题</a:t>
            </a:r>
            <a:endParaRPr lang="en-US" noProof="false"/>
          </a:p>
          <a:p>
            <a:pPr marL="0" marR="0" lvl="0" indent="0" algn="l" defTabSz="914400" rtl="false" eaLnBrk="true" fontAlgn="auto" latinLnBrk="fal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noProof="false" err="true"/>
              <a:t>请输入小标题</a:t>
            </a:r>
            <a:endParaRPr lang="en-US" altLang="zh-CN" noProof="false"/>
          </a:p>
          <a:p>
            <a:pPr marL="0" marR="0" lvl="0" indent="0" algn="l" defTabSz="914400" rtl="false" eaLnBrk="true" fontAlgn="auto" latinLnBrk="fal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noProof="false" err="true"/>
              <a:t>请输入小标题</a:t>
            </a:r>
            <a:endParaRPr lang="en-US" altLang="zh-CN" noProof="false"/>
          </a:p>
        </p:txBody>
      </p:sp>
      <p:sp>
        <p:nvSpPr>
          <p:cNvPr id="2031" name="Text Placeholder 13"/>
          <p:cNvSpPr>
            <a:spLocks noGrp="true"/>
          </p:cNvSpPr>
          <p:nvPr>
            <p:ph type="body" sz="quarter" idx="25" hasCustomPrompt="true"/>
          </p:nvPr>
        </p:nvSpPr>
        <p:spPr>
          <a:xfrm>
            <a:off x="4314825" y="2412923"/>
            <a:ext cx="3563938" cy="435176"/>
          </a:xfrm>
        </p:spPr>
        <p:txBody>
          <a:bodyPr anchor="b" anchorCtr="false"/>
          <a:lstStyle>
            <a:lvl1pPr marL="0" indent="0">
              <a:spcBef>
                <a:spcPts val="0"/>
              </a:spcBef>
              <a:buNone/>
              <a:defRPr lang="en-US" altLang="zh-CN" sz="1600" b="true" i="false" kern="120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  <a:lvl2pPr marL="176530" indent="-176530">
              <a:lnSpc>
                <a:spcPct val="100000"/>
              </a:lnSpc>
              <a:spcBef>
                <a:spcPts val="300"/>
              </a:spcBef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CN" noProof="false" err="true"/>
              <a:t>请输入标题</a:t>
            </a:r>
            <a:endParaRPr lang="en-US" altLang="zh-CN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noProof="false" err="true"/>
              <a:t>请输入标题</a:t>
            </a:r>
            <a:endParaRPr lang="en-US" altLang="zh-CN" noProof="false"/>
          </a:p>
        </p:txBody>
      </p:sp>
      <p:sp>
        <p:nvSpPr>
          <p:cNvPr id="2032" name="Text Placeholder 13"/>
          <p:cNvSpPr>
            <a:spLocks noGrp="true"/>
          </p:cNvSpPr>
          <p:nvPr>
            <p:ph type="body" sz="quarter" idx="26" hasCustomPrompt="true"/>
          </p:nvPr>
        </p:nvSpPr>
        <p:spPr>
          <a:xfrm>
            <a:off x="4314825" y="2932868"/>
            <a:ext cx="3563938" cy="926588"/>
          </a:xfrm>
        </p:spPr>
        <p:txBody>
          <a:bodyPr/>
          <a:lstStyle>
            <a:lvl1pPr marL="171450" indent="-17145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en-US" altLang="zh-CN" sz="1200" b="false" i="false" kern="1200" noProof="false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+mn-cs"/>
              </a:defRPr>
            </a:lvl1pPr>
            <a:lvl2pPr marL="176530" indent="-176530">
              <a:lnSpc>
                <a:spcPct val="100000"/>
              </a:lnSpc>
              <a:spcBef>
                <a:spcPts val="300"/>
              </a:spcBef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marL="171450" marR="0" lvl="0" indent="-171450" algn="l" defTabSz="914400" rtl="false" eaLnBrk="true" fontAlgn="auto" latinLnBrk="false" hangingPunct="true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zh-CN" noProof="false" dirty="false" err="true"/>
              <a:t>请输入正文内容</a:t>
            </a:r>
            <a:r>
              <a:rPr lang="zh-CN" altLang="en-US" noProof="false" dirty="false"/>
              <a:t> </a:t>
            </a:r>
            <a:r>
              <a:rPr lang="en-US" altLang="zh-CN" noProof="false" dirty="false"/>
              <a:t>1</a:t>
            </a:r>
            <a:endParaRPr lang="en-US" altLang="zh-CN" noProof="false" dirty="false"/>
          </a:p>
          <a:p>
            <a:pPr marL="171450" marR="0" lvl="0" indent="-171450" algn="l" defTabSz="914400" rtl="false" eaLnBrk="true" fontAlgn="auto" latinLnBrk="false" hangingPunct="true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zh-CN" noProof="false" dirty="false" err="true"/>
              <a:t>请输入正文内容</a:t>
            </a:r>
            <a:r>
              <a:rPr lang="zh-CN" altLang="en-US" noProof="false" dirty="false"/>
              <a:t> </a:t>
            </a:r>
            <a:r>
              <a:rPr lang="en-US" altLang="zh-CN" noProof="false" dirty="false"/>
              <a:t>2</a:t>
            </a:r>
            <a:endParaRPr lang="en-US" altLang="zh-CN" noProof="false" dirty="false"/>
          </a:p>
          <a:p>
            <a:pPr marL="171450" marR="0" lvl="0" indent="-171450" algn="l" defTabSz="914400" rtl="false" eaLnBrk="true" fontAlgn="auto" latinLnBrk="false" hangingPunct="true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noProof="false" dirty="false"/>
              <a:t>请输入正文内容 </a:t>
            </a:r>
            <a:r>
              <a:rPr lang="en-US" altLang="zh-CN" noProof="false" dirty="false"/>
              <a:t>3</a:t>
            </a:r>
            <a:endParaRPr lang="en-US" altLang="zh-CN" noProof="false" dirty="false"/>
          </a:p>
        </p:txBody>
      </p:sp>
      <p:sp>
        <p:nvSpPr>
          <p:cNvPr id="2033" name="Text Placeholder 13"/>
          <p:cNvSpPr>
            <a:spLocks noGrp="true"/>
          </p:cNvSpPr>
          <p:nvPr>
            <p:ph type="body" sz="quarter" idx="27" hasCustomPrompt="true"/>
          </p:nvPr>
        </p:nvSpPr>
        <p:spPr>
          <a:xfrm>
            <a:off x="4314825" y="4255767"/>
            <a:ext cx="3563938" cy="435176"/>
          </a:xfrm>
        </p:spPr>
        <p:txBody>
          <a:bodyPr anchor="b" anchorCtr="false"/>
          <a:lstStyle>
            <a:lvl1pPr marL="0" indent="0">
              <a:spcBef>
                <a:spcPts val="0"/>
              </a:spcBef>
              <a:buNone/>
              <a:defRPr lang="en-US" altLang="zh-CN" sz="1600" b="true" i="false" kern="120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  <a:lvl2pPr marL="176530" indent="-176530">
              <a:lnSpc>
                <a:spcPct val="100000"/>
              </a:lnSpc>
              <a:spcBef>
                <a:spcPts val="300"/>
              </a:spcBef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CN" noProof="false" err="true"/>
              <a:t>请输入标题</a:t>
            </a:r>
            <a:endParaRPr lang="en-US" altLang="zh-CN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noProof="false" err="true"/>
              <a:t>请输入标题</a:t>
            </a:r>
            <a:endParaRPr lang="en-US" altLang="zh-CN" noProof="false"/>
          </a:p>
        </p:txBody>
      </p:sp>
      <p:sp>
        <p:nvSpPr>
          <p:cNvPr id="2034" name="Text Placeholder 13"/>
          <p:cNvSpPr>
            <a:spLocks noGrp="true"/>
          </p:cNvSpPr>
          <p:nvPr>
            <p:ph type="body" sz="quarter" idx="28" hasCustomPrompt="true"/>
          </p:nvPr>
        </p:nvSpPr>
        <p:spPr>
          <a:xfrm>
            <a:off x="4314825" y="4775712"/>
            <a:ext cx="3563938" cy="926588"/>
          </a:xfrm>
        </p:spPr>
        <p:txBody>
          <a:bodyPr/>
          <a:lstStyle>
            <a:lvl1pPr marL="171450" indent="-17145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en-US" altLang="zh-CN" sz="1200" b="false" i="false" kern="1200" noProof="false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+mn-cs"/>
              </a:defRPr>
            </a:lvl1pPr>
            <a:lvl2pPr marL="176530" indent="-176530">
              <a:lnSpc>
                <a:spcPct val="100000"/>
              </a:lnSpc>
              <a:spcBef>
                <a:spcPts val="300"/>
              </a:spcBef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marL="171450" marR="0" lvl="0" indent="-171450" algn="l" defTabSz="914400" rtl="false" eaLnBrk="true" fontAlgn="auto" latinLnBrk="false" hangingPunct="true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zh-CN" noProof="false" dirty="false" err="true"/>
              <a:t>请输入正文内容</a:t>
            </a:r>
            <a:r>
              <a:rPr lang="zh-CN" altLang="en-US" noProof="false" dirty="false"/>
              <a:t> </a:t>
            </a:r>
            <a:r>
              <a:rPr lang="en-US" altLang="zh-CN" noProof="false" dirty="false"/>
              <a:t>1</a:t>
            </a:r>
            <a:endParaRPr lang="en-US" altLang="zh-CN" noProof="false" dirty="false"/>
          </a:p>
          <a:p>
            <a:pPr marL="171450" marR="0" lvl="0" indent="-171450" algn="l" defTabSz="914400" rtl="false" eaLnBrk="true" fontAlgn="auto" latinLnBrk="false" hangingPunct="true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zh-CN" noProof="false" dirty="false" err="true"/>
              <a:t>请输入正文内容</a:t>
            </a:r>
            <a:r>
              <a:rPr lang="zh-CN" altLang="en-US" noProof="false" dirty="false"/>
              <a:t> </a:t>
            </a:r>
            <a:r>
              <a:rPr lang="en-US" altLang="zh-CN" noProof="false" dirty="false"/>
              <a:t>2</a:t>
            </a:r>
            <a:endParaRPr lang="en-US" altLang="zh-CN" noProof="false" dirty="false"/>
          </a:p>
          <a:p>
            <a:pPr marL="171450" marR="0" lvl="0" indent="-171450" algn="l" defTabSz="914400" rtl="false" eaLnBrk="true" fontAlgn="auto" latinLnBrk="false" hangingPunct="true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noProof="false" dirty="false"/>
              <a:t>请输入正文内容 </a:t>
            </a:r>
            <a:r>
              <a:rPr lang="en-US" altLang="zh-CN" noProof="false" dirty="false"/>
              <a:t>3</a:t>
            </a:r>
            <a:endParaRPr lang="en-US" altLang="zh-CN" noProof="false" dirty="false"/>
          </a:p>
        </p:txBody>
      </p:sp>
      <p:sp>
        <p:nvSpPr>
          <p:cNvPr id="2035" name="Text Placeholder 13"/>
          <p:cNvSpPr>
            <a:spLocks noGrp="true"/>
          </p:cNvSpPr>
          <p:nvPr>
            <p:ph type="body" sz="quarter" idx="29" hasCustomPrompt="true"/>
          </p:nvPr>
        </p:nvSpPr>
        <p:spPr>
          <a:xfrm>
            <a:off x="8131175" y="564838"/>
            <a:ext cx="3563938" cy="435176"/>
          </a:xfrm>
        </p:spPr>
        <p:txBody>
          <a:bodyPr anchor="b" anchorCtr="false"/>
          <a:lstStyle>
            <a:lvl1pPr marL="0" indent="0">
              <a:spcBef>
                <a:spcPts val="0"/>
              </a:spcBef>
              <a:buNone/>
              <a:defRPr lang="en-US" altLang="zh-CN" sz="1600" b="true" i="false" kern="120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  <a:lvl2pPr marL="176530" indent="-176530">
              <a:lnSpc>
                <a:spcPct val="100000"/>
              </a:lnSpc>
              <a:spcBef>
                <a:spcPts val="300"/>
              </a:spcBef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CN" noProof="false" err="true"/>
              <a:t>请输入标题</a:t>
            </a:r>
            <a:endParaRPr lang="en-US" altLang="zh-CN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noProof="false" err="true"/>
              <a:t>请输入标题</a:t>
            </a:r>
            <a:endParaRPr lang="en-US" altLang="zh-CN" noProof="false"/>
          </a:p>
        </p:txBody>
      </p:sp>
      <p:sp>
        <p:nvSpPr>
          <p:cNvPr id="2036" name="Text Placeholder 13"/>
          <p:cNvSpPr>
            <a:spLocks noGrp="true"/>
          </p:cNvSpPr>
          <p:nvPr>
            <p:ph type="body" sz="quarter" idx="30" hasCustomPrompt="true"/>
          </p:nvPr>
        </p:nvSpPr>
        <p:spPr>
          <a:xfrm>
            <a:off x="8131175" y="1084783"/>
            <a:ext cx="3563938" cy="926588"/>
          </a:xfrm>
        </p:spPr>
        <p:txBody>
          <a:bodyPr/>
          <a:lstStyle>
            <a:lvl1pPr marL="171450" indent="-17145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en-US" altLang="zh-CN" sz="1200" b="false" i="false" kern="1200" noProof="false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+mn-cs"/>
              </a:defRPr>
            </a:lvl1pPr>
            <a:lvl2pPr marL="176530" indent="-176530">
              <a:lnSpc>
                <a:spcPct val="100000"/>
              </a:lnSpc>
              <a:spcBef>
                <a:spcPts val="300"/>
              </a:spcBef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marL="171450" marR="0" lvl="0" indent="-171450" algn="l" defTabSz="914400" rtl="false" eaLnBrk="true" fontAlgn="auto" latinLnBrk="false" hangingPunct="true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zh-CN" noProof="false" dirty="false" err="true"/>
              <a:t>请输入正文内容</a:t>
            </a:r>
            <a:r>
              <a:rPr lang="zh-CN" altLang="en-US" noProof="false" dirty="false"/>
              <a:t> </a:t>
            </a:r>
            <a:r>
              <a:rPr lang="en-US" altLang="zh-CN" noProof="false" dirty="false"/>
              <a:t>1</a:t>
            </a:r>
            <a:endParaRPr lang="en-US" altLang="zh-CN" noProof="false" dirty="false"/>
          </a:p>
          <a:p>
            <a:pPr marL="171450" marR="0" lvl="0" indent="-171450" algn="l" defTabSz="914400" rtl="false" eaLnBrk="true" fontAlgn="auto" latinLnBrk="false" hangingPunct="true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zh-CN" noProof="false" dirty="false" err="true"/>
              <a:t>请输入正文内容</a:t>
            </a:r>
            <a:r>
              <a:rPr lang="zh-CN" altLang="en-US" noProof="false" dirty="false"/>
              <a:t> </a:t>
            </a:r>
            <a:r>
              <a:rPr lang="en-US" altLang="zh-CN" noProof="false" dirty="false"/>
              <a:t>2</a:t>
            </a:r>
            <a:endParaRPr lang="en-US" altLang="zh-CN" noProof="false" dirty="false"/>
          </a:p>
          <a:p>
            <a:pPr marL="171450" marR="0" lvl="0" indent="-171450" algn="l" defTabSz="914400" rtl="false" eaLnBrk="true" fontAlgn="auto" latinLnBrk="false" hangingPunct="true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noProof="false" dirty="false"/>
              <a:t>请输入正文内容 </a:t>
            </a:r>
            <a:r>
              <a:rPr lang="en-US" altLang="zh-CN" noProof="false" dirty="false"/>
              <a:t>3</a:t>
            </a:r>
            <a:endParaRPr lang="en-US" altLang="zh-CN" noProof="false" dirty="false"/>
          </a:p>
        </p:txBody>
      </p:sp>
      <p:sp>
        <p:nvSpPr>
          <p:cNvPr id="2037" name="Text Placeholder 13"/>
          <p:cNvSpPr>
            <a:spLocks noGrp="true"/>
          </p:cNvSpPr>
          <p:nvPr>
            <p:ph type="body" sz="quarter" idx="31" hasCustomPrompt="true"/>
          </p:nvPr>
        </p:nvSpPr>
        <p:spPr>
          <a:xfrm>
            <a:off x="8131175" y="2412923"/>
            <a:ext cx="3563938" cy="435176"/>
          </a:xfrm>
        </p:spPr>
        <p:txBody>
          <a:bodyPr anchor="b" anchorCtr="false"/>
          <a:lstStyle>
            <a:lvl1pPr marL="0" indent="0">
              <a:spcBef>
                <a:spcPts val="0"/>
              </a:spcBef>
              <a:buNone/>
              <a:defRPr lang="en-US" altLang="zh-CN" sz="1600" b="true" i="false" kern="120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  <a:lvl2pPr marL="176530" indent="-176530">
              <a:lnSpc>
                <a:spcPct val="100000"/>
              </a:lnSpc>
              <a:spcBef>
                <a:spcPts val="300"/>
              </a:spcBef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CN" noProof="false" err="true"/>
              <a:t>请输入标题</a:t>
            </a:r>
            <a:endParaRPr lang="en-US" altLang="zh-CN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noProof="false" err="true"/>
              <a:t>请输入标题</a:t>
            </a:r>
            <a:endParaRPr lang="en-US" altLang="zh-CN" noProof="false"/>
          </a:p>
        </p:txBody>
      </p:sp>
      <p:sp>
        <p:nvSpPr>
          <p:cNvPr id="2038" name="Text Placeholder 13"/>
          <p:cNvSpPr>
            <a:spLocks noGrp="true"/>
          </p:cNvSpPr>
          <p:nvPr>
            <p:ph type="body" sz="quarter" idx="32" hasCustomPrompt="true"/>
          </p:nvPr>
        </p:nvSpPr>
        <p:spPr>
          <a:xfrm>
            <a:off x="8131175" y="2932868"/>
            <a:ext cx="3563938" cy="926588"/>
          </a:xfrm>
        </p:spPr>
        <p:txBody>
          <a:bodyPr/>
          <a:lstStyle>
            <a:lvl1pPr marL="171450" indent="-17145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en-US" altLang="zh-CN" sz="1200" b="false" i="false" kern="1200" noProof="false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+mn-cs"/>
              </a:defRPr>
            </a:lvl1pPr>
            <a:lvl2pPr marL="176530" indent="-176530">
              <a:lnSpc>
                <a:spcPct val="100000"/>
              </a:lnSpc>
              <a:spcBef>
                <a:spcPts val="300"/>
              </a:spcBef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marL="171450" marR="0" lvl="0" indent="-171450" algn="l" defTabSz="914400" rtl="false" eaLnBrk="true" fontAlgn="auto" latinLnBrk="false" hangingPunct="true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zh-CN" noProof="false" dirty="false" err="true"/>
              <a:t>请输入正文内容</a:t>
            </a:r>
            <a:r>
              <a:rPr lang="zh-CN" altLang="en-US" noProof="false" dirty="false"/>
              <a:t> </a:t>
            </a:r>
            <a:r>
              <a:rPr lang="en-US" altLang="zh-CN" noProof="false" dirty="false"/>
              <a:t>1</a:t>
            </a:r>
            <a:endParaRPr lang="en-US" altLang="zh-CN" noProof="false" dirty="false"/>
          </a:p>
          <a:p>
            <a:pPr marL="171450" marR="0" lvl="0" indent="-171450" algn="l" defTabSz="914400" rtl="false" eaLnBrk="true" fontAlgn="auto" latinLnBrk="false" hangingPunct="true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zh-CN" noProof="false" dirty="false" err="true"/>
              <a:t>请输入正文内容</a:t>
            </a:r>
            <a:r>
              <a:rPr lang="zh-CN" altLang="en-US" noProof="false" dirty="false"/>
              <a:t> </a:t>
            </a:r>
            <a:r>
              <a:rPr lang="en-US" altLang="zh-CN" noProof="false" dirty="false"/>
              <a:t>2</a:t>
            </a:r>
            <a:endParaRPr lang="en-US" altLang="zh-CN" noProof="false" dirty="false"/>
          </a:p>
          <a:p>
            <a:pPr marL="171450" marR="0" lvl="0" indent="-171450" algn="l" defTabSz="914400" rtl="false" eaLnBrk="true" fontAlgn="auto" latinLnBrk="false" hangingPunct="true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noProof="false" dirty="false"/>
              <a:t>请输入正文内容 </a:t>
            </a:r>
            <a:r>
              <a:rPr lang="en-US" altLang="zh-CN" noProof="false" dirty="false"/>
              <a:t>3</a:t>
            </a:r>
            <a:endParaRPr lang="en-US" altLang="zh-CN" noProof="false" dirty="false"/>
          </a:p>
        </p:txBody>
      </p:sp>
      <p:sp>
        <p:nvSpPr>
          <p:cNvPr id="2039" name="Text Placeholder 13"/>
          <p:cNvSpPr>
            <a:spLocks noGrp="true"/>
          </p:cNvSpPr>
          <p:nvPr>
            <p:ph type="body" sz="quarter" idx="33" hasCustomPrompt="true"/>
          </p:nvPr>
        </p:nvSpPr>
        <p:spPr>
          <a:xfrm>
            <a:off x="8131175" y="4255767"/>
            <a:ext cx="3563938" cy="435176"/>
          </a:xfrm>
        </p:spPr>
        <p:txBody>
          <a:bodyPr anchor="b" anchorCtr="false"/>
          <a:lstStyle>
            <a:lvl1pPr marL="0" indent="0">
              <a:spcBef>
                <a:spcPts val="0"/>
              </a:spcBef>
              <a:buNone/>
              <a:defRPr lang="en-US" altLang="zh-CN" sz="1600" b="true" i="false" kern="120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  <a:lvl2pPr marL="176530" indent="-176530">
              <a:lnSpc>
                <a:spcPct val="100000"/>
              </a:lnSpc>
              <a:spcBef>
                <a:spcPts val="300"/>
              </a:spcBef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CN" noProof="false" err="true"/>
              <a:t>请输入标题</a:t>
            </a:r>
            <a:endParaRPr lang="en-US" altLang="zh-CN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noProof="false" err="true"/>
              <a:t>请输入标题</a:t>
            </a:r>
            <a:endParaRPr lang="en-US" altLang="zh-CN" noProof="false"/>
          </a:p>
        </p:txBody>
      </p:sp>
      <p:sp>
        <p:nvSpPr>
          <p:cNvPr id="2040" name="Text Placeholder 13"/>
          <p:cNvSpPr>
            <a:spLocks noGrp="true"/>
          </p:cNvSpPr>
          <p:nvPr>
            <p:ph type="body" sz="quarter" idx="34" hasCustomPrompt="true"/>
          </p:nvPr>
        </p:nvSpPr>
        <p:spPr>
          <a:xfrm>
            <a:off x="8131175" y="4775712"/>
            <a:ext cx="3563938" cy="926588"/>
          </a:xfrm>
        </p:spPr>
        <p:txBody>
          <a:bodyPr/>
          <a:lstStyle>
            <a:lvl1pPr marL="171450" indent="-17145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en-US" altLang="zh-CN" sz="1200" b="false" i="false" kern="1200" noProof="false" dirty="false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+mn-cs"/>
              </a:defRPr>
            </a:lvl1pPr>
            <a:lvl2pPr marL="176530" indent="-176530">
              <a:lnSpc>
                <a:spcPct val="100000"/>
              </a:lnSpc>
              <a:spcBef>
                <a:spcPts val="300"/>
              </a:spcBef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marL="171450" marR="0" lvl="0" indent="-171450" algn="l" defTabSz="914400" rtl="false" eaLnBrk="true" fontAlgn="auto" latinLnBrk="false" hangingPunct="true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zh-CN" noProof="false" dirty="false" err="true"/>
              <a:t>请输入正文内容</a:t>
            </a:r>
            <a:r>
              <a:rPr lang="zh-CN" altLang="en-US" noProof="false" dirty="false"/>
              <a:t> </a:t>
            </a:r>
            <a:r>
              <a:rPr lang="en-US" altLang="zh-CN" noProof="false" dirty="false"/>
              <a:t>1</a:t>
            </a:r>
            <a:endParaRPr lang="en-US" altLang="zh-CN" noProof="false" dirty="false"/>
          </a:p>
          <a:p>
            <a:pPr marL="171450" marR="0" lvl="0" indent="-171450" algn="l" defTabSz="914400" rtl="false" eaLnBrk="true" fontAlgn="auto" latinLnBrk="false" hangingPunct="true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zh-CN" noProof="false" dirty="false" err="true"/>
              <a:t>请输入正文内容</a:t>
            </a:r>
            <a:r>
              <a:rPr lang="zh-CN" altLang="en-US" noProof="false" dirty="false"/>
              <a:t> </a:t>
            </a:r>
            <a:r>
              <a:rPr lang="en-US" altLang="zh-CN" noProof="false" dirty="false"/>
              <a:t>2</a:t>
            </a:r>
            <a:endParaRPr lang="en-US" altLang="zh-CN" noProof="false" dirty="false"/>
          </a:p>
          <a:p>
            <a:pPr marL="171450" marR="0" lvl="0" indent="-171450" algn="l" defTabSz="914400" rtl="false" eaLnBrk="true" fontAlgn="auto" latinLnBrk="false" hangingPunct="true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noProof="false" dirty="false"/>
              <a:t>请输入正文内容 </a:t>
            </a:r>
            <a:r>
              <a:rPr lang="en-US" altLang="zh-CN" noProof="false" dirty="false"/>
              <a:t>3</a:t>
            </a:r>
            <a:endParaRPr lang="en-US" altLang="zh-CN" noProof="false" dirty="false"/>
          </a:p>
        </p:txBody>
      </p:sp>
    </p:spTree>
  </p:cSld>
  <p:clrMapOvr>
    <a:masterClrMapping/>
  </p:clrMapOvr>
</p:sldLayout>
</file>

<file path=ppt/slideLayouts/slideLayout247.xml><?xml version="1.0" encoding="utf-8"?>
<p:sldLayout xmlns:a="http://schemas.openxmlformats.org/drawingml/2006/main" xmlns:p="http://schemas.openxmlformats.org/presentationml/2006/main">
  <p:cSld name="1_Lists 2">
    <p:bg>
      <p:bgPr>
        <a:solidFill>
          <a:schemeClr val="tx1"/>
        </a:solidFill>
        <a:effectLst/>
      </p:bgPr>
    </p:bg>
    <p:spTree>
      <p:nvGrpSpPr>
        <p:cNvPr id="20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2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/>
            <a:fld id="{61618D03-50A5-4FC1-A1FF-1ED14B2283ED}" type="slidenum">
              <a:rPr lang="en-US" smtClean="false"/>
              <a:t/>
            </a:fld>
            <a:endParaRPr lang="en-US"/>
          </a:p>
        </p:txBody>
      </p:sp>
      <p:sp>
        <p:nvSpPr>
          <p:cNvPr id="2043" name="Picture Placeholder 9"/>
          <p:cNvSpPr>
            <a:spLocks noGrp="true"/>
          </p:cNvSpPr>
          <p:nvPr>
            <p:ph type="pic" sz="quarter" idx="12" hasCustomPrompt="true"/>
          </p:nvPr>
        </p:nvSpPr>
        <p:spPr>
          <a:xfrm>
            <a:off x="498475" y="2003425"/>
            <a:ext cx="1311275" cy="1303338"/>
          </a:xfrm>
          <a:prstGeom prst="roundRect">
            <a:avLst>
              <a:gd name="adj" fmla="val 4466"/>
            </a:avLst>
          </a:prstGeom>
          <a:noFill/>
        </p:spPr>
        <p:txBody>
          <a:bodyPr anchor="ctr" anchorCtr="false"/>
          <a:lstStyle>
            <a:lvl1pPr marL="0" indent="0" algn="ctr">
              <a:buNone/>
              <a:defRPr sz="1200" b="false" i="false" cap="all" normalizeH="false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noProof="false" err="true"/>
              <a:t>单击插入图标</a:t>
            </a:r>
            <a:endParaRPr lang="en-US" noProof="false"/>
          </a:p>
        </p:txBody>
      </p:sp>
      <p:sp>
        <p:nvSpPr>
          <p:cNvPr id="2044" name="Text Placeholder 11"/>
          <p:cNvSpPr>
            <a:spLocks noGrp="true"/>
          </p:cNvSpPr>
          <p:nvPr>
            <p:ph type="body" sz="quarter" idx="13" hasCustomPrompt="true"/>
          </p:nvPr>
        </p:nvSpPr>
        <p:spPr>
          <a:xfrm>
            <a:off x="507365" y="3429000"/>
            <a:ext cx="3563938" cy="483243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200" b="true" i="false" spc="-50" baseline="0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</a:defRPr>
            </a:lvl1pPr>
            <a:lvl2pPr marL="0" indent="0">
              <a:lnSpc>
                <a:spcPct val="100000"/>
              </a:lnSpc>
              <a:spcBef>
                <a:spcPts val="1500"/>
              </a:spcBef>
              <a:buNone/>
              <a:defRPr sz="1500"/>
            </a:lvl2pPr>
          </a:lstStyle>
          <a:p>
            <a:pPr lvl="0"/>
            <a:r>
              <a:rPr lang="en-US" noProof="false" err="true"/>
              <a:t>请输入标题</a:t>
            </a:r>
            <a:endParaRPr lang="en-US" noProof="false"/>
          </a:p>
        </p:txBody>
      </p:sp>
      <p:sp>
        <p:nvSpPr>
          <p:cNvPr id="2045" name="Text Placeholder 13"/>
          <p:cNvSpPr>
            <a:spLocks noGrp="true"/>
          </p:cNvSpPr>
          <p:nvPr>
            <p:ph type="body" sz="quarter" idx="14" hasCustomPrompt="true"/>
          </p:nvPr>
        </p:nvSpPr>
        <p:spPr>
          <a:xfrm>
            <a:off x="4314825" y="564838"/>
            <a:ext cx="3563938" cy="435176"/>
          </a:xfrm>
        </p:spPr>
        <p:txBody>
          <a:bodyPr anchor="b" anchorCtr="false"/>
          <a:lstStyle>
            <a:lvl1pPr marL="0" indent="0">
              <a:spcBef>
                <a:spcPts val="0"/>
              </a:spcBef>
              <a:buNone/>
              <a:defRPr sz="1600" b="true" i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</a:defRPr>
            </a:lvl1pPr>
            <a:lvl2pPr marL="176530" indent="-176530">
              <a:lnSpc>
                <a:spcPct val="100000"/>
              </a:lnSpc>
              <a:spcBef>
                <a:spcPts val="300"/>
              </a:spcBef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zh-CN" noProof="false" err="true"/>
              <a:t>请输入标题</a:t>
            </a:r>
            <a:endParaRPr lang="en-US" altLang="zh-CN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noProof="false" err="true"/>
              <a:t>请输入标题</a:t>
            </a:r>
            <a:endParaRPr lang="en-US" altLang="zh-CN" noProof="false"/>
          </a:p>
        </p:txBody>
      </p:sp>
      <p:sp>
        <p:nvSpPr>
          <p:cNvPr id="2046" name="Text Placeholder 13"/>
          <p:cNvSpPr>
            <a:spLocks noGrp="true"/>
          </p:cNvSpPr>
          <p:nvPr>
            <p:ph type="body" sz="quarter" idx="15" hasCustomPrompt="true"/>
          </p:nvPr>
        </p:nvSpPr>
        <p:spPr>
          <a:xfrm>
            <a:off x="4314825" y="1084783"/>
            <a:ext cx="3563938" cy="964688"/>
          </a:xfrm>
        </p:spPr>
        <p:txBody>
          <a:bodyPr/>
          <a:lstStyle>
            <a:lvl1pPr marL="171450" indent="-17145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en-US" sz="1200" b="false" i="false" kern="1200" noProof="false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+mn-ea"/>
                <a:cs typeface="+mn-cs"/>
              </a:defRPr>
            </a:lvl1pPr>
            <a:lvl2pPr marL="176530" indent="-176530">
              <a:lnSpc>
                <a:spcPct val="100000"/>
              </a:lnSpc>
              <a:spcBef>
                <a:spcPts val="300"/>
              </a:spcBef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zh-CN" noProof="false" dirty="false" err="true"/>
              <a:t>请输入正文内容</a:t>
            </a:r>
            <a:r>
              <a:rPr lang="zh-CN" altLang="en-US" noProof="false" dirty="false"/>
              <a:t> </a:t>
            </a:r>
            <a:r>
              <a:rPr lang="en-US" altLang="zh-CN" noProof="false" dirty="false"/>
              <a:t>1</a:t>
            </a:r>
            <a:endParaRPr lang="en-US" altLang="zh-CN" noProof="false" dirty="false"/>
          </a:p>
          <a:p>
            <a:pPr lvl="0"/>
            <a:r>
              <a:rPr lang="en-US" altLang="zh-CN" noProof="false" dirty="false" err="true"/>
              <a:t>请输入正文内容</a:t>
            </a:r>
            <a:r>
              <a:rPr lang="zh-CN" altLang="en-US" noProof="false" dirty="false"/>
              <a:t> </a:t>
            </a:r>
            <a:r>
              <a:rPr lang="en-US" altLang="zh-CN" noProof="false" dirty="false"/>
              <a:t>2</a:t>
            </a:r>
            <a:endParaRPr lang="en-US" altLang="zh-CN" noProof="false" dirty="false"/>
          </a:p>
          <a:p>
            <a:pPr lvl="0"/>
            <a:r>
              <a:rPr lang="en-US" altLang="zh-CN" noProof="false" dirty="false" err="true"/>
              <a:t>请输入正文内容</a:t>
            </a:r>
            <a:r>
              <a:rPr lang="zh-CN" altLang="en-US" noProof="false" dirty="false"/>
              <a:t> </a:t>
            </a:r>
            <a:r>
              <a:rPr lang="en-US" altLang="zh-CN" noProof="false" dirty="false"/>
              <a:t>3</a:t>
            </a:r>
            <a:endParaRPr lang="en-US" altLang="zh-CN" noProof="false" dirty="false"/>
          </a:p>
        </p:txBody>
      </p:sp>
      <p:sp>
        <p:nvSpPr>
          <p:cNvPr id="2047" name="Text Placeholder 8"/>
          <p:cNvSpPr>
            <a:spLocks noGrp="true"/>
          </p:cNvSpPr>
          <p:nvPr>
            <p:ph type="body" sz="quarter" idx="23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noProof="false" err="true"/>
              <a:t>来源</a:t>
            </a:r>
            <a:r>
              <a:rPr lang="zh-CN" altLang="en-US" noProof="false"/>
              <a:t>：</a:t>
            </a:r>
            <a:endParaRPr lang="en-US" noProof="false"/>
          </a:p>
        </p:txBody>
      </p:sp>
      <p:sp>
        <p:nvSpPr>
          <p:cNvPr id="2048" name="Text Placeholder 11"/>
          <p:cNvSpPr>
            <a:spLocks noGrp="true"/>
          </p:cNvSpPr>
          <p:nvPr>
            <p:ph type="body" sz="quarter" idx="24" hasCustomPrompt="true"/>
          </p:nvPr>
        </p:nvSpPr>
        <p:spPr>
          <a:xfrm>
            <a:off x="507365" y="4111906"/>
            <a:ext cx="3563938" cy="1945994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 b="false" i="false" spc="-50" baseline="0">
                <a:solidFill>
                  <a:schemeClr val="bg1"/>
                </a:solidFill>
                <a:latin typeface="Noto Sans S Chinese Regular" panose="020B0500000000000000" pitchFamily="34" charset="-128"/>
              </a:defRPr>
            </a:lvl1pPr>
            <a:lvl2pPr marL="0" indent="0">
              <a:lnSpc>
                <a:spcPct val="100000"/>
              </a:lnSpc>
              <a:spcBef>
                <a:spcPts val="1500"/>
              </a:spcBef>
              <a:buNone/>
              <a:defRPr lang="en-US" sz="1500" kern="1200" dirty="fals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 altLang="zh-CN" noProof="false" err="true"/>
              <a:t>请输入小标题</a:t>
            </a:r>
            <a:endParaRPr lang="en-US" altLang="zh-CN" noProof="false"/>
          </a:p>
          <a:p>
            <a:pPr marL="0" marR="0" lvl="0" indent="0" algn="l" defTabSz="914400" rtl="false" eaLnBrk="true" fontAlgn="auto" latinLnBrk="fal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noProof="false" err="true"/>
              <a:t>请输入小标题</a:t>
            </a:r>
            <a:endParaRPr lang="en-US" altLang="zh-CN" noProof="false"/>
          </a:p>
          <a:p>
            <a:pPr marL="0" marR="0" lvl="0" indent="0" algn="l" defTabSz="914400" rtl="false" eaLnBrk="true" fontAlgn="auto" latinLnBrk="fal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noProof="false" err="true"/>
              <a:t>请输入小标题</a:t>
            </a:r>
            <a:endParaRPr lang="en-US" altLang="zh-CN" noProof="false"/>
          </a:p>
        </p:txBody>
      </p:sp>
      <p:sp>
        <p:nvSpPr>
          <p:cNvPr id="2049" name="Text Placeholder 13"/>
          <p:cNvSpPr>
            <a:spLocks noGrp="true"/>
          </p:cNvSpPr>
          <p:nvPr>
            <p:ph type="body" sz="quarter" idx="25" hasCustomPrompt="true"/>
          </p:nvPr>
        </p:nvSpPr>
        <p:spPr>
          <a:xfrm>
            <a:off x="4314825" y="2412923"/>
            <a:ext cx="3563938" cy="435176"/>
          </a:xfrm>
        </p:spPr>
        <p:txBody>
          <a:bodyPr anchor="b" anchorCtr="false"/>
          <a:lstStyle>
            <a:lvl1pPr marL="0" indent="0">
              <a:spcBef>
                <a:spcPts val="0"/>
              </a:spcBef>
              <a:buNone/>
              <a:defRPr lang="en-US" altLang="zh-CN" sz="1600" b="true" i="false" kern="120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  <a:lvl2pPr marL="176530" indent="-176530">
              <a:lnSpc>
                <a:spcPct val="100000"/>
              </a:lnSpc>
              <a:spcBef>
                <a:spcPts val="300"/>
              </a:spcBef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CN" noProof="false" err="true"/>
              <a:t>请输入标题</a:t>
            </a:r>
            <a:endParaRPr lang="en-US" altLang="zh-CN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noProof="false" err="true"/>
              <a:t>请输入标题</a:t>
            </a:r>
            <a:endParaRPr lang="en-US" altLang="zh-CN" noProof="false"/>
          </a:p>
        </p:txBody>
      </p:sp>
      <p:sp>
        <p:nvSpPr>
          <p:cNvPr id="2050" name="Text Placeholder 13"/>
          <p:cNvSpPr>
            <a:spLocks noGrp="true"/>
          </p:cNvSpPr>
          <p:nvPr>
            <p:ph type="body" sz="quarter" idx="26" hasCustomPrompt="true"/>
          </p:nvPr>
        </p:nvSpPr>
        <p:spPr>
          <a:xfrm>
            <a:off x="4314825" y="2932868"/>
            <a:ext cx="3563938" cy="964688"/>
          </a:xfrm>
        </p:spPr>
        <p:txBody>
          <a:bodyPr/>
          <a:lstStyle>
            <a:lvl1pPr marL="171450" indent="-17145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en-US" sz="1200" b="false" i="false" kern="1200" noProof="false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+mn-ea"/>
                <a:cs typeface="+mn-cs"/>
              </a:defRPr>
            </a:lvl1pPr>
            <a:lvl2pPr marL="176530" indent="-176530">
              <a:lnSpc>
                <a:spcPct val="100000"/>
              </a:lnSpc>
              <a:spcBef>
                <a:spcPts val="300"/>
              </a:spcBef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zh-CN" noProof="false" err="true"/>
              <a:t>请输入正文内容</a:t>
            </a:r>
            <a:r>
              <a:rPr lang="zh-CN" altLang="en-US" noProof="false"/>
              <a:t> </a:t>
            </a:r>
            <a:r>
              <a:rPr lang="en-US" altLang="zh-CN" noProof="false"/>
              <a:t>1</a:t>
            </a:r>
            <a:endParaRPr lang="en-US" altLang="zh-CN" noProof="false"/>
          </a:p>
          <a:p>
            <a:pPr lvl="0"/>
            <a:r>
              <a:rPr lang="en-US" altLang="zh-CN" noProof="false" err="true"/>
              <a:t>请输入正文内容</a:t>
            </a:r>
            <a:r>
              <a:rPr lang="zh-CN" altLang="en-US" noProof="false"/>
              <a:t> </a:t>
            </a:r>
            <a:r>
              <a:rPr lang="en-US" altLang="zh-CN" noProof="false"/>
              <a:t>2</a:t>
            </a:r>
            <a:endParaRPr lang="en-US" altLang="zh-CN" noProof="false"/>
          </a:p>
          <a:p>
            <a:pPr lvl="0"/>
            <a:r>
              <a:rPr lang="en-US" altLang="zh-CN" noProof="false" err="true"/>
              <a:t>请输入正文内容</a:t>
            </a:r>
            <a:r>
              <a:rPr lang="zh-CN" altLang="en-US" noProof="false"/>
              <a:t> </a:t>
            </a:r>
            <a:r>
              <a:rPr lang="en-US" altLang="zh-CN" noProof="false"/>
              <a:t>3</a:t>
            </a:r>
            <a:endParaRPr lang="en-US" altLang="zh-CN" noProof="false"/>
          </a:p>
        </p:txBody>
      </p:sp>
      <p:sp>
        <p:nvSpPr>
          <p:cNvPr id="2051" name="Text Placeholder 13"/>
          <p:cNvSpPr>
            <a:spLocks noGrp="true"/>
          </p:cNvSpPr>
          <p:nvPr>
            <p:ph type="body" sz="quarter" idx="27" hasCustomPrompt="true"/>
          </p:nvPr>
        </p:nvSpPr>
        <p:spPr>
          <a:xfrm>
            <a:off x="4314825" y="4255767"/>
            <a:ext cx="3563938" cy="435176"/>
          </a:xfrm>
        </p:spPr>
        <p:txBody>
          <a:bodyPr anchor="b" anchorCtr="false"/>
          <a:lstStyle>
            <a:lvl1pPr marL="0" indent="0">
              <a:spcBef>
                <a:spcPts val="0"/>
              </a:spcBef>
              <a:buNone/>
              <a:defRPr lang="en-US" altLang="zh-CN" sz="1600" b="true" i="false" kern="120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  <a:lvl2pPr marL="176530" indent="-176530">
              <a:lnSpc>
                <a:spcPct val="100000"/>
              </a:lnSpc>
              <a:spcBef>
                <a:spcPts val="300"/>
              </a:spcBef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CN" noProof="false" err="true"/>
              <a:t>请输入标题</a:t>
            </a:r>
            <a:endParaRPr lang="en-US" altLang="zh-CN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noProof="false" err="true"/>
              <a:t>请输入标题</a:t>
            </a:r>
            <a:endParaRPr lang="en-US" altLang="zh-CN" noProof="false"/>
          </a:p>
        </p:txBody>
      </p:sp>
      <p:sp>
        <p:nvSpPr>
          <p:cNvPr id="2052" name="Text Placeholder 13"/>
          <p:cNvSpPr>
            <a:spLocks noGrp="true"/>
          </p:cNvSpPr>
          <p:nvPr>
            <p:ph type="body" sz="quarter" idx="28" hasCustomPrompt="true"/>
          </p:nvPr>
        </p:nvSpPr>
        <p:spPr>
          <a:xfrm>
            <a:off x="4314825" y="4775712"/>
            <a:ext cx="3563938" cy="964688"/>
          </a:xfrm>
        </p:spPr>
        <p:txBody>
          <a:bodyPr/>
          <a:lstStyle>
            <a:lvl1pPr marL="171450" indent="-17145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en-US" sz="1200" b="false" i="false" kern="1200" noProof="false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+mn-ea"/>
                <a:cs typeface="+mn-cs"/>
              </a:defRPr>
            </a:lvl1pPr>
            <a:lvl2pPr marL="176530" indent="-176530">
              <a:lnSpc>
                <a:spcPct val="100000"/>
              </a:lnSpc>
              <a:spcBef>
                <a:spcPts val="300"/>
              </a:spcBef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zh-CN" noProof="false" err="true"/>
              <a:t>请输入正文内容</a:t>
            </a:r>
            <a:r>
              <a:rPr lang="zh-CN" altLang="en-US" noProof="false"/>
              <a:t> </a:t>
            </a:r>
            <a:r>
              <a:rPr lang="en-US" altLang="zh-CN" noProof="false"/>
              <a:t>1</a:t>
            </a:r>
            <a:endParaRPr lang="en-US" altLang="zh-CN" noProof="false"/>
          </a:p>
          <a:p>
            <a:pPr lvl="0"/>
            <a:r>
              <a:rPr lang="en-US" altLang="zh-CN" noProof="false" err="true"/>
              <a:t>请输入正文内容</a:t>
            </a:r>
            <a:r>
              <a:rPr lang="zh-CN" altLang="en-US" noProof="false"/>
              <a:t> </a:t>
            </a:r>
            <a:r>
              <a:rPr lang="en-US" altLang="zh-CN" noProof="false"/>
              <a:t>2</a:t>
            </a:r>
            <a:endParaRPr lang="en-US" altLang="zh-CN" noProof="false"/>
          </a:p>
          <a:p>
            <a:pPr lvl="0"/>
            <a:r>
              <a:rPr lang="en-US" altLang="zh-CN" noProof="false" err="true"/>
              <a:t>请输入正文内容</a:t>
            </a:r>
            <a:r>
              <a:rPr lang="zh-CN" altLang="en-US" noProof="false"/>
              <a:t> </a:t>
            </a:r>
            <a:r>
              <a:rPr lang="en-US" altLang="zh-CN" noProof="false"/>
              <a:t>3</a:t>
            </a:r>
            <a:endParaRPr lang="en-US" altLang="zh-CN" noProof="false"/>
          </a:p>
        </p:txBody>
      </p:sp>
      <p:sp>
        <p:nvSpPr>
          <p:cNvPr id="2053" name="Text Placeholder 13"/>
          <p:cNvSpPr>
            <a:spLocks noGrp="true"/>
          </p:cNvSpPr>
          <p:nvPr>
            <p:ph type="body" sz="quarter" idx="29" hasCustomPrompt="true"/>
          </p:nvPr>
        </p:nvSpPr>
        <p:spPr>
          <a:xfrm>
            <a:off x="8131175" y="564838"/>
            <a:ext cx="3563938" cy="435176"/>
          </a:xfrm>
        </p:spPr>
        <p:txBody>
          <a:bodyPr anchor="b" anchorCtr="false"/>
          <a:lstStyle>
            <a:lvl1pPr marL="0" indent="0">
              <a:spcBef>
                <a:spcPts val="0"/>
              </a:spcBef>
              <a:buNone/>
              <a:defRPr lang="en-US" altLang="zh-CN" sz="1600" b="true" i="false" kern="120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  <a:lvl2pPr marL="176530" indent="-176530">
              <a:lnSpc>
                <a:spcPct val="100000"/>
              </a:lnSpc>
              <a:spcBef>
                <a:spcPts val="300"/>
              </a:spcBef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CN" noProof="false" err="true"/>
              <a:t>请输入标题</a:t>
            </a:r>
            <a:endParaRPr lang="en-US" altLang="zh-CN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noProof="false" err="true"/>
              <a:t>请输入标题</a:t>
            </a:r>
            <a:endParaRPr lang="en-US" altLang="zh-CN" noProof="false"/>
          </a:p>
        </p:txBody>
      </p:sp>
      <p:sp>
        <p:nvSpPr>
          <p:cNvPr id="2054" name="Text Placeholder 13"/>
          <p:cNvSpPr>
            <a:spLocks noGrp="true"/>
          </p:cNvSpPr>
          <p:nvPr>
            <p:ph type="body" sz="quarter" idx="30" hasCustomPrompt="true"/>
          </p:nvPr>
        </p:nvSpPr>
        <p:spPr>
          <a:xfrm>
            <a:off x="8131175" y="1084783"/>
            <a:ext cx="3563938" cy="964688"/>
          </a:xfrm>
        </p:spPr>
        <p:txBody>
          <a:bodyPr/>
          <a:lstStyle>
            <a:lvl1pPr marL="171450" indent="-17145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en-US" sz="1200" b="false" i="false" kern="1200" noProof="false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+mn-ea"/>
                <a:cs typeface="+mn-cs"/>
              </a:defRPr>
            </a:lvl1pPr>
            <a:lvl2pPr marL="176530" indent="-176530">
              <a:lnSpc>
                <a:spcPct val="100000"/>
              </a:lnSpc>
              <a:spcBef>
                <a:spcPts val="300"/>
              </a:spcBef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zh-CN" noProof="false" err="true"/>
              <a:t>请输入正文内容</a:t>
            </a:r>
            <a:r>
              <a:rPr lang="zh-CN" altLang="en-US" noProof="false"/>
              <a:t> </a:t>
            </a:r>
            <a:r>
              <a:rPr lang="en-US" altLang="zh-CN" noProof="false"/>
              <a:t>1</a:t>
            </a:r>
            <a:endParaRPr lang="en-US" altLang="zh-CN" noProof="false"/>
          </a:p>
          <a:p>
            <a:pPr lvl="0"/>
            <a:r>
              <a:rPr lang="en-US" altLang="zh-CN" noProof="false" err="true"/>
              <a:t>请输入正文内容</a:t>
            </a:r>
            <a:r>
              <a:rPr lang="zh-CN" altLang="en-US" noProof="false"/>
              <a:t> </a:t>
            </a:r>
            <a:r>
              <a:rPr lang="en-US" altLang="zh-CN" noProof="false"/>
              <a:t>2</a:t>
            </a:r>
            <a:endParaRPr lang="en-US" altLang="zh-CN" noProof="false"/>
          </a:p>
          <a:p>
            <a:pPr lvl="0"/>
            <a:r>
              <a:rPr lang="en-US" altLang="zh-CN" noProof="false" err="true"/>
              <a:t>请输入正文内容</a:t>
            </a:r>
            <a:r>
              <a:rPr lang="zh-CN" altLang="en-US" noProof="false"/>
              <a:t> </a:t>
            </a:r>
            <a:r>
              <a:rPr lang="en-US" altLang="zh-CN" noProof="false"/>
              <a:t>3</a:t>
            </a:r>
            <a:endParaRPr lang="en-US" altLang="zh-CN" noProof="false"/>
          </a:p>
        </p:txBody>
      </p:sp>
      <p:sp>
        <p:nvSpPr>
          <p:cNvPr id="2055" name="Text Placeholder 13"/>
          <p:cNvSpPr>
            <a:spLocks noGrp="true"/>
          </p:cNvSpPr>
          <p:nvPr>
            <p:ph type="body" sz="quarter" idx="31" hasCustomPrompt="true"/>
          </p:nvPr>
        </p:nvSpPr>
        <p:spPr>
          <a:xfrm>
            <a:off x="8131175" y="2412923"/>
            <a:ext cx="3563938" cy="435176"/>
          </a:xfrm>
        </p:spPr>
        <p:txBody>
          <a:bodyPr anchor="b" anchorCtr="false"/>
          <a:lstStyle>
            <a:lvl1pPr marL="0" indent="0">
              <a:spcBef>
                <a:spcPts val="0"/>
              </a:spcBef>
              <a:buNone/>
              <a:defRPr lang="en-US" altLang="zh-CN" sz="1600" b="true" i="false" kern="120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  <a:lvl2pPr marL="176530" indent="-176530">
              <a:lnSpc>
                <a:spcPct val="100000"/>
              </a:lnSpc>
              <a:spcBef>
                <a:spcPts val="300"/>
              </a:spcBef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CN" noProof="false" err="true"/>
              <a:t>请输入标题</a:t>
            </a:r>
            <a:endParaRPr lang="en-US" altLang="zh-CN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noProof="false" err="true"/>
              <a:t>请输入标题</a:t>
            </a:r>
            <a:endParaRPr lang="en-US" altLang="zh-CN" noProof="false"/>
          </a:p>
        </p:txBody>
      </p:sp>
      <p:sp>
        <p:nvSpPr>
          <p:cNvPr id="2056" name="Text Placeholder 13"/>
          <p:cNvSpPr>
            <a:spLocks noGrp="true"/>
          </p:cNvSpPr>
          <p:nvPr>
            <p:ph type="body" sz="quarter" idx="32" hasCustomPrompt="true"/>
          </p:nvPr>
        </p:nvSpPr>
        <p:spPr>
          <a:xfrm>
            <a:off x="8131175" y="2932868"/>
            <a:ext cx="3563938" cy="964688"/>
          </a:xfrm>
        </p:spPr>
        <p:txBody>
          <a:bodyPr/>
          <a:lstStyle>
            <a:lvl1pPr marL="171450" indent="-17145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en-US" sz="1200" b="false" i="false" kern="1200" noProof="false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+mn-ea"/>
                <a:cs typeface="+mn-cs"/>
              </a:defRPr>
            </a:lvl1pPr>
            <a:lvl2pPr marL="176530" indent="-176530">
              <a:lnSpc>
                <a:spcPct val="100000"/>
              </a:lnSpc>
              <a:spcBef>
                <a:spcPts val="300"/>
              </a:spcBef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zh-CN" noProof="false" err="true"/>
              <a:t>请输入正文内容</a:t>
            </a:r>
            <a:r>
              <a:rPr lang="zh-CN" altLang="en-US" noProof="false"/>
              <a:t> </a:t>
            </a:r>
            <a:r>
              <a:rPr lang="en-US" altLang="zh-CN" noProof="false"/>
              <a:t>1</a:t>
            </a:r>
            <a:endParaRPr lang="en-US" altLang="zh-CN" noProof="false"/>
          </a:p>
          <a:p>
            <a:pPr lvl="0"/>
            <a:r>
              <a:rPr lang="en-US" altLang="zh-CN" noProof="false" err="true"/>
              <a:t>请输入正文内容</a:t>
            </a:r>
            <a:r>
              <a:rPr lang="zh-CN" altLang="en-US" noProof="false"/>
              <a:t> </a:t>
            </a:r>
            <a:r>
              <a:rPr lang="en-US" altLang="zh-CN" noProof="false"/>
              <a:t>2</a:t>
            </a:r>
            <a:endParaRPr lang="en-US" altLang="zh-CN" noProof="false"/>
          </a:p>
          <a:p>
            <a:pPr lvl="0"/>
            <a:r>
              <a:rPr lang="en-US" altLang="zh-CN" noProof="false" err="true"/>
              <a:t>请输入正文内容</a:t>
            </a:r>
            <a:r>
              <a:rPr lang="zh-CN" altLang="en-US" noProof="false"/>
              <a:t> </a:t>
            </a:r>
            <a:r>
              <a:rPr lang="en-US" altLang="zh-CN" noProof="false"/>
              <a:t>3</a:t>
            </a:r>
            <a:endParaRPr lang="en-US" altLang="zh-CN" noProof="false"/>
          </a:p>
        </p:txBody>
      </p:sp>
      <p:sp>
        <p:nvSpPr>
          <p:cNvPr id="2057" name="Text Placeholder 13"/>
          <p:cNvSpPr>
            <a:spLocks noGrp="true"/>
          </p:cNvSpPr>
          <p:nvPr>
            <p:ph type="body" sz="quarter" idx="33" hasCustomPrompt="true"/>
          </p:nvPr>
        </p:nvSpPr>
        <p:spPr>
          <a:xfrm>
            <a:off x="8131175" y="4255767"/>
            <a:ext cx="3563938" cy="435176"/>
          </a:xfrm>
        </p:spPr>
        <p:txBody>
          <a:bodyPr anchor="b" anchorCtr="false"/>
          <a:lstStyle>
            <a:lvl1pPr marL="0" indent="0">
              <a:spcBef>
                <a:spcPts val="0"/>
              </a:spcBef>
              <a:buNone/>
              <a:defRPr lang="en-US" altLang="zh-CN" sz="1600" b="true" i="false" kern="120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  <a:lvl2pPr marL="176530" indent="-176530">
              <a:lnSpc>
                <a:spcPct val="100000"/>
              </a:lnSpc>
              <a:spcBef>
                <a:spcPts val="300"/>
              </a:spcBef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CN" noProof="false" err="true"/>
              <a:t>请输入标题</a:t>
            </a:r>
            <a:endParaRPr lang="en-US" altLang="zh-CN" noProof="false"/>
          </a:p>
          <a:p>
            <a:pPr marL="0" marR="0" lvl="0" indent="0" algn="l" defTabSz="914400" rtl="false" eaLnBrk="true" fontAlgn="auto" latinLnBrk="false" hangingPunct="tru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noProof="false" err="true"/>
              <a:t>请输入标题</a:t>
            </a:r>
            <a:endParaRPr lang="en-US" altLang="zh-CN" noProof="false"/>
          </a:p>
        </p:txBody>
      </p:sp>
      <p:sp>
        <p:nvSpPr>
          <p:cNvPr id="2058" name="Text Placeholder 13"/>
          <p:cNvSpPr>
            <a:spLocks noGrp="true"/>
          </p:cNvSpPr>
          <p:nvPr>
            <p:ph type="body" sz="quarter" idx="34" hasCustomPrompt="true"/>
          </p:nvPr>
        </p:nvSpPr>
        <p:spPr>
          <a:xfrm>
            <a:off x="8131175" y="4775712"/>
            <a:ext cx="3563938" cy="964688"/>
          </a:xfrm>
        </p:spPr>
        <p:txBody>
          <a:bodyPr/>
          <a:lstStyle>
            <a:lvl1pPr marL="171450" indent="-17145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en-US" sz="1200" b="false" i="false" kern="1200" noProof="false" dirty="false">
                <a:solidFill>
                  <a:schemeClr val="bg1"/>
                </a:solidFill>
                <a:latin typeface="Noto Sans S Chinese Regular" panose="020B0500000000000000" pitchFamily="34" charset="-128"/>
                <a:ea typeface="+mn-ea"/>
                <a:cs typeface="+mn-cs"/>
              </a:defRPr>
            </a:lvl1pPr>
            <a:lvl2pPr marL="176530" indent="-176530">
              <a:lnSpc>
                <a:spcPct val="100000"/>
              </a:lnSpc>
              <a:spcBef>
                <a:spcPts val="300"/>
              </a:spcBef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zh-CN" noProof="false" err="true"/>
              <a:t>请输入正文内容</a:t>
            </a:r>
            <a:r>
              <a:rPr lang="zh-CN" altLang="en-US" noProof="false"/>
              <a:t> </a:t>
            </a:r>
            <a:r>
              <a:rPr lang="en-US" altLang="zh-CN" noProof="false"/>
              <a:t>1</a:t>
            </a:r>
            <a:endParaRPr lang="en-US" altLang="zh-CN" noProof="false"/>
          </a:p>
          <a:p>
            <a:pPr lvl="0"/>
            <a:r>
              <a:rPr lang="en-US" altLang="zh-CN" noProof="false" err="true"/>
              <a:t>请输入正文内容</a:t>
            </a:r>
            <a:r>
              <a:rPr lang="zh-CN" altLang="en-US" noProof="false"/>
              <a:t> </a:t>
            </a:r>
            <a:r>
              <a:rPr lang="en-US" altLang="zh-CN" noProof="false"/>
              <a:t>2</a:t>
            </a:r>
            <a:endParaRPr lang="en-US" altLang="zh-CN" noProof="false"/>
          </a:p>
          <a:p>
            <a:pPr lvl="0"/>
            <a:r>
              <a:rPr lang="en-US" altLang="zh-CN" noProof="false" err="true"/>
              <a:t>请输入正文内容</a:t>
            </a:r>
            <a:r>
              <a:rPr lang="zh-CN" altLang="en-US" noProof="false"/>
              <a:t> </a:t>
            </a:r>
            <a:r>
              <a:rPr lang="en-US" altLang="zh-CN" noProof="false"/>
              <a:t>3</a:t>
            </a:r>
            <a:endParaRPr lang="en-US" altLang="zh-CN" noProof="false"/>
          </a:p>
        </p:txBody>
      </p:sp>
    </p:spTree>
  </p:cSld>
  <p:clrMapOvr>
    <a:masterClrMapping/>
  </p:clrMapOvr>
</p:sldLayout>
</file>

<file path=ppt/slideLayouts/slideLayout248.xml><?xml version="1.0" encoding="utf-8"?>
<p:sldLayout xmlns:a="http://schemas.openxmlformats.org/drawingml/2006/main" xmlns:p="http://schemas.openxmlformats.org/presentationml/2006/main">
  <p:cSld name="Title and Content">
    <p:spTree>
      <p:nvGrpSpPr>
        <p:cNvPr id="205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0" name="Title 1"/>
          <p:cNvSpPr>
            <a:spLocks noGrp="true"/>
          </p:cNvSpPr>
          <p:nvPr>
            <p:ph type="title" hasCustomPrompt="true"/>
          </p:nvPr>
        </p:nvSpPr>
        <p:spPr/>
        <p:txBody>
          <a:bodyPr anchor="ctr"/>
          <a:lstStyle>
            <a:lvl1pPr>
              <a:defRPr sz="4000"/>
            </a:lvl1pPr>
          </a:lstStyle>
          <a:p>
            <a:pPr/>
            <a:r>
              <a:rPr lang="en-US" noProof="false" err="true"/>
              <a:t>请输入标题</a:t>
            </a:r>
            <a:endParaRPr lang="en-US" noProof="false"/>
          </a:p>
        </p:txBody>
      </p:sp>
      <p:sp>
        <p:nvSpPr>
          <p:cNvPr id="2061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/>
          <a:lstStyle/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2062" name="Content Placeholder 5"/>
          <p:cNvSpPr>
            <a:spLocks noGrp="true"/>
          </p:cNvSpPr>
          <p:nvPr>
            <p:ph sz="quarter" idx="12" hasCustomPrompt="true"/>
          </p:nvPr>
        </p:nvSpPr>
        <p:spPr>
          <a:xfrm>
            <a:off x="498474" y="1198563"/>
            <a:ext cx="11186159" cy="4859337"/>
          </a:xfrm>
        </p:spPr>
        <p:txBody>
          <a:bodyPr/>
          <a:lstStyle>
            <a:lvl1pPr marL="457200" indent="-457200">
              <a:buFont typeface="Arial" panose="020B0604020202020204" pitchFamily="34" charset="0"/>
              <a:buChar char="•"/>
              <a:defRPr/>
            </a:lvl1pPr>
            <a:lvl2pPr marL="800100" indent="-342900">
              <a:buFont typeface="Arial" panose="020B0604020202020204" pitchFamily="34" charset="0"/>
              <a:buChar char="•"/>
              <a:defRPr/>
            </a:lvl2pPr>
            <a:lvl3pPr marL="1257300" indent="-342900">
              <a:buFont typeface="Arial" panose="020B0604020202020204" pitchFamily="34" charset="0"/>
              <a:buChar char="•"/>
              <a:defRPr/>
            </a:lvl3pPr>
            <a:lvl4pPr marL="1657350" indent="-285750">
              <a:buFont typeface="Arial" panose="020B0604020202020204" pitchFamily="34" charset="0"/>
              <a:buChar char="•"/>
              <a:defRPr/>
            </a:lvl4pPr>
            <a:lvl5pPr marL="2114550" indent="-2857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noProof="false" dirty="false" err="true"/>
              <a:t>请输入正文内容</a:t>
            </a:r>
            <a:endParaRPr lang="en-US" noProof="false" dirty="false"/>
          </a:p>
          <a:p>
            <a:pPr lvl="1"/>
            <a:r>
              <a:rPr lang="en-US" noProof="false" dirty="false" err="true"/>
              <a:t>第二层</a:t>
            </a:r>
            <a:endParaRPr lang="en-US" noProof="false" dirty="false"/>
          </a:p>
          <a:p>
            <a:pPr lvl="2"/>
            <a:r>
              <a:rPr lang="en-US" noProof="false" dirty="false" err="true"/>
              <a:t>第三层</a:t>
            </a:r>
            <a:endParaRPr lang="en-US" noProof="false" dirty="false"/>
          </a:p>
          <a:p>
            <a:pPr lvl="3"/>
            <a:r>
              <a:rPr lang="en-US" noProof="false" dirty="false" err="true"/>
              <a:t>第四层</a:t>
            </a:r>
            <a:endParaRPr lang="en-US" noProof="false" dirty="false"/>
          </a:p>
          <a:p>
            <a:pPr lvl="4"/>
            <a:r>
              <a:rPr lang="en-US" noProof="false" dirty="false" err="true"/>
              <a:t>第五层</a:t>
            </a:r>
            <a:endParaRPr lang="en-US" noProof="false" dirty="false"/>
          </a:p>
        </p:txBody>
      </p:sp>
      <p:sp>
        <p:nvSpPr>
          <p:cNvPr id="2063" name="Text Placeholder 8"/>
          <p:cNvSpPr>
            <a:spLocks noGrp="true"/>
          </p:cNvSpPr>
          <p:nvPr>
            <p:ph type="body" sz="quarter" idx="30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noProof="false" err="true"/>
              <a:t>来源</a:t>
            </a:r>
            <a:r>
              <a:rPr lang="zh-CN" altLang="en-US" noProof="false"/>
              <a:t>：</a:t>
            </a:r>
            <a:endParaRPr lang="en-US" noProof="false"/>
          </a:p>
        </p:txBody>
      </p:sp>
    </p:spTree>
  </p:cSld>
  <p:clrMapOvr>
    <a:masterClrMapping/>
  </p:clrMapOvr>
</p:sldLayout>
</file>

<file path=ppt/slideLayouts/slideLayout249.xml><?xml version="1.0" encoding="utf-8"?>
<p:sldLayout xmlns:a="http://schemas.openxmlformats.org/drawingml/2006/main" xmlns:p="http://schemas.openxmlformats.org/presentationml/2006/main">
  <p:cSld name="1_Title and content">
    <p:bg>
      <p:bgPr>
        <a:solidFill>
          <a:schemeClr val="tx1"/>
        </a:solidFill>
        <a:effectLst/>
      </p:bgPr>
    </p:bg>
    <p:spTree>
      <p:nvGrpSpPr>
        <p:cNvPr id="20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5" name="Title 1"/>
          <p:cNvSpPr>
            <a:spLocks noGrp="true"/>
          </p:cNvSpPr>
          <p:nvPr>
            <p:ph type="title" hasCustomPrompt="true"/>
          </p:nvPr>
        </p:nvSpPr>
        <p:spPr/>
        <p:txBody>
          <a:bodyPr/>
          <a:lstStyle>
            <a:lvl1pPr algn="l" defTabSz="914400" rtl="false" eaLnBrk="true" latinLnBrk="false" hangingPunct="true">
              <a:lnSpc>
                <a:spcPct val="80000"/>
              </a:lnSpc>
              <a:spcBef>
                <a:spcPct val="1"/>
              </a:spcBef>
              <a:buNone/>
              <a:defRPr lang="en-US" sz="4000" b="true" i="false" kern="1200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j-cs"/>
              </a:defRPr>
            </a:lvl1pPr>
          </a:lstStyle>
          <a:p>
            <a:pPr/>
            <a:r>
              <a:rPr lang="en-US" noProof="false" err="true"/>
              <a:t>请输入标题</a:t>
            </a:r>
            <a:endParaRPr lang="en-US" noProof="false"/>
          </a:p>
        </p:txBody>
      </p:sp>
      <p:sp>
        <p:nvSpPr>
          <p:cNvPr id="2066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2067" name="Content Placeholder 5"/>
          <p:cNvSpPr>
            <a:spLocks noGrp="true"/>
          </p:cNvSpPr>
          <p:nvPr>
            <p:ph sz="quarter" idx="12" hasCustomPrompt="true"/>
          </p:nvPr>
        </p:nvSpPr>
        <p:spPr>
          <a:xfrm>
            <a:off x="498474" y="1198563"/>
            <a:ext cx="11186159" cy="4859337"/>
          </a:xfrm>
        </p:spPr>
        <p:txBody>
          <a:bodyPr/>
          <a:lstStyle>
            <a:lvl1pPr marL="457200" indent="-457200"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 marL="800100" indent="-342900"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2pPr>
            <a:lvl3pPr marL="1257300" indent="-342900"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1657350" indent="-285750"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4pPr>
            <a:lvl5pPr marL="2114550" indent="-285750"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zh-CN" noProof="false" err="true"/>
              <a:t>请输入正文内容</a:t>
            </a:r>
            <a:endParaRPr lang="en-US" altLang="zh-CN" noProof="false"/>
          </a:p>
          <a:p>
            <a:pPr lvl="1"/>
            <a:r>
              <a:rPr lang="en-US" altLang="zh-CN" noProof="false" err="true"/>
              <a:t>第二层</a:t>
            </a:r>
            <a:endParaRPr lang="en-US" altLang="zh-CN" noProof="false"/>
          </a:p>
          <a:p>
            <a:pPr lvl="2"/>
            <a:r>
              <a:rPr lang="en-US" altLang="zh-CN" noProof="false" err="true"/>
              <a:t>第三层</a:t>
            </a:r>
            <a:endParaRPr lang="en-US" altLang="zh-CN" noProof="false"/>
          </a:p>
          <a:p>
            <a:pPr lvl="3"/>
            <a:r>
              <a:rPr lang="en-US" altLang="zh-CN" noProof="false" err="true"/>
              <a:t>第四层</a:t>
            </a:r>
            <a:endParaRPr lang="en-US" altLang="zh-CN" noProof="false"/>
          </a:p>
          <a:p>
            <a:pPr lvl="4"/>
            <a:r>
              <a:rPr lang="en-US" altLang="zh-CN" noProof="false" err="true"/>
              <a:t>第五层</a:t>
            </a:r>
            <a:endParaRPr lang="en-US" altLang="zh-CN" noProof="false"/>
          </a:p>
        </p:txBody>
      </p:sp>
      <p:sp>
        <p:nvSpPr>
          <p:cNvPr id="2068" name="Text Placeholder 8"/>
          <p:cNvSpPr>
            <a:spLocks noGrp="true"/>
          </p:cNvSpPr>
          <p:nvPr>
            <p:ph type="body" sz="quarter" idx="30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noProof="false" err="true"/>
              <a:t>来源</a:t>
            </a:r>
            <a:r>
              <a:rPr lang="zh-CN" altLang="en-US" noProof="false"/>
              <a:t>：</a:t>
            </a:r>
            <a:endParaRPr lang="en-US" noProof="false"/>
          </a:p>
        </p:txBody>
      </p:sp>
    </p:spTree>
  </p:cSld>
  <p:clrMapOvr>
    <a:masterClrMapping/>
  </p:clrMapOvr>
</p:sldLayout>
</file>

<file path=ppt/slideLayouts/slideLayout250.xml><?xml version="1.0" encoding="utf-8"?>
<p:sldLayout xmlns:a="http://schemas.openxmlformats.org/drawingml/2006/main" xmlns:p="http://schemas.openxmlformats.org/presentationml/2006/main">
  <p:cSld name="Title Only">
    <p:spTree>
      <p:nvGrpSpPr>
        <p:cNvPr id="206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0" name="Title 1"/>
          <p:cNvSpPr>
            <a:spLocks noGrp="true"/>
          </p:cNvSpPr>
          <p:nvPr>
            <p:ph type="title" hasCustomPrompt="true"/>
          </p:nvPr>
        </p:nvSpPr>
        <p:spPr/>
        <p:txBody>
          <a:bodyPr/>
          <a:lstStyle>
            <a:lvl1pPr algn="l" defTabSz="914400" rtl="false" eaLnBrk="true" latinLnBrk="false" hangingPunct="true">
              <a:lnSpc>
                <a:spcPct val="80000"/>
              </a:lnSpc>
              <a:spcBef>
                <a:spcPct val="1"/>
              </a:spcBef>
              <a:buNone/>
              <a:defRPr lang="en-US" sz="40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j-cs"/>
              </a:defRPr>
            </a:lvl1pPr>
          </a:lstStyle>
          <a:p>
            <a:pPr/>
            <a:r>
              <a:rPr lang="en-US" altLang="zh-CN" noProof="false" err="true"/>
              <a:t>请输入标题</a:t>
            </a:r>
            <a:endParaRPr lang="en-US" noProof="false"/>
          </a:p>
        </p:txBody>
      </p:sp>
      <p:sp>
        <p:nvSpPr>
          <p:cNvPr id="2071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/>
          <a:lstStyle/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2072" name="Text Placeholder 8"/>
          <p:cNvSpPr>
            <a:spLocks noGrp="true"/>
          </p:cNvSpPr>
          <p:nvPr>
            <p:ph type="body" sz="quarter" idx="30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noProof="false" err="true"/>
              <a:t>来源</a:t>
            </a:r>
            <a:r>
              <a:rPr lang="zh-CN" altLang="en-US" noProof="false"/>
              <a:t>：</a:t>
            </a:r>
            <a:endParaRPr lang="en-US" noProof="false"/>
          </a:p>
        </p:txBody>
      </p:sp>
    </p:spTree>
  </p:cSld>
  <p:clrMapOvr>
    <a:masterClrMapping/>
  </p:clrMapOvr>
</p:sldLayout>
</file>

<file path=ppt/slideLayouts/slideLayout251.xml><?xml version="1.0" encoding="utf-8"?>
<p:sldLayout xmlns:a="http://schemas.openxmlformats.org/drawingml/2006/main" xmlns:p="http://schemas.openxmlformats.org/presentationml/2006/main">
  <p:cSld name="1_Title only">
    <p:bg>
      <p:bgPr>
        <a:solidFill>
          <a:schemeClr val="tx1"/>
        </a:solidFill>
        <a:effectLst/>
      </p:bgPr>
    </p:bg>
    <p:spTree>
      <p:nvGrpSpPr>
        <p:cNvPr id="209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4" name="Title 1"/>
          <p:cNvSpPr>
            <a:spLocks noGrp="true"/>
          </p:cNvSpPr>
          <p:nvPr>
            <p:ph type="title" hasCustomPrompt="true"/>
          </p:nvPr>
        </p:nvSpPr>
        <p:spPr/>
        <p:txBody>
          <a:bodyPr/>
          <a:lstStyle>
            <a:lvl1pPr algn="l" defTabSz="914400" rtl="false" eaLnBrk="true" latinLnBrk="false" hangingPunct="true">
              <a:lnSpc>
                <a:spcPct val="80000"/>
              </a:lnSpc>
              <a:spcBef>
                <a:spcPct val="1"/>
              </a:spcBef>
              <a:buNone/>
              <a:defRPr lang="en-US" sz="4000" b="true" i="false" kern="1200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j-cs"/>
              </a:defRPr>
            </a:lvl1pPr>
          </a:lstStyle>
          <a:p>
            <a:pPr/>
            <a:r>
              <a:rPr lang="en-US" altLang="zh-CN" noProof="false" err="true"/>
              <a:t>请输入标题</a:t>
            </a:r>
            <a:endParaRPr lang="en-US" noProof="false"/>
          </a:p>
        </p:txBody>
      </p:sp>
      <p:sp>
        <p:nvSpPr>
          <p:cNvPr id="2095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2096" name="Text Placeholder 8"/>
          <p:cNvSpPr>
            <a:spLocks noGrp="true"/>
          </p:cNvSpPr>
          <p:nvPr>
            <p:ph type="body" sz="quarter" idx="30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noProof="false" err="true"/>
              <a:t>来源</a:t>
            </a:r>
            <a:r>
              <a:rPr lang="zh-CN" altLang="en-US" noProof="false"/>
              <a:t>：</a:t>
            </a:r>
            <a:endParaRPr lang="en-US" noProof="false"/>
          </a:p>
        </p:txBody>
      </p:sp>
    </p:spTree>
  </p:cSld>
  <p:clrMapOvr>
    <a:masterClrMapping/>
  </p:clrMapOvr>
</p:sldLayout>
</file>

<file path=ppt/slideLayouts/slideLayout252.xml><?xml version="1.0" encoding="utf-8"?>
<p:sldLayout xmlns:a="http://schemas.openxmlformats.org/drawingml/2006/main" xmlns:p="http://schemas.openxmlformats.org/presentationml/2006/main">
  <p:cSld name="Timeline">
    <p:spTree>
      <p:nvGrpSpPr>
        <p:cNvPr id="209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8" name="Picture Placeholder 14"/>
          <p:cNvSpPr>
            <a:spLocks noGrp="true"/>
          </p:cNvSpPr>
          <p:nvPr>
            <p:ph type="pic" sz="quarter" idx="27" hasCustomPrompt="true"/>
          </p:nvPr>
        </p:nvSpPr>
        <p:spPr>
          <a:xfrm>
            <a:off x="9707360" y="2579520"/>
            <a:ext cx="1323975" cy="1271588"/>
          </a:xfrm>
          <a:prstGeom prst="roundRect">
            <a:avLst>
              <a:gd name="adj" fmla="val 2030"/>
            </a:avLst>
          </a:prstGeom>
          <a:noFill/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单击插入图标</a:t>
            </a:r>
            <a:endParaRPr lang="en-US" altLang="zh-CN" noProof="false"/>
          </a:p>
        </p:txBody>
      </p:sp>
      <p:sp>
        <p:nvSpPr>
          <p:cNvPr id="2099" name="Picture Placeholder 14"/>
          <p:cNvSpPr>
            <a:spLocks noGrp="true"/>
          </p:cNvSpPr>
          <p:nvPr>
            <p:ph type="pic" sz="quarter" idx="26" hasCustomPrompt="true"/>
          </p:nvPr>
        </p:nvSpPr>
        <p:spPr>
          <a:xfrm>
            <a:off x="6836170" y="2579520"/>
            <a:ext cx="1323975" cy="1271588"/>
          </a:xfrm>
          <a:prstGeom prst="roundRect">
            <a:avLst>
              <a:gd name="adj" fmla="val 2030"/>
            </a:avLst>
          </a:prstGeom>
          <a:noFill/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单击插入图标</a:t>
            </a:r>
            <a:endParaRPr lang="en-US" altLang="zh-CN" noProof="false"/>
          </a:p>
        </p:txBody>
      </p:sp>
      <p:sp>
        <p:nvSpPr>
          <p:cNvPr id="2100" name="Picture Placeholder 14"/>
          <p:cNvSpPr>
            <a:spLocks noGrp="true"/>
          </p:cNvSpPr>
          <p:nvPr>
            <p:ph type="pic" sz="quarter" idx="25" hasCustomPrompt="true"/>
          </p:nvPr>
        </p:nvSpPr>
        <p:spPr>
          <a:xfrm>
            <a:off x="3964979" y="2579520"/>
            <a:ext cx="1323975" cy="1271588"/>
          </a:xfrm>
          <a:prstGeom prst="roundRect">
            <a:avLst>
              <a:gd name="adj" fmla="val 2030"/>
            </a:avLst>
          </a:prstGeom>
          <a:noFill/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单击插入图标</a:t>
            </a:r>
            <a:endParaRPr lang="en-US" altLang="zh-CN" noProof="false"/>
          </a:p>
        </p:txBody>
      </p:sp>
      <p:sp>
        <p:nvSpPr>
          <p:cNvPr id="2101" name="Title 1"/>
          <p:cNvSpPr>
            <a:spLocks noGrp="true"/>
          </p:cNvSpPr>
          <p:nvPr>
            <p:ph type="title" hasCustomPrompt="true"/>
          </p:nvPr>
        </p:nvSpPr>
        <p:spPr>
          <a:xfrm>
            <a:off x="507365" y="715595"/>
            <a:ext cx="11186160" cy="1113205"/>
          </a:xfrm>
        </p:spPr>
        <p:txBody>
          <a:bodyPr/>
          <a:lstStyle>
            <a:lvl1pPr algn="ctr">
              <a:lnSpc>
                <a:spcPct val="90000"/>
              </a:lnSpc>
              <a:defRPr sz="4200"/>
            </a:lvl1pPr>
          </a:lstStyle>
          <a:p>
            <a:pPr/>
            <a:r>
              <a:rPr lang="en-US" noProof="false" err="true"/>
              <a:t>请输入标题</a:t>
            </a:r>
            <a:br>
              <a:rPr lang="en-US" noProof="false"/>
            </a:br>
            <a:r>
              <a:rPr lang="en-US" altLang="zh-CN" noProof="false" err="true"/>
              <a:t>请输入标题</a:t>
            </a:r>
            <a:endParaRPr lang="en-US" noProof="false"/>
          </a:p>
        </p:txBody>
      </p:sp>
      <p:sp>
        <p:nvSpPr>
          <p:cNvPr id="2102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/>
          <a:lstStyle/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2103" name="Text Placeholder 9"/>
          <p:cNvSpPr>
            <a:spLocks noGrp="true"/>
          </p:cNvSpPr>
          <p:nvPr>
            <p:ph type="body" sz="quarter" idx="12" hasCustomPrompt="true"/>
          </p:nvPr>
        </p:nvSpPr>
        <p:spPr>
          <a:xfrm>
            <a:off x="2507361" y="401917"/>
            <a:ext cx="7200000" cy="136970"/>
          </a:xfrm>
        </p:spPr>
        <p:txBody>
          <a:bodyPr/>
          <a:lstStyle>
            <a:lvl1pPr marL="0" indent="0" algn="ctr">
              <a:buNone/>
              <a:defRPr sz="900" b="false" i="false" cap="all" spc="150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noProof="false" err="true"/>
              <a:t>请输入说明文字</a:t>
            </a:r>
            <a:endParaRPr lang="en-US" noProof="false"/>
          </a:p>
        </p:txBody>
      </p:sp>
      <p:sp>
        <p:nvSpPr>
          <p:cNvPr id="2104" name="Picture Placeholder 14"/>
          <p:cNvSpPr>
            <a:spLocks noGrp="true"/>
          </p:cNvSpPr>
          <p:nvPr>
            <p:ph type="pic" sz="quarter" idx="13" hasCustomPrompt="true"/>
          </p:nvPr>
        </p:nvSpPr>
        <p:spPr>
          <a:xfrm>
            <a:off x="1093788" y="2579520"/>
            <a:ext cx="1323975" cy="1271588"/>
          </a:xfrm>
          <a:prstGeom prst="roundRect">
            <a:avLst>
              <a:gd name="adj" fmla="val 2030"/>
            </a:avLst>
          </a:prstGeom>
          <a:noFill/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noProof="false" err="true"/>
              <a:t>单击插入图标</a:t>
            </a:r>
            <a:endParaRPr lang="en-US" noProof="false"/>
          </a:p>
        </p:txBody>
      </p:sp>
      <p:sp>
        <p:nvSpPr>
          <p:cNvPr id="2105" name="Text Placeholder 19"/>
          <p:cNvSpPr>
            <a:spLocks noGrp="true"/>
          </p:cNvSpPr>
          <p:nvPr>
            <p:ph type="body" sz="quarter" idx="17" hasCustomPrompt="true"/>
          </p:nvPr>
        </p:nvSpPr>
        <p:spPr>
          <a:xfrm>
            <a:off x="822978" y="5397908"/>
            <a:ext cx="1850871" cy="604683"/>
          </a:xfr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/>
            </a:lvl1pPr>
          </a:lstStyle>
          <a:p>
            <a:pPr lvl="0"/>
            <a:r>
              <a:rPr lang="en-US" sz="1200" noProof="false" err="true"/>
              <a:t>请输入正文内容</a:t>
            </a:r>
            <a:endParaRPr lang="en-US" noProof="false"/>
          </a:p>
        </p:txBody>
      </p:sp>
      <p:sp>
        <p:nvSpPr>
          <p:cNvPr id="2106" name="Text Placeholder 21"/>
          <p:cNvSpPr>
            <a:spLocks noGrp="true"/>
          </p:cNvSpPr>
          <p:nvPr>
            <p:ph type="body" sz="quarter" idx="18" hasCustomPrompt="true"/>
          </p:nvPr>
        </p:nvSpPr>
        <p:spPr>
          <a:xfrm>
            <a:off x="595365" y="4887608"/>
            <a:ext cx="2306096" cy="490772"/>
          </a:xfrm>
        </p:spPr>
        <p:txBody>
          <a:bodyPr/>
          <a:lstStyle>
            <a:lvl1pPr marL="0" indent="0" algn="ctr">
              <a:buNone/>
              <a:defRPr sz="2400" b="true" i="false">
                <a:latin typeface="Noto Sans S Chinese Bold" panose="020B0500000000000000" pitchFamily="34" charset="-128"/>
                <a:ea typeface="Noto Sans S Chinese Bold" panose="020B0500000000000000" pitchFamily="34" charset="-128"/>
              </a:defRPr>
            </a:lvl1pPr>
          </a:lstStyle>
          <a:p>
            <a:pPr lvl="0"/>
            <a:r>
              <a:rPr lang="en-US" noProof="false" err="true"/>
              <a:t>请输入标题</a:t>
            </a:r>
            <a:endParaRPr lang="en-US" noProof="false"/>
          </a:p>
        </p:txBody>
      </p:sp>
      <p:sp>
        <p:nvSpPr>
          <p:cNvPr id="2107" name="Text Placeholder 19"/>
          <p:cNvSpPr>
            <a:spLocks noGrp="true"/>
          </p:cNvSpPr>
          <p:nvPr>
            <p:ph type="body" sz="quarter" idx="19" hasCustomPrompt="true"/>
          </p:nvPr>
        </p:nvSpPr>
        <p:spPr>
          <a:xfrm>
            <a:off x="3704834" y="5397908"/>
            <a:ext cx="1850871" cy="604683"/>
          </a:xfr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/>
            </a:lvl1pPr>
          </a:lstStyle>
          <a:p>
            <a:pPr lvl="0"/>
            <a:r>
              <a:rPr lang="en-US" altLang="zh-CN" sz="1200" noProof="false" err="true"/>
              <a:t>请输入正文内容</a:t>
            </a:r>
            <a:endParaRPr lang="en-US" altLang="zh-CN" noProof="false"/>
          </a:p>
        </p:txBody>
      </p:sp>
      <p:sp>
        <p:nvSpPr>
          <p:cNvPr id="2108" name="Text Placeholder 21"/>
          <p:cNvSpPr>
            <a:spLocks noGrp="true"/>
          </p:cNvSpPr>
          <p:nvPr>
            <p:ph type="body" sz="quarter" idx="20" hasCustomPrompt="true"/>
          </p:nvPr>
        </p:nvSpPr>
        <p:spPr>
          <a:xfrm>
            <a:off x="3477221" y="4887608"/>
            <a:ext cx="2306096" cy="490772"/>
          </a:xfrm>
        </p:spPr>
        <p:txBody>
          <a:bodyPr/>
          <a:lstStyle>
            <a:lvl1pPr marL="0" indent="0" algn="ctr">
              <a:buNone/>
              <a:defRPr lang="en-US" sz="2400" b="true" i="false" kern="120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lvl="0"/>
            <a:r>
              <a:rPr lang="en-US" altLang="zh-CN" noProof="false" err="true"/>
              <a:t>请输入标题</a:t>
            </a:r>
            <a:endParaRPr lang="en-US" altLang="zh-CN" noProof="false"/>
          </a:p>
        </p:txBody>
      </p:sp>
      <p:sp>
        <p:nvSpPr>
          <p:cNvPr id="2109" name="Text Placeholder 19"/>
          <p:cNvSpPr>
            <a:spLocks noGrp="true"/>
          </p:cNvSpPr>
          <p:nvPr>
            <p:ph type="body" sz="quarter" idx="21" hasCustomPrompt="true"/>
          </p:nvPr>
        </p:nvSpPr>
        <p:spPr>
          <a:xfrm>
            <a:off x="6581564" y="5397908"/>
            <a:ext cx="1850871" cy="604683"/>
          </a:xfr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/>
            </a:lvl1pPr>
          </a:lstStyle>
          <a:p>
            <a:pPr lvl="0"/>
            <a:r>
              <a:rPr lang="en-US" altLang="zh-CN" sz="1200" noProof="false" err="true"/>
              <a:t>请输入正文内容</a:t>
            </a:r>
            <a:endParaRPr lang="en-US" altLang="zh-CN" noProof="false"/>
          </a:p>
        </p:txBody>
      </p:sp>
      <p:sp>
        <p:nvSpPr>
          <p:cNvPr id="2110" name="Text Placeholder 21"/>
          <p:cNvSpPr>
            <a:spLocks noGrp="true"/>
          </p:cNvSpPr>
          <p:nvPr>
            <p:ph type="body" sz="quarter" idx="22" hasCustomPrompt="true"/>
          </p:nvPr>
        </p:nvSpPr>
        <p:spPr>
          <a:xfrm>
            <a:off x="6353951" y="4887608"/>
            <a:ext cx="2306096" cy="490772"/>
          </a:xfrm>
        </p:spPr>
        <p:txBody>
          <a:bodyPr/>
          <a:lstStyle>
            <a:lvl1pPr marL="0" indent="0" algn="ctr">
              <a:buNone/>
              <a:defRPr lang="en-US" sz="2400" b="true" i="false" kern="120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lvl="0"/>
            <a:r>
              <a:rPr lang="en-US" altLang="zh-CN" noProof="false" err="true"/>
              <a:t>请输入标题</a:t>
            </a:r>
            <a:endParaRPr lang="en-US" altLang="zh-CN" noProof="false"/>
          </a:p>
        </p:txBody>
      </p:sp>
      <p:sp>
        <p:nvSpPr>
          <p:cNvPr id="2111" name="Text Placeholder 19"/>
          <p:cNvSpPr>
            <a:spLocks noGrp="true"/>
          </p:cNvSpPr>
          <p:nvPr>
            <p:ph type="body" sz="quarter" idx="23" hasCustomPrompt="true"/>
          </p:nvPr>
        </p:nvSpPr>
        <p:spPr>
          <a:xfrm>
            <a:off x="9470424" y="5397908"/>
            <a:ext cx="1850871" cy="604683"/>
          </a:xfr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/>
            </a:lvl1pPr>
          </a:lstStyle>
          <a:p>
            <a:pPr lvl="0"/>
            <a:r>
              <a:rPr lang="en-US" altLang="zh-CN" sz="1200" noProof="false" err="true"/>
              <a:t>请输入正文内容</a:t>
            </a:r>
            <a:endParaRPr lang="en-US" altLang="zh-CN" noProof="false"/>
          </a:p>
        </p:txBody>
      </p:sp>
      <p:sp>
        <p:nvSpPr>
          <p:cNvPr id="2112" name="Text Placeholder 21"/>
          <p:cNvSpPr>
            <a:spLocks noGrp="true"/>
          </p:cNvSpPr>
          <p:nvPr>
            <p:ph type="body" sz="quarter" idx="24" hasCustomPrompt="true"/>
          </p:nvPr>
        </p:nvSpPr>
        <p:spPr>
          <a:xfrm>
            <a:off x="9242811" y="4887608"/>
            <a:ext cx="2306096" cy="490772"/>
          </a:xfrm>
        </p:spPr>
        <p:txBody>
          <a:bodyPr/>
          <a:lstStyle>
            <a:lvl1pPr marL="0" indent="0" algn="ctr">
              <a:buNone/>
              <a:defRPr lang="en-US" sz="2400" b="true" i="false" kern="120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lvl="0"/>
            <a:r>
              <a:rPr lang="en-US" altLang="zh-CN" noProof="false" err="true"/>
              <a:t>请输入标题</a:t>
            </a:r>
            <a:endParaRPr lang="en-US" altLang="zh-CN" noProof="false"/>
          </a:p>
        </p:txBody>
      </p:sp>
      <p:sp>
        <p:nvSpPr>
          <p:cNvPr id="2113" name="Text Placeholder 8"/>
          <p:cNvSpPr>
            <a:spLocks noGrp="true"/>
          </p:cNvSpPr>
          <p:nvPr>
            <p:ph type="body" sz="quarter" idx="28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noProof="false" err="true"/>
              <a:t>来源</a:t>
            </a:r>
            <a:r>
              <a:rPr lang="zh-CN" altLang="en-US" noProof="false"/>
              <a:t>：</a:t>
            </a:r>
            <a:endParaRPr lang="en-US" noProof="false"/>
          </a:p>
        </p:txBody>
      </p:sp>
    </p:spTree>
  </p:cSld>
  <p:clrMapOvr>
    <a:masterClrMapping/>
  </p:clrMapOvr>
</p:sldLayout>
</file>

<file path=ppt/slideLayouts/slideLayout253.xml><?xml version="1.0" encoding="utf-8"?>
<p:sldLayout xmlns:a="http://schemas.openxmlformats.org/drawingml/2006/main" xmlns:p="http://schemas.openxmlformats.org/presentationml/2006/main">
  <p:cSld name="1_Timeline">
    <p:bg>
      <p:bgPr>
        <a:solidFill>
          <a:schemeClr val="tx1"/>
        </a:solidFill>
        <a:effectLst/>
      </p:bgPr>
    </p:bg>
    <p:spTree>
      <p:nvGrpSpPr>
        <p:cNvPr id="21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5" name="Picture Placeholder 14"/>
          <p:cNvSpPr>
            <a:spLocks noGrp="true"/>
          </p:cNvSpPr>
          <p:nvPr>
            <p:ph type="pic" sz="quarter" idx="27" hasCustomPrompt="true"/>
          </p:nvPr>
        </p:nvSpPr>
        <p:spPr>
          <a:xfrm>
            <a:off x="9707360" y="2579520"/>
            <a:ext cx="1323975" cy="1271588"/>
          </a:xfrm>
          <a:prstGeom prst="roundRect">
            <a:avLst>
              <a:gd name="adj" fmla="val 2030"/>
            </a:avLst>
          </a:prstGeom>
          <a:noFill/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单击插入图标</a:t>
            </a:r>
            <a:endParaRPr lang="en-US" altLang="zh-CN" noProof="false"/>
          </a:p>
        </p:txBody>
      </p:sp>
      <p:sp>
        <p:nvSpPr>
          <p:cNvPr id="2116" name="Picture Placeholder 14"/>
          <p:cNvSpPr>
            <a:spLocks noGrp="true"/>
          </p:cNvSpPr>
          <p:nvPr>
            <p:ph type="pic" sz="quarter" idx="26" hasCustomPrompt="true"/>
          </p:nvPr>
        </p:nvSpPr>
        <p:spPr>
          <a:xfrm>
            <a:off x="6836170" y="2579520"/>
            <a:ext cx="1323975" cy="1271588"/>
          </a:xfrm>
          <a:prstGeom prst="roundRect">
            <a:avLst>
              <a:gd name="adj" fmla="val 2030"/>
            </a:avLst>
          </a:prstGeom>
          <a:noFill/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单击插入图标</a:t>
            </a:r>
            <a:endParaRPr lang="en-US" altLang="zh-CN" noProof="false"/>
          </a:p>
        </p:txBody>
      </p:sp>
      <p:sp>
        <p:nvSpPr>
          <p:cNvPr id="2117" name="Picture Placeholder 14"/>
          <p:cNvSpPr>
            <a:spLocks noGrp="true"/>
          </p:cNvSpPr>
          <p:nvPr>
            <p:ph type="pic" sz="quarter" idx="25" hasCustomPrompt="true"/>
          </p:nvPr>
        </p:nvSpPr>
        <p:spPr>
          <a:xfrm>
            <a:off x="3964979" y="2579520"/>
            <a:ext cx="1323975" cy="1271588"/>
          </a:xfrm>
          <a:prstGeom prst="roundRect">
            <a:avLst>
              <a:gd name="adj" fmla="val 2030"/>
            </a:avLst>
          </a:prstGeom>
          <a:noFill/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单击插入图标</a:t>
            </a:r>
            <a:endParaRPr lang="en-US" altLang="zh-CN" noProof="false"/>
          </a:p>
        </p:txBody>
      </p:sp>
      <p:sp>
        <p:nvSpPr>
          <p:cNvPr id="2118" name="Title 1"/>
          <p:cNvSpPr>
            <a:spLocks noGrp="true"/>
          </p:cNvSpPr>
          <p:nvPr>
            <p:ph type="title" hasCustomPrompt="true"/>
          </p:nvPr>
        </p:nvSpPr>
        <p:spPr>
          <a:xfrm>
            <a:off x="507365" y="715595"/>
            <a:ext cx="11186160" cy="1113205"/>
          </a:xfrm>
        </p:spPr>
        <p:txBody>
          <a:bodyPr/>
          <a:lstStyle>
            <a:lvl1pPr algn="ctr" defTabSz="914400" rtl="false" eaLnBrk="true" latinLnBrk="false" hangingPunct="true">
              <a:lnSpc>
                <a:spcPct val="90000"/>
              </a:lnSpc>
              <a:spcBef>
                <a:spcPct val="1"/>
              </a:spcBef>
              <a:buNone/>
              <a:defRPr lang="en-US" sz="4200" b="true" i="false" kern="1200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j-cs"/>
              </a:defRPr>
            </a:lvl1pPr>
          </a:lstStyle>
          <a:p>
            <a:pPr/>
            <a:r>
              <a:rPr lang="en-US" noProof="false" err="true"/>
              <a:t>请输入标题</a:t>
            </a:r>
            <a:br>
              <a:rPr lang="en-US" noProof="false"/>
            </a:br>
            <a:r>
              <a:rPr lang="en-US" altLang="zh-CN" noProof="false" err="true"/>
              <a:t>请输入标题</a:t>
            </a:r>
            <a:endParaRPr lang="en-US" noProof="false"/>
          </a:p>
        </p:txBody>
      </p:sp>
      <p:sp>
        <p:nvSpPr>
          <p:cNvPr id="2119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2120" name="Text Placeholder 9"/>
          <p:cNvSpPr>
            <a:spLocks noGrp="true"/>
          </p:cNvSpPr>
          <p:nvPr>
            <p:ph type="body" sz="quarter" idx="12" hasCustomPrompt="true"/>
          </p:nvPr>
        </p:nvSpPr>
        <p:spPr>
          <a:xfrm>
            <a:off x="2507361" y="401917"/>
            <a:ext cx="7200000" cy="136970"/>
          </a:xfrm>
        </p:spPr>
        <p:txBody>
          <a:bodyPr/>
          <a:lstStyle>
            <a:lvl1pPr marL="0" indent="0" algn="ctr">
              <a:buNone/>
              <a:defRPr sz="900" b="false" i="false" cap="all" spc="150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noProof="false" err="true"/>
              <a:t>请输入说明文字</a:t>
            </a:r>
            <a:endParaRPr lang="en-US" noProof="false"/>
          </a:p>
        </p:txBody>
      </p:sp>
      <p:sp>
        <p:nvSpPr>
          <p:cNvPr id="2121" name="Picture Placeholder 14"/>
          <p:cNvSpPr>
            <a:spLocks noGrp="true"/>
          </p:cNvSpPr>
          <p:nvPr>
            <p:ph type="pic" sz="quarter" idx="13" hasCustomPrompt="true"/>
          </p:nvPr>
        </p:nvSpPr>
        <p:spPr>
          <a:xfrm>
            <a:off x="1093788" y="2579520"/>
            <a:ext cx="1323975" cy="1271588"/>
          </a:xfrm>
          <a:prstGeom prst="roundRect">
            <a:avLst>
              <a:gd name="adj" fmla="val 2030"/>
            </a:avLst>
          </a:prstGeom>
          <a:noFill/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noProof="false" err="true"/>
              <a:t>单击插入图标</a:t>
            </a:r>
            <a:endParaRPr lang="en-US" noProof="false"/>
          </a:p>
        </p:txBody>
      </p:sp>
      <p:sp>
        <p:nvSpPr>
          <p:cNvPr id="2122" name="Text Placeholder 19"/>
          <p:cNvSpPr>
            <a:spLocks noGrp="true"/>
          </p:cNvSpPr>
          <p:nvPr>
            <p:ph type="body" sz="quarter" idx="17" hasCustomPrompt="true"/>
          </p:nvPr>
        </p:nvSpPr>
        <p:spPr>
          <a:xfrm>
            <a:off x="822978" y="5397908"/>
            <a:ext cx="1850871" cy="604683"/>
          </a:xfr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sz="1200" noProof="false" err="true"/>
              <a:t>请输入正文内容</a:t>
            </a:r>
            <a:endParaRPr lang="en-US" noProof="false"/>
          </a:p>
        </p:txBody>
      </p:sp>
      <p:sp>
        <p:nvSpPr>
          <p:cNvPr id="2123" name="Text Placeholder 21"/>
          <p:cNvSpPr>
            <a:spLocks noGrp="true"/>
          </p:cNvSpPr>
          <p:nvPr>
            <p:ph type="body" sz="quarter" idx="18" hasCustomPrompt="true"/>
          </p:nvPr>
        </p:nvSpPr>
        <p:spPr>
          <a:xfrm>
            <a:off x="595365" y="4887608"/>
            <a:ext cx="2306096" cy="490772"/>
          </a:xfrm>
        </p:spPr>
        <p:txBody>
          <a:bodyPr/>
          <a:lstStyle>
            <a:lvl1pPr marL="0" indent="0" algn="ctr">
              <a:buNone/>
              <a:defRPr sz="2400" b="true" i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</a:defRPr>
            </a:lvl1pPr>
          </a:lstStyle>
          <a:p>
            <a:pPr lvl="0"/>
            <a:r>
              <a:rPr lang="en-US" noProof="false" err="true"/>
              <a:t>请输入标题</a:t>
            </a:r>
            <a:endParaRPr lang="en-US" noProof="false"/>
          </a:p>
        </p:txBody>
      </p:sp>
      <p:sp>
        <p:nvSpPr>
          <p:cNvPr id="2124" name="Text Placeholder 19"/>
          <p:cNvSpPr>
            <a:spLocks noGrp="true"/>
          </p:cNvSpPr>
          <p:nvPr>
            <p:ph type="body" sz="quarter" idx="19" hasCustomPrompt="true"/>
          </p:nvPr>
        </p:nvSpPr>
        <p:spPr>
          <a:xfrm>
            <a:off x="3704834" y="5397908"/>
            <a:ext cx="1850871" cy="604683"/>
          </a:xfr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sz="1200" noProof="false" err="true"/>
              <a:t>请输入正文内容</a:t>
            </a:r>
            <a:endParaRPr lang="en-US" altLang="zh-CN" noProof="false"/>
          </a:p>
        </p:txBody>
      </p:sp>
      <p:sp>
        <p:nvSpPr>
          <p:cNvPr id="2125" name="Text Placeholder 21"/>
          <p:cNvSpPr>
            <a:spLocks noGrp="true"/>
          </p:cNvSpPr>
          <p:nvPr>
            <p:ph type="body" sz="quarter" idx="20" hasCustomPrompt="true"/>
          </p:nvPr>
        </p:nvSpPr>
        <p:spPr>
          <a:xfrm>
            <a:off x="3477221" y="4887608"/>
            <a:ext cx="2306096" cy="490772"/>
          </a:xfrm>
        </p:spPr>
        <p:txBody>
          <a:bodyPr/>
          <a:lstStyle>
            <a:lvl1pPr marL="0" indent="0" algn="ctr">
              <a:buNone/>
              <a:defRPr sz="2400" b="true" i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</a:defRPr>
            </a:lvl1pPr>
          </a:lstStyle>
          <a:p>
            <a:pPr lvl="0"/>
            <a:r>
              <a:rPr lang="en-US" altLang="zh-CN" noProof="false" err="true"/>
              <a:t>请输入标题</a:t>
            </a:r>
            <a:endParaRPr lang="en-US" altLang="zh-CN" noProof="false"/>
          </a:p>
        </p:txBody>
      </p:sp>
      <p:sp>
        <p:nvSpPr>
          <p:cNvPr id="2126" name="Text Placeholder 19"/>
          <p:cNvSpPr>
            <a:spLocks noGrp="true"/>
          </p:cNvSpPr>
          <p:nvPr>
            <p:ph type="body" sz="quarter" idx="21" hasCustomPrompt="true"/>
          </p:nvPr>
        </p:nvSpPr>
        <p:spPr>
          <a:xfrm>
            <a:off x="6581564" y="5397908"/>
            <a:ext cx="1850871" cy="604683"/>
          </a:xfr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sz="1200" noProof="false" err="true"/>
              <a:t>请输入正文内容</a:t>
            </a:r>
            <a:endParaRPr lang="en-US" altLang="zh-CN" noProof="false"/>
          </a:p>
        </p:txBody>
      </p:sp>
      <p:sp>
        <p:nvSpPr>
          <p:cNvPr id="2127" name="Text Placeholder 21"/>
          <p:cNvSpPr>
            <a:spLocks noGrp="true"/>
          </p:cNvSpPr>
          <p:nvPr>
            <p:ph type="body" sz="quarter" idx="22" hasCustomPrompt="true"/>
          </p:nvPr>
        </p:nvSpPr>
        <p:spPr>
          <a:xfrm>
            <a:off x="6353951" y="4887608"/>
            <a:ext cx="2306096" cy="490772"/>
          </a:xfrm>
        </p:spPr>
        <p:txBody>
          <a:bodyPr/>
          <a:lstStyle>
            <a:lvl1pPr marL="0" indent="0" algn="ctr">
              <a:buNone/>
              <a:defRPr sz="2400" b="true" i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</a:defRPr>
            </a:lvl1pPr>
          </a:lstStyle>
          <a:p>
            <a:pPr lvl="0"/>
            <a:r>
              <a:rPr lang="en-US" altLang="zh-CN" noProof="false" err="true"/>
              <a:t>请输入标题</a:t>
            </a:r>
            <a:endParaRPr lang="en-US" altLang="zh-CN" noProof="false"/>
          </a:p>
        </p:txBody>
      </p:sp>
      <p:sp>
        <p:nvSpPr>
          <p:cNvPr id="2128" name="Text Placeholder 19"/>
          <p:cNvSpPr>
            <a:spLocks noGrp="true"/>
          </p:cNvSpPr>
          <p:nvPr>
            <p:ph type="body" sz="quarter" idx="23" hasCustomPrompt="true"/>
          </p:nvPr>
        </p:nvSpPr>
        <p:spPr>
          <a:xfrm>
            <a:off x="9470424" y="5397908"/>
            <a:ext cx="1850871" cy="604683"/>
          </a:xfr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sz="1200" noProof="false" err="true"/>
              <a:t>请输入正文内容</a:t>
            </a:r>
            <a:endParaRPr lang="en-US" altLang="zh-CN" noProof="false"/>
          </a:p>
        </p:txBody>
      </p:sp>
      <p:sp>
        <p:nvSpPr>
          <p:cNvPr id="2129" name="Text Placeholder 21"/>
          <p:cNvSpPr>
            <a:spLocks noGrp="true"/>
          </p:cNvSpPr>
          <p:nvPr>
            <p:ph type="body" sz="quarter" idx="24" hasCustomPrompt="true"/>
          </p:nvPr>
        </p:nvSpPr>
        <p:spPr>
          <a:xfrm>
            <a:off x="9242811" y="4887608"/>
            <a:ext cx="2306096" cy="490772"/>
          </a:xfrm>
        </p:spPr>
        <p:txBody>
          <a:bodyPr/>
          <a:lstStyle>
            <a:lvl1pPr marL="0" indent="0" algn="ctr">
              <a:buNone/>
              <a:defRPr sz="2400" b="true" i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</a:defRPr>
            </a:lvl1pPr>
          </a:lstStyle>
          <a:p>
            <a:pPr lvl="0"/>
            <a:r>
              <a:rPr lang="en-US" altLang="zh-CN" noProof="false" err="true"/>
              <a:t>请输入标题</a:t>
            </a:r>
            <a:endParaRPr lang="en-US" altLang="zh-CN" noProof="false"/>
          </a:p>
        </p:txBody>
      </p:sp>
      <p:sp>
        <p:nvSpPr>
          <p:cNvPr id="2130" name="Text Placeholder 8"/>
          <p:cNvSpPr>
            <a:spLocks noGrp="true"/>
          </p:cNvSpPr>
          <p:nvPr>
            <p:ph type="body" sz="quarter" idx="28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noProof="false" err="true"/>
              <a:t>来源</a:t>
            </a:r>
            <a:r>
              <a:rPr lang="zh-CN" altLang="en-US" noProof="false"/>
              <a:t>：</a:t>
            </a:r>
            <a:endParaRPr lang="en-US" noProof="false"/>
          </a:p>
        </p:txBody>
      </p:sp>
    </p:spTree>
  </p:cSld>
  <p:clrMapOvr>
    <a:masterClrMapping/>
  </p:clrMapOvr>
</p:sldLayout>
</file>

<file path=ppt/slideLayouts/slideLayout254.xml><?xml version="1.0" encoding="utf-8"?>
<p:sldLayout xmlns:a="http://schemas.openxmlformats.org/drawingml/2006/main" xmlns:p="http://schemas.openxmlformats.org/presentationml/2006/main">
  <p:cSld name="Timeline 1">
    <p:spTree>
      <p:nvGrpSpPr>
        <p:cNvPr id="21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2" name="Picture Placeholder 14"/>
          <p:cNvSpPr>
            <a:spLocks noGrp="true"/>
          </p:cNvSpPr>
          <p:nvPr>
            <p:ph type="pic" sz="quarter" idx="50" hasCustomPrompt="true"/>
          </p:nvPr>
        </p:nvSpPr>
        <p:spPr>
          <a:xfrm>
            <a:off x="9285924" y="4679598"/>
            <a:ext cx="609420" cy="585307"/>
          </a:xfrm>
          <a:prstGeom prst="roundRect">
            <a:avLst>
              <a:gd name="adj" fmla="val 5508"/>
            </a:avLst>
          </a:prstGeom>
          <a:noFill/>
        </p:spPr>
        <p:txBody>
          <a:bodyPr anchor="ctr" anchorCtr="false"/>
          <a:lstStyle>
            <a:lvl1pPr marL="0" indent="0" algn="ctr">
              <a:buNone/>
              <a:defRPr sz="600" cap="all" baseline="0"/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单击插入图标</a:t>
            </a:r>
            <a:endParaRPr lang="en-US" noProof="false"/>
          </a:p>
        </p:txBody>
      </p:sp>
      <p:sp>
        <p:nvSpPr>
          <p:cNvPr id="2133" name="Picture Placeholder 14"/>
          <p:cNvSpPr>
            <a:spLocks noGrp="true"/>
          </p:cNvSpPr>
          <p:nvPr>
            <p:ph type="pic" sz="quarter" idx="51" hasCustomPrompt="true"/>
          </p:nvPr>
        </p:nvSpPr>
        <p:spPr>
          <a:xfrm>
            <a:off x="6476033" y="4679598"/>
            <a:ext cx="609420" cy="585307"/>
          </a:xfrm>
          <a:prstGeom prst="roundRect">
            <a:avLst>
              <a:gd name="adj" fmla="val 5508"/>
            </a:avLst>
          </a:prstGeom>
          <a:noFill/>
        </p:spPr>
        <p:txBody>
          <a:bodyPr anchor="ctr" anchorCtr="false"/>
          <a:lstStyle>
            <a:lvl1pPr marL="0" indent="0" algn="ctr">
              <a:buNone/>
              <a:defRPr sz="600" cap="all" baseline="0"/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单击插入图标</a:t>
            </a:r>
            <a:endParaRPr lang="en-US" noProof="false"/>
          </a:p>
        </p:txBody>
      </p:sp>
      <p:sp>
        <p:nvSpPr>
          <p:cNvPr id="2134" name="Picture Placeholder 14"/>
          <p:cNvSpPr>
            <a:spLocks noGrp="true"/>
          </p:cNvSpPr>
          <p:nvPr>
            <p:ph type="pic" sz="quarter" idx="52" hasCustomPrompt="true"/>
          </p:nvPr>
        </p:nvSpPr>
        <p:spPr>
          <a:xfrm>
            <a:off x="3655986" y="4679598"/>
            <a:ext cx="609420" cy="585307"/>
          </a:xfrm>
          <a:prstGeom prst="roundRect">
            <a:avLst>
              <a:gd name="adj" fmla="val 5508"/>
            </a:avLst>
          </a:prstGeom>
          <a:noFill/>
        </p:spPr>
        <p:txBody>
          <a:bodyPr anchor="ctr" anchorCtr="false"/>
          <a:lstStyle>
            <a:lvl1pPr marL="0" indent="0" algn="ctr">
              <a:buNone/>
              <a:defRPr sz="600" cap="all" baseline="0"/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单击插入图标</a:t>
            </a:r>
            <a:endParaRPr lang="en-US" noProof="false"/>
          </a:p>
        </p:txBody>
      </p:sp>
      <p:sp>
        <p:nvSpPr>
          <p:cNvPr id="2135" name="Picture Placeholder 14"/>
          <p:cNvSpPr>
            <a:spLocks noGrp="true"/>
          </p:cNvSpPr>
          <p:nvPr>
            <p:ph type="pic" sz="quarter" idx="53" hasCustomPrompt="true"/>
          </p:nvPr>
        </p:nvSpPr>
        <p:spPr>
          <a:xfrm>
            <a:off x="848338" y="4679598"/>
            <a:ext cx="609420" cy="585307"/>
          </a:xfrm>
          <a:prstGeom prst="roundRect">
            <a:avLst>
              <a:gd name="adj" fmla="val 5508"/>
            </a:avLst>
          </a:prstGeom>
          <a:noFill/>
        </p:spPr>
        <p:txBody>
          <a:bodyPr anchor="ctr" anchorCtr="false"/>
          <a:lstStyle>
            <a:lvl1pPr marL="0" indent="0" algn="ctr">
              <a:buNone/>
              <a:defRPr sz="600" cap="all" baseline="0"/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单击插入图标</a:t>
            </a:r>
            <a:endParaRPr lang="en-US" noProof="false"/>
          </a:p>
        </p:txBody>
      </p:sp>
      <p:sp>
        <p:nvSpPr>
          <p:cNvPr id="2136" name="Picture Placeholder 14"/>
          <p:cNvSpPr>
            <a:spLocks noGrp="true"/>
          </p:cNvSpPr>
          <p:nvPr>
            <p:ph type="pic" sz="quarter" idx="49" hasCustomPrompt="true"/>
          </p:nvPr>
        </p:nvSpPr>
        <p:spPr>
          <a:xfrm>
            <a:off x="10687066" y="2763799"/>
            <a:ext cx="609420" cy="585307"/>
          </a:xfrm>
          <a:prstGeom prst="roundRect">
            <a:avLst>
              <a:gd name="adj" fmla="val 5508"/>
            </a:avLst>
          </a:prstGeom>
          <a:noFill/>
        </p:spPr>
        <p:txBody>
          <a:bodyPr anchor="ctr" anchorCtr="false"/>
          <a:lstStyle>
            <a:lvl1pPr marL="0" indent="0" algn="ctr">
              <a:buNone/>
              <a:defRPr sz="600" cap="all" baseline="0"/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单击插入图标</a:t>
            </a:r>
            <a:endParaRPr lang="en-US" noProof="false"/>
          </a:p>
        </p:txBody>
      </p:sp>
      <p:sp>
        <p:nvSpPr>
          <p:cNvPr id="2137" name="Picture Placeholder 14"/>
          <p:cNvSpPr>
            <a:spLocks noGrp="true"/>
          </p:cNvSpPr>
          <p:nvPr>
            <p:ph type="pic" sz="quarter" idx="48" hasCustomPrompt="true"/>
          </p:nvPr>
        </p:nvSpPr>
        <p:spPr>
          <a:xfrm>
            <a:off x="7877175" y="2763799"/>
            <a:ext cx="609420" cy="585307"/>
          </a:xfrm>
          <a:prstGeom prst="roundRect">
            <a:avLst>
              <a:gd name="adj" fmla="val 5508"/>
            </a:avLst>
          </a:prstGeom>
          <a:noFill/>
        </p:spPr>
        <p:txBody>
          <a:bodyPr anchor="ctr" anchorCtr="false"/>
          <a:lstStyle>
            <a:lvl1pPr marL="0" indent="0" algn="ctr">
              <a:buNone/>
              <a:defRPr sz="600" cap="all" baseline="0"/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单击插入图标</a:t>
            </a:r>
            <a:endParaRPr lang="en-US" noProof="false"/>
          </a:p>
        </p:txBody>
      </p:sp>
      <p:sp>
        <p:nvSpPr>
          <p:cNvPr id="2138" name="Picture Placeholder 14"/>
          <p:cNvSpPr>
            <a:spLocks noGrp="true"/>
          </p:cNvSpPr>
          <p:nvPr>
            <p:ph type="pic" sz="quarter" idx="47" hasCustomPrompt="true"/>
          </p:nvPr>
        </p:nvSpPr>
        <p:spPr>
          <a:xfrm>
            <a:off x="5057128" y="2763799"/>
            <a:ext cx="609420" cy="585307"/>
          </a:xfrm>
          <a:prstGeom prst="roundRect">
            <a:avLst>
              <a:gd name="adj" fmla="val 5508"/>
            </a:avLst>
          </a:prstGeom>
          <a:noFill/>
        </p:spPr>
        <p:txBody>
          <a:bodyPr anchor="ctr" anchorCtr="false"/>
          <a:lstStyle>
            <a:lvl1pPr marL="0" indent="0" algn="ctr">
              <a:buNone/>
              <a:defRPr sz="600" cap="all" baseline="0"/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单击插入图标</a:t>
            </a:r>
            <a:endParaRPr lang="en-US" noProof="false"/>
          </a:p>
        </p:txBody>
      </p:sp>
      <p:sp>
        <p:nvSpPr>
          <p:cNvPr id="2139" name="Title 1"/>
          <p:cNvSpPr>
            <a:spLocks noGrp="true"/>
          </p:cNvSpPr>
          <p:nvPr>
            <p:ph type="title" hasCustomPrompt="true"/>
          </p:nvPr>
        </p:nvSpPr>
        <p:spPr>
          <a:xfrm>
            <a:off x="507365" y="715595"/>
            <a:ext cx="11186160" cy="1113205"/>
          </a:xfrm>
        </p:spPr>
        <p:txBody>
          <a:bodyPr/>
          <a:lstStyle>
            <a:lvl1pPr algn="ctr" defTabSz="914400" rtl="false" eaLnBrk="true" latinLnBrk="false" hangingPunct="true">
              <a:lnSpc>
                <a:spcPct val="90000"/>
              </a:lnSpc>
              <a:spcBef>
                <a:spcPct val="1"/>
              </a:spcBef>
              <a:buNone/>
              <a:defRPr lang="en-US" sz="42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j-cs"/>
              </a:defRPr>
            </a:lvl1pPr>
          </a:lstStyle>
          <a:p>
            <a:pPr/>
            <a:r>
              <a:rPr lang="en-US" noProof="false" err="true"/>
              <a:t>请输入标题</a:t>
            </a:r>
            <a:br>
              <a:rPr lang="en-US" noProof="false"/>
            </a:br>
            <a:r>
              <a:rPr lang="en-US" noProof="false" err="true"/>
              <a:t>请输入标题</a:t>
            </a:r>
            <a:endParaRPr lang="en-US" noProof="false"/>
          </a:p>
        </p:txBody>
      </p:sp>
      <p:sp>
        <p:nvSpPr>
          <p:cNvPr id="2140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/>
          <a:lstStyle/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2141" name="Text Placeholder 9"/>
          <p:cNvSpPr>
            <a:spLocks noGrp="true"/>
          </p:cNvSpPr>
          <p:nvPr>
            <p:ph type="body" sz="quarter" idx="12" hasCustomPrompt="true"/>
          </p:nvPr>
        </p:nvSpPr>
        <p:spPr>
          <a:xfrm>
            <a:off x="2507361" y="401917"/>
            <a:ext cx="7200000" cy="136970"/>
          </a:xfrm>
        </p:spPr>
        <p:txBody>
          <a:bodyPr/>
          <a:lstStyle>
            <a:lvl1pPr marL="0" indent="0" algn="ctr">
              <a:buNone/>
              <a:defRPr sz="900" b="false" i="false" cap="all" spc="150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noProof="false" err="true"/>
              <a:t>请输入说明文字</a:t>
            </a:r>
            <a:endParaRPr lang="en-US" noProof="false"/>
          </a:p>
        </p:txBody>
      </p:sp>
      <p:sp>
        <p:nvSpPr>
          <p:cNvPr id="2142" name="Picture Placeholder 14"/>
          <p:cNvSpPr>
            <a:spLocks noGrp="true"/>
          </p:cNvSpPr>
          <p:nvPr>
            <p:ph type="pic" sz="quarter" idx="13" hasCustomPrompt="true"/>
          </p:nvPr>
        </p:nvSpPr>
        <p:spPr>
          <a:xfrm>
            <a:off x="2249480" y="2760273"/>
            <a:ext cx="609420" cy="585307"/>
          </a:xfrm>
          <a:prstGeom prst="roundRect">
            <a:avLst>
              <a:gd name="adj" fmla="val 5508"/>
            </a:avLst>
          </a:prstGeom>
          <a:noFill/>
        </p:spPr>
        <p:txBody>
          <a:bodyPr anchor="ctr" anchorCtr="false"/>
          <a:lstStyle>
            <a:lvl1pPr marL="0" indent="0" algn="ctr">
              <a:buNone/>
              <a:defRPr sz="600" cap="all" baseline="0"/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单击插入图标</a:t>
            </a:r>
            <a:endParaRPr lang="en-US" noProof="false"/>
          </a:p>
        </p:txBody>
      </p:sp>
      <p:sp>
        <p:nvSpPr>
          <p:cNvPr id="2143" name="Text Placeholder 21"/>
          <p:cNvSpPr>
            <a:spLocks noGrp="true"/>
          </p:cNvSpPr>
          <p:nvPr>
            <p:ph type="body" sz="quarter" idx="18" hasCustomPrompt="true"/>
          </p:nvPr>
        </p:nvSpPr>
        <p:spPr>
          <a:xfrm>
            <a:off x="1401142" y="3414755"/>
            <a:ext cx="2306096" cy="238875"/>
          </a:xfrm>
        </p:spPr>
        <p:txBody>
          <a:bodyPr lIns="108000" rIns="108000"/>
          <a:lstStyle>
            <a:lvl1pPr marL="0" indent="0" algn="ctr">
              <a:buNone/>
              <a:defRPr sz="1800" b="true" i="false">
                <a:latin typeface="Noto Sans S Chinese Bold" panose="020B0500000000000000" pitchFamily="34" charset="-128"/>
                <a:ea typeface="Noto Sans S Chinese Bold" panose="020B0500000000000000" pitchFamily="34" charset="-128"/>
              </a:defRPr>
            </a:lvl1pPr>
          </a:lstStyle>
          <a:p>
            <a:pPr lvl="0"/>
            <a:r>
              <a:rPr lang="en-US" noProof="false" err="true"/>
              <a:t>请输入标题</a:t>
            </a:r>
            <a:endParaRPr lang="en-US" noProof="false"/>
          </a:p>
        </p:txBody>
      </p:sp>
      <p:sp>
        <p:nvSpPr>
          <p:cNvPr id="2144" name="Text Placeholder 21"/>
          <p:cNvSpPr>
            <a:spLocks noGrp="true"/>
          </p:cNvSpPr>
          <p:nvPr>
            <p:ph type="body" sz="quarter" idx="28" hasCustomPrompt="true"/>
          </p:nvPr>
        </p:nvSpPr>
        <p:spPr>
          <a:xfrm>
            <a:off x="4213671" y="3414755"/>
            <a:ext cx="2306096" cy="238875"/>
          </a:xfrm>
        </p:spPr>
        <p:txBody>
          <a:bodyPr lIns="108000" rIns="108000"/>
          <a:lstStyle>
            <a:lvl1pPr marL="0" indent="0" algn="ctr">
              <a:buNone/>
              <a:defRPr lang="en-US" sz="1800" b="true" i="false" kern="120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lvl="0"/>
            <a:r>
              <a:rPr lang="en-US" altLang="zh-CN" noProof="false" err="true"/>
              <a:t>请输入标题</a:t>
            </a:r>
            <a:endParaRPr lang="en-US" altLang="zh-CN" noProof="false"/>
          </a:p>
        </p:txBody>
      </p:sp>
      <p:sp>
        <p:nvSpPr>
          <p:cNvPr id="2145" name="Text Placeholder 21"/>
          <p:cNvSpPr>
            <a:spLocks noGrp="true"/>
          </p:cNvSpPr>
          <p:nvPr>
            <p:ph type="body" sz="quarter" idx="29" hasCustomPrompt="true"/>
          </p:nvPr>
        </p:nvSpPr>
        <p:spPr>
          <a:xfrm>
            <a:off x="7026200" y="3414755"/>
            <a:ext cx="2306096" cy="238875"/>
          </a:xfrm>
        </p:spPr>
        <p:txBody>
          <a:bodyPr lIns="108000" rIns="108000"/>
          <a:lstStyle>
            <a:lvl1pPr marL="0" indent="0" algn="ctr">
              <a:buNone/>
              <a:defRPr lang="en-US" sz="1800" b="true" i="false" kern="120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lvl="0"/>
            <a:r>
              <a:rPr lang="en-US" altLang="zh-CN" noProof="false" err="true"/>
              <a:t>请输入标题</a:t>
            </a:r>
            <a:endParaRPr lang="en-US" altLang="zh-CN" noProof="false"/>
          </a:p>
        </p:txBody>
      </p:sp>
      <p:sp>
        <p:nvSpPr>
          <p:cNvPr id="2146" name="Text Placeholder 21"/>
          <p:cNvSpPr>
            <a:spLocks noGrp="true"/>
          </p:cNvSpPr>
          <p:nvPr>
            <p:ph type="body" sz="quarter" idx="30" hasCustomPrompt="true"/>
          </p:nvPr>
        </p:nvSpPr>
        <p:spPr>
          <a:xfrm>
            <a:off x="9838728" y="3414755"/>
            <a:ext cx="2306096" cy="238875"/>
          </a:xfrm>
        </p:spPr>
        <p:txBody>
          <a:bodyPr lIns="108000" rIns="108000"/>
          <a:lstStyle>
            <a:lvl1pPr marL="0" indent="0" algn="ctr">
              <a:buNone/>
              <a:defRPr lang="en-US" sz="1800" b="true" i="false" kern="120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lvl="0"/>
            <a:r>
              <a:rPr lang="en-US" altLang="zh-CN" noProof="false" err="true"/>
              <a:t>请输入标题</a:t>
            </a:r>
            <a:endParaRPr lang="en-US" altLang="zh-CN" noProof="false"/>
          </a:p>
        </p:txBody>
      </p:sp>
      <p:sp>
        <p:nvSpPr>
          <p:cNvPr id="2147" name="Text Placeholder 35"/>
          <p:cNvSpPr>
            <a:spLocks noGrp="true"/>
          </p:cNvSpPr>
          <p:nvPr>
            <p:ph type="body" sz="quarter" idx="31" hasCustomPrompt="true"/>
          </p:nvPr>
        </p:nvSpPr>
        <p:spPr>
          <a:xfrm>
            <a:off x="1401142" y="3711654"/>
            <a:ext cx="2306096" cy="459347"/>
          </a:xfrm>
        </p:spPr>
        <p:txBody>
          <a:bodyPr lIns="108000" rIns="10800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 noProof="false" err="true"/>
              <a:t>请输入正文内容</a:t>
            </a:r>
            <a:endParaRPr lang="en-US" noProof="false"/>
          </a:p>
        </p:txBody>
      </p:sp>
      <p:sp>
        <p:nvSpPr>
          <p:cNvPr id="2148" name="Text Placeholder 35"/>
          <p:cNvSpPr>
            <a:spLocks noGrp="true"/>
          </p:cNvSpPr>
          <p:nvPr>
            <p:ph type="body" sz="quarter" idx="32" hasCustomPrompt="true"/>
          </p:nvPr>
        </p:nvSpPr>
        <p:spPr>
          <a:xfrm>
            <a:off x="4213671" y="3707958"/>
            <a:ext cx="2306096" cy="459347"/>
          </a:xfrm>
        </p:spPr>
        <p:txBody>
          <a:bodyPr lIns="108000" rIns="10800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 altLang="zh-CN" noProof="false" err="true"/>
              <a:t>请输入正文内容</a:t>
            </a:r>
            <a:endParaRPr lang="en-US" altLang="zh-CN" noProof="false"/>
          </a:p>
        </p:txBody>
      </p:sp>
      <p:sp>
        <p:nvSpPr>
          <p:cNvPr id="2149" name="Text Placeholder 35"/>
          <p:cNvSpPr>
            <a:spLocks noGrp="true"/>
          </p:cNvSpPr>
          <p:nvPr>
            <p:ph type="body" sz="quarter" idx="33" hasCustomPrompt="true"/>
          </p:nvPr>
        </p:nvSpPr>
        <p:spPr>
          <a:xfrm>
            <a:off x="7026200" y="3707957"/>
            <a:ext cx="2306096" cy="459347"/>
          </a:xfrm>
        </p:spPr>
        <p:txBody>
          <a:bodyPr lIns="108000" rIns="10800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 altLang="zh-CN" noProof="false" err="true"/>
              <a:t>请输入正文内容</a:t>
            </a:r>
            <a:endParaRPr lang="en-US" altLang="zh-CN" noProof="false"/>
          </a:p>
        </p:txBody>
      </p:sp>
      <p:sp>
        <p:nvSpPr>
          <p:cNvPr id="2150" name="Text Placeholder 35"/>
          <p:cNvSpPr>
            <a:spLocks noGrp="true"/>
          </p:cNvSpPr>
          <p:nvPr>
            <p:ph type="body" sz="quarter" idx="34" hasCustomPrompt="true"/>
          </p:nvPr>
        </p:nvSpPr>
        <p:spPr>
          <a:xfrm>
            <a:off x="9838728" y="3707956"/>
            <a:ext cx="2306096" cy="459347"/>
          </a:xfrm>
        </p:spPr>
        <p:txBody>
          <a:bodyPr lIns="108000" rIns="10800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 altLang="zh-CN" noProof="false" err="true"/>
              <a:t>请输入正文内容</a:t>
            </a:r>
            <a:endParaRPr lang="en-US" altLang="zh-CN" noProof="false"/>
          </a:p>
        </p:txBody>
      </p:sp>
      <p:sp>
        <p:nvSpPr>
          <p:cNvPr id="2151" name="Text Placeholder 21"/>
          <p:cNvSpPr>
            <a:spLocks noGrp="true"/>
          </p:cNvSpPr>
          <p:nvPr>
            <p:ph type="body" sz="quarter" idx="36" hasCustomPrompt="true"/>
          </p:nvPr>
        </p:nvSpPr>
        <p:spPr>
          <a:xfrm>
            <a:off x="0" y="5329319"/>
            <a:ext cx="2306096" cy="238875"/>
          </a:xfrm>
        </p:spPr>
        <p:txBody>
          <a:bodyPr lIns="108000" rIns="108000"/>
          <a:lstStyle>
            <a:lvl1pPr marL="0" indent="0" algn="ctr">
              <a:buNone/>
              <a:defRPr lang="en-US" sz="1800" b="true" i="false" kern="120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lvl="0"/>
            <a:r>
              <a:rPr lang="en-US" altLang="zh-CN" noProof="false" err="true"/>
              <a:t>请输入标题</a:t>
            </a:r>
            <a:endParaRPr lang="en-US" altLang="zh-CN" noProof="false"/>
          </a:p>
        </p:txBody>
      </p:sp>
      <p:sp>
        <p:nvSpPr>
          <p:cNvPr id="2152" name="Text Placeholder 21"/>
          <p:cNvSpPr>
            <a:spLocks noGrp="true"/>
          </p:cNvSpPr>
          <p:nvPr>
            <p:ph type="body" sz="quarter" idx="40" hasCustomPrompt="true"/>
          </p:nvPr>
        </p:nvSpPr>
        <p:spPr>
          <a:xfrm>
            <a:off x="2812529" y="5329319"/>
            <a:ext cx="2306096" cy="238875"/>
          </a:xfrm>
        </p:spPr>
        <p:txBody>
          <a:bodyPr lIns="108000" rIns="108000"/>
          <a:lstStyle>
            <a:lvl1pPr marL="0" indent="0" algn="ctr">
              <a:buNone/>
              <a:defRPr lang="en-US" sz="1800" b="true" i="false" kern="120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lvl="0"/>
            <a:r>
              <a:rPr lang="en-US" altLang="zh-CN" noProof="false" err="true"/>
              <a:t>请输入标题</a:t>
            </a:r>
            <a:endParaRPr lang="en-US" altLang="zh-CN" noProof="false"/>
          </a:p>
        </p:txBody>
      </p:sp>
      <p:sp>
        <p:nvSpPr>
          <p:cNvPr id="2153" name="Text Placeholder 21"/>
          <p:cNvSpPr>
            <a:spLocks noGrp="true"/>
          </p:cNvSpPr>
          <p:nvPr>
            <p:ph type="body" sz="quarter" idx="41" hasCustomPrompt="true"/>
          </p:nvPr>
        </p:nvSpPr>
        <p:spPr>
          <a:xfrm>
            <a:off x="5625058" y="5329319"/>
            <a:ext cx="2306096" cy="238875"/>
          </a:xfrm>
        </p:spPr>
        <p:txBody>
          <a:bodyPr lIns="108000" rIns="108000"/>
          <a:lstStyle>
            <a:lvl1pPr marL="0" indent="0" algn="ctr">
              <a:buNone/>
              <a:defRPr lang="en-US" sz="1800" b="true" i="false" kern="120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lvl="0"/>
            <a:r>
              <a:rPr lang="en-US" altLang="zh-CN" noProof="false" err="true"/>
              <a:t>请输入标题</a:t>
            </a:r>
            <a:endParaRPr lang="en-US" altLang="zh-CN" noProof="false"/>
          </a:p>
        </p:txBody>
      </p:sp>
      <p:sp>
        <p:nvSpPr>
          <p:cNvPr id="2154" name="Text Placeholder 21"/>
          <p:cNvSpPr>
            <a:spLocks noGrp="true"/>
          </p:cNvSpPr>
          <p:nvPr>
            <p:ph type="body" sz="quarter" idx="42" hasCustomPrompt="true"/>
          </p:nvPr>
        </p:nvSpPr>
        <p:spPr>
          <a:xfrm>
            <a:off x="8437586" y="5329319"/>
            <a:ext cx="2306096" cy="238875"/>
          </a:xfrm>
        </p:spPr>
        <p:txBody>
          <a:bodyPr lIns="108000" rIns="108000"/>
          <a:lstStyle>
            <a:lvl1pPr marL="0" indent="0" algn="ctr">
              <a:buNone/>
              <a:defRPr lang="en-US" sz="1800" b="true" i="false" kern="120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lvl="0"/>
            <a:r>
              <a:rPr lang="en-US" altLang="zh-CN" noProof="false" err="true"/>
              <a:t>请输入标题</a:t>
            </a:r>
            <a:endParaRPr lang="en-US" altLang="zh-CN" noProof="false"/>
          </a:p>
        </p:txBody>
      </p:sp>
      <p:sp>
        <p:nvSpPr>
          <p:cNvPr id="2155" name="Text Placeholder 35"/>
          <p:cNvSpPr>
            <a:spLocks noGrp="true"/>
          </p:cNvSpPr>
          <p:nvPr>
            <p:ph type="body" sz="quarter" idx="43" hasCustomPrompt="true"/>
          </p:nvPr>
        </p:nvSpPr>
        <p:spPr>
          <a:xfrm>
            <a:off x="0" y="5626218"/>
            <a:ext cx="2306096" cy="459347"/>
          </a:xfrm>
        </p:spPr>
        <p:txBody>
          <a:bodyPr lIns="108000" rIns="10800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 altLang="zh-CN" noProof="false" err="true"/>
              <a:t>请输入正文内容</a:t>
            </a:r>
            <a:endParaRPr lang="en-US" altLang="zh-CN" noProof="false"/>
          </a:p>
        </p:txBody>
      </p:sp>
      <p:sp>
        <p:nvSpPr>
          <p:cNvPr id="2156" name="Text Placeholder 35"/>
          <p:cNvSpPr>
            <a:spLocks noGrp="true"/>
          </p:cNvSpPr>
          <p:nvPr>
            <p:ph type="body" sz="quarter" idx="44" hasCustomPrompt="true"/>
          </p:nvPr>
        </p:nvSpPr>
        <p:spPr>
          <a:xfrm>
            <a:off x="2812529" y="5622522"/>
            <a:ext cx="2306096" cy="459347"/>
          </a:xfrm>
        </p:spPr>
        <p:txBody>
          <a:bodyPr lIns="108000" rIns="10800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 altLang="zh-CN" noProof="false" err="true"/>
              <a:t>请输入正文内容</a:t>
            </a:r>
            <a:endParaRPr lang="en-US" altLang="zh-CN" noProof="false"/>
          </a:p>
        </p:txBody>
      </p:sp>
      <p:sp>
        <p:nvSpPr>
          <p:cNvPr id="2157" name="Text Placeholder 35"/>
          <p:cNvSpPr>
            <a:spLocks noGrp="true"/>
          </p:cNvSpPr>
          <p:nvPr>
            <p:ph type="body" sz="quarter" idx="45" hasCustomPrompt="true"/>
          </p:nvPr>
        </p:nvSpPr>
        <p:spPr>
          <a:xfrm>
            <a:off x="5625058" y="5622521"/>
            <a:ext cx="2306096" cy="459347"/>
          </a:xfrm>
        </p:spPr>
        <p:txBody>
          <a:bodyPr lIns="108000" rIns="10800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 altLang="zh-CN" noProof="false" err="true"/>
              <a:t>请输入正文内容</a:t>
            </a:r>
            <a:endParaRPr lang="en-US" altLang="zh-CN" noProof="false"/>
          </a:p>
        </p:txBody>
      </p:sp>
      <p:sp>
        <p:nvSpPr>
          <p:cNvPr id="2158" name="Text Placeholder 35"/>
          <p:cNvSpPr>
            <a:spLocks noGrp="true"/>
          </p:cNvSpPr>
          <p:nvPr>
            <p:ph type="body" sz="quarter" idx="46" hasCustomPrompt="true"/>
          </p:nvPr>
        </p:nvSpPr>
        <p:spPr>
          <a:xfrm>
            <a:off x="8437586" y="5622520"/>
            <a:ext cx="2306096" cy="459347"/>
          </a:xfrm>
        </p:spPr>
        <p:txBody>
          <a:bodyPr lIns="108000" rIns="10800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 altLang="zh-CN" noProof="false" err="true"/>
              <a:t>请输入正文内容</a:t>
            </a:r>
            <a:endParaRPr lang="en-US" altLang="zh-CN" noProof="false"/>
          </a:p>
        </p:txBody>
      </p:sp>
      <p:sp>
        <p:nvSpPr>
          <p:cNvPr id="2159" name="Text Placeholder 8"/>
          <p:cNvSpPr>
            <a:spLocks noGrp="true"/>
          </p:cNvSpPr>
          <p:nvPr>
            <p:ph type="body" sz="quarter" idx="23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noProof="false" err="true"/>
              <a:t>来源</a:t>
            </a:r>
            <a:r>
              <a:rPr lang="zh-CN" altLang="en-US" noProof="false"/>
              <a:t>：</a:t>
            </a:r>
            <a:endParaRPr lang="en-US" noProof="false"/>
          </a:p>
        </p:txBody>
      </p:sp>
    </p:spTree>
  </p:cSld>
  <p:clrMapOvr>
    <a:masterClrMapping/>
  </p:clrMapOvr>
</p:sldLayout>
</file>

<file path=ppt/slideLayouts/slideLayout255.xml><?xml version="1.0" encoding="utf-8"?>
<p:sldLayout xmlns:a="http://schemas.openxmlformats.org/drawingml/2006/main" xmlns:p="http://schemas.openxmlformats.org/presentationml/2006/main">
  <p:cSld name="1_Timeline 1">
    <p:bg>
      <p:bgPr>
        <a:solidFill>
          <a:schemeClr val="tx1"/>
        </a:solidFill>
        <a:effectLst/>
      </p:bgPr>
    </p:bg>
    <p:spTree>
      <p:nvGrpSpPr>
        <p:cNvPr id="216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1" name="Picture Placeholder 14"/>
          <p:cNvSpPr>
            <a:spLocks noGrp="true"/>
          </p:cNvSpPr>
          <p:nvPr>
            <p:ph type="pic" sz="quarter" idx="50" hasCustomPrompt="true"/>
          </p:nvPr>
        </p:nvSpPr>
        <p:spPr>
          <a:xfrm>
            <a:off x="9285924" y="4679598"/>
            <a:ext cx="609420" cy="585307"/>
          </a:xfrm>
          <a:prstGeom prst="roundRect">
            <a:avLst>
              <a:gd name="adj" fmla="val 5508"/>
            </a:avLst>
          </a:prstGeom>
          <a:noFill/>
        </p:spPr>
        <p:txBody>
          <a:bodyPr anchor="ctr" anchorCtr="false"/>
          <a:lstStyle>
            <a:lvl1pPr marL="0" indent="0" algn="ctr">
              <a:buNone/>
              <a:defRPr sz="600" cap="all" baseline="0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单击插入图标</a:t>
            </a:r>
            <a:endParaRPr lang="en-US" noProof="false"/>
          </a:p>
        </p:txBody>
      </p:sp>
      <p:sp>
        <p:nvSpPr>
          <p:cNvPr id="2162" name="Picture Placeholder 14"/>
          <p:cNvSpPr>
            <a:spLocks noGrp="true"/>
          </p:cNvSpPr>
          <p:nvPr>
            <p:ph type="pic" sz="quarter" idx="51" hasCustomPrompt="true"/>
          </p:nvPr>
        </p:nvSpPr>
        <p:spPr>
          <a:xfrm>
            <a:off x="6476033" y="4679598"/>
            <a:ext cx="609420" cy="585307"/>
          </a:xfrm>
          <a:prstGeom prst="roundRect">
            <a:avLst>
              <a:gd name="adj" fmla="val 5508"/>
            </a:avLst>
          </a:prstGeom>
          <a:noFill/>
        </p:spPr>
        <p:txBody>
          <a:bodyPr anchor="ctr" anchorCtr="false"/>
          <a:lstStyle>
            <a:lvl1pPr marL="0" indent="0" algn="ctr">
              <a:buNone/>
              <a:defRPr sz="600" cap="all" baseline="0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单击插入图标</a:t>
            </a:r>
            <a:endParaRPr lang="en-US" noProof="false"/>
          </a:p>
        </p:txBody>
      </p:sp>
      <p:sp>
        <p:nvSpPr>
          <p:cNvPr id="2163" name="Picture Placeholder 14"/>
          <p:cNvSpPr>
            <a:spLocks noGrp="true"/>
          </p:cNvSpPr>
          <p:nvPr>
            <p:ph type="pic" sz="quarter" idx="52" hasCustomPrompt="true"/>
          </p:nvPr>
        </p:nvSpPr>
        <p:spPr>
          <a:xfrm>
            <a:off x="3655986" y="4679598"/>
            <a:ext cx="609420" cy="585307"/>
          </a:xfrm>
          <a:prstGeom prst="roundRect">
            <a:avLst>
              <a:gd name="adj" fmla="val 5508"/>
            </a:avLst>
          </a:prstGeom>
          <a:noFill/>
        </p:spPr>
        <p:txBody>
          <a:bodyPr anchor="ctr" anchorCtr="false"/>
          <a:lstStyle>
            <a:lvl1pPr marL="0" indent="0" algn="ctr">
              <a:buNone/>
              <a:defRPr sz="600" cap="all" baseline="0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单击插入图标</a:t>
            </a:r>
            <a:endParaRPr lang="en-US" noProof="false"/>
          </a:p>
        </p:txBody>
      </p:sp>
      <p:sp>
        <p:nvSpPr>
          <p:cNvPr id="2164" name="Picture Placeholder 14"/>
          <p:cNvSpPr>
            <a:spLocks noGrp="true"/>
          </p:cNvSpPr>
          <p:nvPr>
            <p:ph type="pic" sz="quarter" idx="53" hasCustomPrompt="true"/>
          </p:nvPr>
        </p:nvSpPr>
        <p:spPr>
          <a:xfrm>
            <a:off x="848338" y="4679598"/>
            <a:ext cx="609420" cy="585307"/>
          </a:xfrm>
          <a:prstGeom prst="roundRect">
            <a:avLst>
              <a:gd name="adj" fmla="val 5508"/>
            </a:avLst>
          </a:prstGeom>
          <a:noFill/>
        </p:spPr>
        <p:txBody>
          <a:bodyPr anchor="ctr" anchorCtr="false"/>
          <a:lstStyle>
            <a:lvl1pPr marL="0" indent="0" algn="ctr">
              <a:buNone/>
              <a:defRPr sz="600" cap="all" baseline="0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单击插入图标</a:t>
            </a:r>
            <a:endParaRPr lang="en-US" noProof="false"/>
          </a:p>
        </p:txBody>
      </p:sp>
      <p:sp>
        <p:nvSpPr>
          <p:cNvPr id="2165" name="Picture Placeholder 14"/>
          <p:cNvSpPr>
            <a:spLocks noGrp="true"/>
          </p:cNvSpPr>
          <p:nvPr>
            <p:ph type="pic" sz="quarter" idx="49" hasCustomPrompt="true"/>
          </p:nvPr>
        </p:nvSpPr>
        <p:spPr>
          <a:xfrm>
            <a:off x="10687066" y="2763799"/>
            <a:ext cx="609420" cy="585307"/>
          </a:xfrm>
          <a:prstGeom prst="roundRect">
            <a:avLst>
              <a:gd name="adj" fmla="val 5508"/>
            </a:avLst>
          </a:prstGeom>
          <a:noFill/>
        </p:spPr>
        <p:txBody>
          <a:bodyPr anchor="ctr" anchorCtr="false"/>
          <a:lstStyle>
            <a:lvl1pPr marL="0" indent="0" algn="ctr">
              <a:buNone/>
              <a:defRPr sz="600" cap="all" baseline="0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单击插入图标</a:t>
            </a:r>
            <a:endParaRPr lang="en-US" noProof="false"/>
          </a:p>
        </p:txBody>
      </p:sp>
      <p:sp>
        <p:nvSpPr>
          <p:cNvPr id="2166" name="Picture Placeholder 14"/>
          <p:cNvSpPr>
            <a:spLocks noGrp="true"/>
          </p:cNvSpPr>
          <p:nvPr>
            <p:ph type="pic" sz="quarter" idx="48" hasCustomPrompt="true"/>
          </p:nvPr>
        </p:nvSpPr>
        <p:spPr>
          <a:xfrm>
            <a:off x="7877175" y="2763799"/>
            <a:ext cx="609420" cy="585307"/>
          </a:xfrm>
          <a:prstGeom prst="roundRect">
            <a:avLst>
              <a:gd name="adj" fmla="val 5508"/>
            </a:avLst>
          </a:prstGeom>
          <a:noFill/>
        </p:spPr>
        <p:txBody>
          <a:bodyPr anchor="ctr" anchorCtr="false"/>
          <a:lstStyle>
            <a:lvl1pPr marL="0" indent="0" algn="ctr">
              <a:buNone/>
              <a:defRPr sz="600" cap="all" baseline="0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单击插入图标</a:t>
            </a:r>
            <a:endParaRPr lang="en-US" noProof="false"/>
          </a:p>
        </p:txBody>
      </p:sp>
      <p:sp>
        <p:nvSpPr>
          <p:cNvPr id="2167" name="Picture Placeholder 14"/>
          <p:cNvSpPr>
            <a:spLocks noGrp="true"/>
          </p:cNvSpPr>
          <p:nvPr>
            <p:ph type="pic" sz="quarter" idx="47" hasCustomPrompt="true"/>
          </p:nvPr>
        </p:nvSpPr>
        <p:spPr>
          <a:xfrm>
            <a:off x="5057128" y="2763799"/>
            <a:ext cx="609420" cy="585307"/>
          </a:xfrm>
          <a:prstGeom prst="roundRect">
            <a:avLst>
              <a:gd name="adj" fmla="val 5508"/>
            </a:avLst>
          </a:prstGeom>
          <a:noFill/>
        </p:spPr>
        <p:txBody>
          <a:bodyPr anchor="ctr" anchorCtr="false"/>
          <a:lstStyle>
            <a:lvl1pPr marL="0" indent="0" algn="ctr">
              <a:buNone/>
              <a:defRPr sz="600" cap="all" baseline="0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单击插入图标</a:t>
            </a:r>
            <a:endParaRPr lang="en-US" noProof="false"/>
          </a:p>
        </p:txBody>
      </p:sp>
      <p:sp>
        <p:nvSpPr>
          <p:cNvPr id="2168" name="Title 1"/>
          <p:cNvSpPr>
            <a:spLocks noGrp="true"/>
          </p:cNvSpPr>
          <p:nvPr>
            <p:ph type="title" hasCustomPrompt="true"/>
          </p:nvPr>
        </p:nvSpPr>
        <p:spPr>
          <a:xfrm>
            <a:off x="507365" y="715595"/>
            <a:ext cx="11186160" cy="1113205"/>
          </a:xfrm>
        </p:spPr>
        <p:txBody>
          <a:bodyPr/>
          <a:lstStyle>
            <a:lvl1pPr algn="ctr" defTabSz="914400" rtl="false" eaLnBrk="true" latinLnBrk="false" hangingPunct="true">
              <a:lnSpc>
                <a:spcPct val="90000"/>
              </a:lnSpc>
              <a:spcBef>
                <a:spcPct val="1"/>
              </a:spcBef>
              <a:buNone/>
              <a:defRPr lang="en-US" sz="4200" b="true" i="false" kern="1200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j-cs"/>
              </a:defRPr>
            </a:lvl1pPr>
          </a:lstStyle>
          <a:p>
            <a:pPr/>
            <a:r>
              <a:rPr lang="en-US" noProof="false" err="true"/>
              <a:t>请输入标题</a:t>
            </a:r>
            <a:br>
              <a:rPr lang="en-US" noProof="false"/>
            </a:br>
            <a:r>
              <a:rPr lang="en-US" altLang="zh-CN" noProof="false" err="true"/>
              <a:t>请输入标题</a:t>
            </a:r>
            <a:endParaRPr lang="en-US" noProof="false"/>
          </a:p>
        </p:txBody>
      </p:sp>
      <p:sp>
        <p:nvSpPr>
          <p:cNvPr id="2169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2170" name="Text Placeholder 9"/>
          <p:cNvSpPr>
            <a:spLocks noGrp="true"/>
          </p:cNvSpPr>
          <p:nvPr>
            <p:ph type="body" sz="quarter" idx="12" hasCustomPrompt="true"/>
          </p:nvPr>
        </p:nvSpPr>
        <p:spPr>
          <a:xfrm>
            <a:off x="2507361" y="401917"/>
            <a:ext cx="7200000" cy="136970"/>
          </a:xfrm>
        </p:spPr>
        <p:txBody>
          <a:bodyPr/>
          <a:lstStyle>
            <a:lvl1pPr marL="0" indent="0" algn="ctr">
              <a:buNone/>
              <a:defRPr sz="900" b="false" i="false" cap="all" spc="150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noProof="false" err="true"/>
              <a:t>请输入说明文字</a:t>
            </a:r>
            <a:endParaRPr lang="en-US" noProof="false"/>
          </a:p>
        </p:txBody>
      </p:sp>
      <p:sp>
        <p:nvSpPr>
          <p:cNvPr id="2171" name="Picture Placeholder 14"/>
          <p:cNvSpPr>
            <a:spLocks noGrp="true"/>
          </p:cNvSpPr>
          <p:nvPr>
            <p:ph type="pic" sz="quarter" idx="13" hasCustomPrompt="true"/>
          </p:nvPr>
        </p:nvSpPr>
        <p:spPr>
          <a:xfrm>
            <a:off x="2249480" y="2760273"/>
            <a:ext cx="609420" cy="585307"/>
          </a:xfrm>
          <a:prstGeom prst="roundRect">
            <a:avLst>
              <a:gd name="adj" fmla="val 5508"/>
            </a:avLst>
          </a:prstGeom>
          <a:noFill/>
        </p:spPr>
        <p:txBody>
          <a:bodyPr anchor="ctr" anchorCtr="false"/>
          <a:lstStyle>
            <a:lvl1pPr marL="0" indent="0" algn="ctr">
              <a:buNone/>
              <a:defRPr sz="600" cap="all" baseline="0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单击插入图标</a:t>
            </a:r>
            <a:endParaRPr lang="en-US" noProof="false"/>
          </a:p>
        </p:txBody>
      </p:sp>
      <p:sp>
        <p:nvSpPr>
          <p:cNvPr id="2172" name="Text Placeholder 21"/>
          <p:cNvSpPr>
            <a:spLocks noGrp="true"/>
          </p:cNvSpPr>
          <p:nvPr>
            <p:ph type="body" sz="quarter" idx="18" hasCustomPrompt="true"/>
          </p:nvPr>
        </p:nvSpPr>
        <p:spPr>
          <a:xfrm>
            <a:off x="1401142" y="3414755"/>
            <a:ext cx="2306096" cy="238875"/>
          </a:xfrm>
        </p:spPr>
        <p:txBody>
          <a:bodyPr lIns="108000" rIns="108000"/>
          <a:lstStyle>
            <a:lvl1pPr marL="0" indent="0" algn="ctr">
              <a:buNone/>
              <a:defRPr sz="1800" b="true" i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</a:defRPr>
            </a:lvl1pPr>
          </a:lstStyle>
          <a:p>
            <a:pPr lvl="0"/>
            <a:r>
              <a:rPr lang="en-US" noProof="false" err="true"/>
              <a:t>请输入标题</a:t>
            </a:r>
            <a:endParaRPr lang="en-US" noProof="false"/>
          </a:p>
        </p:txBody>
      </p:sp>
      <p:sp>
        <p:nvSpPr>
          <p:cNvPr id="2173" name="Text Placeholder 21"/>
          <p:cNvSpPr>
            <a:spLocks noGrp="true"/>
          </p:cNvSpPr>
          <p:nvPr>
            <p:ph type="body" sz="quarter" idx="28" hasCustomPrompt="true"/>
          </p:nvPr>
        </p:nvSpPr>
        <p:spPr>
          <a:xfrm>
            <a:off x="4213671" y="3414755"/>
            <a:ext cx="2306096" cy="238875"/>
          </a:xfrm>
        </p:spPr>
        <p:txBody>
          <a:bodyPr lIns="108000" rIns="108000"/>
          <a:lstStyle>
            <a:lvl1pPr marL="0" indent="0" algn="ctr">
              <a:buNone/>
              <a:defRPr sz="1800" b="true" i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</a:defRPr>
            </a:lvl1pPr>
          </a:lstStyle>
          <a:p>
            <a:pPr lvl="0"/>
            <a:r>
              <a:rPr lang="en-US" altLang="zh-CN" noProof="false" err="true"/>
              <a:t>请输入标题</a:t>
            </a:r>
            <a:endParaRPr lang="en-US" altLang="zh-CN" noProof="false"/>
          </a:p>
        </p:txBody>
      </p:sp>
      <p:sp>
        <p:nvSpPr>
          <p:cNvPr id="2174" name="Text Placeholder 21"/>
          <p:cNvSpPr>
            <a:spLocks noGrp="true"/>
          </p:cNvSpPr>
          <p:nvPr>
            <p:ph type="body" sz="quarter" idx="29" hasCustomPrompt="true"/>
          </p:nvPr>
        </p:nvSpPr>
        <p:spPr>
          <a:xfrm>
            <a:off x="7026200" y="3414755"/>
            <a:ext cx="2306096" cy="238875"/>
          </a:xfrm>
        </p:spPr>
        <p:txBody>
          <a:bodyPr lIns="108000" rIns="108000"/>
          <a:lstStyle>
            <a:lvl1pPr marL="0" indent="0" algn="ctr">
              <a:buNone/>
              <a:defRPr sz="1800" b="true" i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</a:defRPr>
            </a:lvl1pPr>
          </a:lstStyle>
          <a:p>
            <a:pPr lvl="0"/>
            <a:r>
              <a:rPr lang="en-US" altLang="zh-CN" noProof="false" err="true"/>
              <a:t>请输入标题</a:t>
            </a:r>
            <a:endParaRPr lang="en-US" altLang="zh-CN" noProof="false"/>
          </a:p>
        </p:txBody>
      </p:sp>
      <p:sp>
        <p:nvSpPr>
          <p:cNvPr id="2175" name="Text Placeholder 21"/>
          <p:cNvSpPr>
            <a:spLocks noGrp="true"/>
          </p:cNvSpPr>
          <p:nvPr>
            <p:ph type="body" sz="quarter" idx="30" hasCustomPrompt="true"/>
          </p:nvPr>
        </p:nvSpPr>
        <p:spPr>
          <a:xfrm>
            <a:off x="9838728" y="3414755"/>
            <a:ext cx="2306096" cy="238875"/>
          </a:xfrm>
        </p:spPr>
        <p:txBody>
          <a:bodyPr lIns="108000" rIns="108000"/>
          <a:lstStyle>
            <a:lvl1pPr marL="0" indent="0" algn="ctr">
              <a:buNone/>
              <a:defRPr sz="1800" b="true" i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</a:defRPr>
            </a:lvl1pPr>
          </a:lstStyle>
          <a:p>
            <a:pPr lvl="0"/>
            <a:r>
              <a:rPr lang="en-US" altLang="zh-CN" noProof="false" err="true"/>
              <a:t>请输入标题</a:t>
            </a:r>
            <a:endParaRPr lang="en-US" altLang="zh-CN" noProof="false"/>
          </a:p>
        </p:txBody>
      </p:sp>
      <p:sp>
        <p:nvSpPr>
          <p:cNvPr id="2176" name="Text Placeholder 35"/>
          <p:cNvSpPr>
            <a:spLocks noGrp="true"/>
          </p:cNvSpPr>
          <p:nvPr>
            <p:ph type="body" sz="quarter" idx="31" hasCustomPrompt="true"/>
          </p:nvPr>
        </p:nvSpPr>
        <p:spPr>
          <a:xfrm>
            <a:off x="1401142" y="3711654"/>
            <a:ext cx="2306096" cy="459347"/>
          </a:xfrm>
        </p:spPr>
        <p:txBody>
          <a:bodyPr lIns="108000" rIns="10800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false" err="true"/>
              <a:t>请输入正文内容</a:t>
            </a:r>
            <a:endParaRPr lang="en-US" noProof="false"/>
          </a:p>
        </p:txBody>
      </p:sp>
      <p:sp>
        <p:nvSpPr>
          <p:cNvPr id="2177" name="Text Placeholder 35"/>
          <p:cNvSpPr>
            <a:spLocks noGrp="true"/>
          </p:cNvSpPr>
          <p:nvPr>
            <p:ph type="body" sz="quarter" idx="32" hasCustomPrompt="true"/>
          </p:nvPr>
        </p:nvSpPr>
        <p:spPr>
          <a:xfrm>
            <a:off x="4213671" y="3707958"/>
            <a:ext cx="2306096" cy="459347"/>
          </a:xfrm>
        </p:spPr>
        <p:txBody>
          <a:bodyPr lIns="108000" rIns="10800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false" err="true"/>
              <a:t>请输入正文内容</a:t>
            </a:r>
            <a:endParaRPr lang="en-US" altLang="zh-CN" noProof="false"/>
          </a:p>
        </p:txBody>
      </p:sp>
      <p:sp>
        <p:nvSpPr>
          <p:cNvPr id="2178" name="Text Placeholder 35"/>
          <p:cNvSpPr>
            <a:spLocks noGrp="true"/>
          </p:cNvSpPr>
          <p:nvPr>
            <p:ph type="body" sz="quarter" idx="33" hasCustomPrompt="true"/>
          </p:nvPr>
        </p:nvSpPr>
        <p:spPr>
          <a:xfrm>
            <a:off x="7026200" y="3707957"/>
            <a:ext cx="2306096" cy="459347"/>
          </a:xfrm>
        </p:spPr>
        <p:txBody>
          <a:bodyPr lIns="108000" rIns="10800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noProof="false" err="true"/>
              <a:t>请输入正文内容</a:t>
            </a:r>
            <a:endParaRPr lang="en-US" altLang="zh-CN" noProof="false"/>
          </a:p>
        </p:txBody>
      </p:sp>
      <p:sp>
        <p:nvSpPr>
          <p:cNvPr id="2179" name="Text Placeholder 35"/>
          <p:cNvSpPr>
            <a:spLocks noGrp="true"/>
          </p:cNvSpPr>
          <p:nvPr>
            <p:ph type="body" sz="quarter" idx="34" hasCustomPrompt="true"/>
          </p:nvPr>
        </p:nvSpPr>
        <p:spPr>
          <a:xfrm>
            <a:off x="9838728" y="3707956"/>
            <a:ext cx="2306096" cy="459347"/>
          </a:xfrm>
        </p:spPr>
        <p:txBody>
          <a:bodyPr lIns="108000" rIns="10800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false" err="true"/>
              <a:t>请输入正文内容</a:t>
            </a:r>
            <a:endParaRPr lang="en-US" altLang="zh-CN" noProof="false"/>
          </a:p>
        </p:txBody>
      </p:sp>
      <p:sp>
        <p:nvSpPr>
          <p:cNvPr id="2180" name="Text Placeholder 21"/>
          <p:cNvSpPr>
            <a:spLocks noGrp="true"/>
          </p:cNvSpPr>
          <p:nvPr>
            <p:ph type="body" sz="quarter" idx="36" hasCustomPrompt="true"/>
          </p:nvPr>
        </p:nvSpPr>
        <p:spPr>
          <a:xfrm>
            <a:off x="0" y="5329319"/>
            <a:ext cx="2306096" cy="238875"/>
          </a:xfrm>
        </p:spPr>
        <p:txBody>
          <a:bodyPr lIns="108000" rIns="108000"/>
          <a:lstStyle>
            <a:lvl1pPr marL="0" indent="0" algn="ctr">
              <a:buNone/>
              <a:defRPr sz="1800" b="true" i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</a:defRPr>
            </a:lvl1pPr>
          </a:lstStyle>
          <a:p>
            <a:pPr lvl="0"/>
            <a:r>
              <a:rPr lang="en-US" altLang="zh-CN" noProof="false" err="true"/>
              <a:t>请输入标题</a:t>
            </a:r>
            <a:endParaRPr lang="en-US" altLang="zh-CN" noProof="false"/>
          </a:p>
        </p:txBody>
      </p:sp>
      <p:sp>
        <p:nvSpPr>
          <p:cNvPr id="2181" name="Text Placeholder 21"/>
          <p:cNvSpPr>
            <a:spLocks noGrp="true"/>
          </p:cNvSpPr>
          <p:nvPr>
            <p:ph type="body" sz="quarter" idx="40" hasCustomPrompt="true"/>
          </p:nvPr>
        </p:nvSpPr>
        <p:spPr>
          <a:xfrm>
            <a:off x="2812529" y="5329319"/>
            <a:ext cx="2306096" cy="238875"/>
          </a:xfrm>
        </p:spPr>
        <p:txBody>
          <a:bodyPr lIns="108000" rIns="108000"/>
          <a:lstStyle>
            <a:lvl1pPr marL="0" indent="0" algn="ctr">
              <a:buNone/>
              <a:defRPr sz="1800" b="true" i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</a:defRPr>
            </a:lvl1pPr>
          </a:lstStyle>
          <a:p>
            <a:pPr lvl="0"/>
            <a:r>
              <a:rPr lang="en-US" altLang="zh-CN" noProof="false" err="true"/>
              <a:t>请输入标题</a:t>
            </a:r>
            <a:endParaRPr lang="en-US" altLang="zh-CN" noProof="false"/>
          </a:p>
        </p:txBody>
      </p:sp>
      <p:sp>
        <p:nvSpPr>
          <p:cNvPr id="2182" name="Text Placeholder 21"/>
          <p:cNvSpPr>
            <a:spLocks noGrp="true"/>
          </p:cNvSpPr>
          <p:nvPr>
            <p:ph type="body" sz="quarter" idx="41" hasCustomPrompt="true"/>
          </p:nvPr>
        </p:nvSpPr>
        <p:spPr>
          <a:xfrm>
            <a:off x="5625058" y="5329319"/>
            <a:ext cx="2306096" cy="238875"/>
          </a:xfrm>
        </p:spPr>
        <p:txBody>
          <a:bodyPr lIns="108000" rIns="108000"/>
          <a:lstStyle>
            <a:lvl1pPr marL="0" indent="0" algn="ctr">
              <a:buNone/>
              <a:defRPr sz="1800" b="true" i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</a:defRPr>
            </a:lvl1pPr>
          </a:lstStyle>
          <a:p>
            <a:pPr lvl="0"/>
            <a:r>
              <a:rPr lang="en-US" altLang="zh-CN" noProof="false" err="true"/>
              <a:t>请输入标题</a:t>
            </a:r>
            <a:endParaRPr lang="en-US" altLang="zh-CN" noProof="false"/>
          </a:p>
        </p:txBody>
      </p:sp>
      <p:sp>
        <p:nvSpPr>
          <p:cNvPr id="2183" name="Text Placeholder 21"/>
          <p:cNvSpPr>
            <a:spLocks noGrp="true"/>
          </p:cNvSpPr>
          <p:nvPr>
            <p:ph type="body" sz="quarter" idx="42" hasCustomPrompt="true"/>
          </p:nvPr>
        </p:nvSpPr>
        <p:spPr>
          <a:xfrm>
            <a:off x="8437586" y="5329319"/>
            <a:ext cx="2306096" cy="238875"/>
          </a:xfrm>
        </p:spPr>
        <p:txBody>
          <a:bodyPr lIns="108000" rIns="108000"/>
          <a:lstStyle>
            <a:lvl1pPr marL="0" indent="0" algn="ctr">
              <a:buNone/>
              <a:defRPr sz="1800" b="true" i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</a:defRPr>
            </a:lvl1pPr>
          </a:lstStyle>
          <a:p>
            <a:pPr lvl="0"/>
            <a:r>
              <a:rPr lang="en-US" altLang="zh-CN" noProof="false" err="true"/>
              <a:t>请输入标题</a:t>
            </a:r>
            <a:endParaRPr lang="en-US" altLang="zh-CN" noProof="false"/>
          </a:p>
        </p:txBody>
      </p:sp>
      <p:sp>
        <p:nvSpPr>
          <p:cNvPr id="2184" name="Text Placeholder 35"/>
          <p:cNvSpPr>
            <a:spLocks noGrp="true"/>
          </p:cNvSpPr>
          <p:nvPr>
            <p:ph type="body" sz="quarter" idx="43" hasCustomPrompt="true"/>
          </p:nvPr>
        </p:nvSpPr>
        <p:spPr>
          <a:xfrm>
            <a:off x="0" y="5626218"/>
            <a:ext cx="2306096" cy="459347"/>
          </a:xfrm>
        </p:spPr>
        <p:txBody>
          <a:bodyPr lIns="108000" rIns="10800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false" err="true"/>
              <a:t>请输入正文内容</a:t>
            </a:r>
            <a:endParaRPr lang="en-US" altLang="zh-CN" noProof="false"/>
          </a:p>
        </p:txBody>
      </p:sp>
      <p:sp>
        <p:nvSpPr>
          <p:cNvPr id="2185" name="Text Placeholder 35"/>
          <p:cNvSpPr>
            <a:spLocks noGrp="true"/>
          </p:cNvSpPr>
          <p:nvPr>
            <p:ph type="body" sz="quarter" idx="44" hasCustomPrompt="true"/>
          </p:nvPr>
        </p:nvSpPr>
        <p:spPr>
          <a:xfrm>
            <a:off x="2812529" y="5622522"/>
            <a:ext cx="2306096" cy="459347"/>
          </a:xfrm>
        </p:spPr>
        <p:txBody>
          <a:bodyPr lIns="108000" rIns="10800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false" err="true"/>
              <a:t>请输入正文内容</a:t>
            </a:r>
            <a:endParaRPr lang="en-US" altLang="zh-CN" noProof="false"/>
          </a:p>
        </p:txBody>
      </p:sp>
      <p:sp>
        <p:nvSpPr>
          <p:cNvPr id="2186" name="Text Placeholder 35"/>
          <p:cNvSpPr>
            <a:spLocks noGrp="true"/>
          </p:cNvSpPr>
          <p:nvPr>
            <p:ph type="body" sz="quarter" idx="45" hasCustomPrompt="true"/>
          </p:nvPr>
        </p:nvSpPr>
        <p:spPr>
          <a:xfrm>
            <a:off x="5625058" y="5622521"/>
            <a:ext cx="2306096" cy="459347"/>
          </a:xfrm>
        </p:spPr>
        <p:txBody>
          <a:bodyPr lIns="108000" rIns="10800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false" err="true"/>
              <a:t>请输入正文内容</a:t>
            </a:r>
            <a:endParaRPr lang="en-US" altLang="zh-CN" noProof="false"/>
          </a:p>
        </p:txBody>
      </p:sp>
      <p:sp>
        <p:nvSpPr>
          <p:cNvPr id="2187" name="Text Placeholder 35"/>
          <p:cNvSpPr>
            <a:spLocks noGrp="true"/>
          </p:cNvSpPr>
          <p:nvPr>
            <p:ph type="body" sz="quarter" idx="46" hasCustomPrompt="true"/>
          </p:nvPr>
        </p:nvSpPr>
        <p:spPr>
          <a:xfrm>
            <a:off x="8437586" y="5622520"/>
            <a:ext cx="2306096" cy="459347"/>
          </a:xfrm>
        </p:spPr>
        <p:txBody>
          <a:bodyPr lIns="108000" rIns="10800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false" err="true"/>
              <a:t>请输入正文内容</a:t>
            </a:r>
            <a:endParaRPr lang="en-US" altLang="zh-CN" noProof="false"/>
          </a:p>
        </p:txBody>
      </p:sp>
      <p:sp>
        <p:nvSpPr>
          <p:cNvPr id="2188" name="Text Placeholder 8"/>
          <p:cNvSpPr>
            <a:spLocks noGrp="true"/>
          </p:cNvSpPr>
          <p:nvPr>
            <p:ph type="body" sz="quarter" idx="23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noProof="false" err="true"/>
              <a:t>来源</a:t>
            </a:r>
            <a:r>
              <a:rPr lang="zh-CN" altLang="en-US" noProof="false"/>
              <a:t>：</a:t>
            </a:r>
            <a:endParaRPr lang="en-US" noProof="false"/>
          </a:p>
        </p:txBody>
      </p:sp>
    </p:spTree>
  </p:cSld>
  <p:clrMapOvr>
    <a:masterClrMapping/>
  </p:clrMapOvr>
</p:sldLayout>
</file>

<file path=ppt/slideLayouts/slideLayout256.xml><?xml version="1.0" encoding="utf-8"?>
<p:sldLayout xmlns:a="http://schemas.openxmlformats.org/drawingml/2006/main" xmlns:p="http://schemas.openxmlformats.org/presentationml/2006/main">
  <p:cSld name="Timeline 2">
    <p:spTree>
      <p:nvGrpSpPr>
        <p:cNvPr id="218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0" name="Picture Placeholder 14"/>
          <p:cNvSpPr>
            <a:spLocks noGrp="true"/>
          </p:cNvSpPr>
          <p:nvPr>
            <p:ph type="pic" sz="quarter" idx="53" hasCustomPrompt="true"/>
          </p:nvPr>
        </p:nvSpPr>
        <p:spPr>
          <a:xfrm>
            <a:off x="1281293" y="2567120"/>
            <a:ext cx="609420" cy="585307"/>
          </a:xfrm>
          <a:prstGeom prst="roundRect">
            <a:avLst>
              <a:gd name="adj" fmla="val 5508"/>
            </a:avLst>
          </a:prstGeom>
          <a:noFill/>
        </p:spPr>
        <p:txBody>
          <a:bodyPr anchor="ctr" anchorCtr="false"/>
          <a:lstStyle>
            <a:lvl1pPr marL="0" indent="0" algn="ctr">
              <a:buNone/>
              <a:defRPr sz="6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单击插入图标</a:t>
            </a:r>
            <a:endParaRPr lang="en-US" noProof="false"/>
          </a:p>
        </p:txBody>
      </p:sp>
      <p:sp>
        <p:nvSpPr>
          <p:cNvPr id="2191" name="Title 1"/>
          <p:cNvSpPr>
            <a:spLocks noGrp="true"/>
          </p:cNvSpPr>
          <p:nvPr>
            <p:ph type="title" hasCustomPrompt="true"/>
          </p:nvPr>
        </p:nvSpPr>
        <p:spPr>
          <a:xfrm>
            <a:off x="2750704" y="715595"/>
            <a:ext cx="6698958" cy="1113205"/>
          </a:xfrm>
        </p:spPr>
        <p:txBody>
          <a:bodyPr/>
          <a:lstStyle>
            <a:lvl1pPr algn="ctr" defTabSz="914400" rtl="false" eaLnBrk="true" latinLnBrk="false" hangingPunct="true">
              <a:lnSpc>
                <a:spcPct val="90000"/>
              </a:lnSpc>
              <a:spcBef>
                <a:spcPct val="1"/>
              </a:spcBef>
              <a:buNone/>
              <a:defRPr lang="en-US" sz="42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j-cs"/>
              </a:defRPr>
            </a:lvl1pPr>
          </a:lstStyle>
          <a:p>
            <a:pPr/>
            <a:r>
              <a:rPr lang="en-US" noProof="false" err="true"/>
              <a:t>请输入标题</a:t>
            </a:r>
            <a:br>
              <a:rPr lang="en-US" noProof="false"/>
            </a:br>
            <a:r>
              <a:rPr lang="en-US" noProof="false" err="true"/>
              <a:t>请输入标题</a:t>
            </a:r>
            <a:endParaRPr lang="en-US" noProof="false"/>
          </a:p>
        </p:txBody>
      </p:sp>
      <p:sp>
        <p:nvSpPr>
          <p:cNvPr id="2192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/>
          <a:lstStyle/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2193" name="Picture Placeholder 14"/>
          <p:cNvSpPr>
            <a:spLocks noGrp="true"/>
          </p:cNvSpPr>
          <p:nvPr>
            <p:ph type="pic" sz="quarter" idx="13" hasCustomPrompt="true"/>
          </p:nvPr>
        </p:nvSpPr>
        <p:spPr>
          <a:xfrm>
            <a:off x="1250471" y="622314"/>
            <a:ext cx="609420" cy="585307"/>
          </a:xfrm>
          <a:prstGeom prst="roundRect">
            <a:avLst>
              <a:gd name="adj" fmla="val 5508"/>
            </a:avLst>
          </a:prstGeom>
          <a:noFill/>
        </p:spPr>
        <p:txBody>
          <a:bodyPr anchor="ctr" anchorCtr="false"/>
          <a:lstStyle>
            <a:lvl1pPr marL="0" indent="0" algn="ctr">
              <a:buNone/>
              <a:defRPr sz="6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单击插入图标</a:t>
            </a:r>
            <a:endParaRPr lang="en-US" noProof="false"/>
          </a:p>
        </p:txBody>
      </p:sp>
      <p:sp>
        <p:nvSpPr>
          <p:cNvPr id="2194" name="Text Placeholder 21"/>
          <p:cNvSpPr>
            <a:spLocks noGrp="true"/>
          </p:cNvSpPr>
          <p:nvPr>
            <p:ph type="body" sz="quarter" idx="18" hasCustomPrompt="true"/>
          </p:nvPr>
        </p:nvSpPr>
        <p:spPr>
          <a:xfrm>
            <a:off x="532337" y="1276796"/>
            <a:ext cx="2068830" cy="238875"/>
          </a:xfrm>
        </p:spPr>
        <p:txBody>
          <a:bodyPr lIns="108000" rIns="108000"/>
          <a:lstStyle>
            <a:lvl1pPr marL="0" indent="0" algn="ctr">
              <a:buNone/>
              <a:defRPr sz="1800" b="true" i="false">
                <a:latin typeface="Noto Sans S Chinese Bold" panose="020B0500000000000000" pitchFamily="34" charset="-128"/>
                <a:ea typeface="Noto Sans S Chinese Bold" panose="020B0500000000000000" pitchFamily="34" charset="-128"/>
              </a:defRPr>
            </a:lvl1pPr>
          </a:lstStyle>
          <a:p>
            <a:pPr lvl="0"/>
            <a:r>
              <a:rPr lang="en-US" noProof="false" err="true"/>
              <a:t>请输入标题</a:t>
            </a:r>
            <a:endParaRPr lang="en-US" noProof="false"/>
          </a:p>
        </p:txBody>
      </p:sp>
      <p:sp>
        <p:nvSpPr>
          <p:cNvPr id="2195" name="Text Placeholder 35"/>
          <p:cNvSpPr>
            <a:spLocks noGrp="true"/>
          </p:cNvSpPr>
          <p:nvPr>
            <p:ph type="body" sz="quarter" idx="31" hasCustomPrompt="true"/>
          </p:nvPr>
        </p:nvSpPr>
        <p:spPr>
          <a:xfrm>
            <a:off x="532337" y="1573695"/>
            <a:ext cx="2068830" cy="459347"/>
          </a:xfrm>
        </p:spPr>
        <p:txBody>
          <a:bodyPr lIns="108000" rIns="10800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 noProof="false" err="true"/>
              <a:t>请输入正文内容</a:t>
            </a:r>
            <a:endParaRPr lang="en-US" noProof="false"/>
          </a:p>
        </p:txBody>
      </p:sp>
      <p:sp>
        <p:nvSpPr>
          <p:cNvPr id="2196" name="Text Placeholder 21"/>
          <p:cNvSpPr>
            <a:spLocks noGrp="true"/>
          </p:cNvSpPr>
          <p:nvPr>
            <p:ph type="body" sz="quarter" idx="36" hasCustomPrompt="true"/>
          </p:nvPr>
        </p:nvSpPr>
        <p:spPr>
          <a:xfrm>
            <a:off x="563159" y="3216841"/>
            <a:ext cx="2068830" cy="238875"/>
          </a:xfrm>
        </p:spPr>
        <p:txBody>
          <a:bodyPr lIns="108000" rIns="108000"/>
          <a:lstStyle>
            <a:lvl1pPr marL="0" indent="0" algn="ctr">
              <a:buNone/>
              <a:defRPr lang="en-US" sz="1800" b="true" i="false" kern="120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lvl="0"/>
            <a:r>
              <a:rPr lang="en-US" altLang="zh-CN" noProof="false" err="true"/>
              <a:t>请输入标题</a:t>
            </a:r>
            <a:endParaRPr lang="en-US" altLang="zh-CN" noProof="false"/>
          </a:p>
        </p:txBody>
      </p:sp>
      <p:sp>
        <p:nvSpPr>
          <p:cNvPr id="2197" name="Text Placeholder 35"/>
          <p:cNvSpPr>
            <a:spLocks noGrp="true"/>
          </p:cNvSpPr>
          <p:nvPr>
            <p:ph type="body" sz="quarter" idx="43" hasCustomPrompt="true"/>
          </p:nvPr>
        </p:nvSpPr>
        <p:spPr>
          <a:xfrm>
            <a:off x="563159" y="3513740"/>
            <a:ext cx="2068830" cy="459347"/>
          </a:xfrm>
        </p:spPr>
        <p:txBody>
          <a:bodyPr lIns="108000" rIns="10800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 altLang="zh-CN" noProof="false" err="true"/>
              <a:t>请输入正文内容</a:t>
            </a:r>
            <a:endParaRPr lang="en-US" altLang="zh-CN" noProof="false"/>
          </a:p>
        </p:txBody>
      </p:sp>
      <p:sp>
        <p:nvSpPr>
          <p:cNvPr id="2198" name="Picture Placeholder 14"/>
          <p:cNvSpPr>
            <a:spLocks noGrp="true"/>
          </p:cNvSpPr>
          <p:nvPr>
            <p:ph type="pic" sz="quarter" idx="54" hasCustomPrompt="true"/>
          </p:nvPr>
        </p:nvSpPr>
        <p:spPr>
          <a:xfrm>
            <a:off x="5031943" y="3283755"/>
            <a:ext cx="609420" cy="585307"/>
          </a:xfrm>
          <a:prstGeom prst="roundRect">
            <a:avLst>
              <a:gd name="adj" fmla="val 5508"/>
            </a:avLst>
          </a:prstGeom>
          <a:noFill/>
        </p:spPr>
        <p:txBody>
          <a:bodyPr anchor="ctr" anchorCtr="false"/>
          <a:lstStyle>
            <a:lvl1pPr marL="0" indent="0" algn="ctr">
              <a:buNone/>
              <a:defRPr sz="6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noProof="false"/>
              <a:t> </a:t>
            </a:r>
            <a:r>
              <a:rPr lang="en-US" altLang="zh-CN" noProof="false" err="true"/>
              <a:t>单击插入图标</a:t>
            </a:r>
            <a:endParaRPr lang="en-US" noProof="false"/>
          </a:p>
        </p:txBody>
      </p:sp>
      <p:sp>
        <p:nvSpPr>
          <p:cNvPr id="2199" name="Text Placeholder 21"/>
          <p:cNvSpPr>
            <a:spLocks noGrp="true"/>
          </p:cNvSpPr>
          <p:nvPr>
            <p:ph type="body" sz="quarter" idx="55" hasCustomPrompt="true"/>
          </p:nvPr>
        </p:nvSpPr>
        <p:spPr>
          <a:xfrm>
            <a:off x="4313809" y="3933476"/>
            <a:ext cx="2068830" cy="238875"/>
          </a:xfrm>
        </p:spPr>
        <p:txBody>
          <a:bodyPr lIns="108000" rIns="108000"/>
          <a:lstStyle>
            <a:lvl1pPr marL="0" indent="0" algn="ctr">
              <a:buNone/>
              <a:defRPr lang="en-US" sz="1800" b="true" i="false" kern="120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lvl="0"/>
            <a:r>
              <a:rPr lang="en-US" altLang="zh-CN" noProof="false" err="true"/>
              <a:t>请输入标题</a:t>
            </a:r>
            <a:endParaRPr lang="en-US" altLang="zh-CN" noProof="false"/>
          </a:p>
        </p:txBody>
      </p:sp>
      <p:sp>
        <p:nvSpPr>
          <p:cNvPr id="2200" name="Text Placeholder 35"/>
          <p:cNvSpPr>
            <a:spLocks noGrp="true"/>
          </p:cNvSpPr>
          <p:nvPr>
            <p:ph type="body" sz="quarter" idx="56" hasCustomPrompt="true"/>
          </p:nvPr>
        </p:nvSpPr>
        <p:spPr>
          <a:xfrm>
            <a:off x="4313809" y="4230375"/>
            <a:ext cx="2068830" cy="459347"/>
          </a:xfrm>
        </p:spPr>
        <p:txBody>
          <a:bodyPr lIns="108000" rIns="10800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 altLang="zh-CN" noProof="false" err="true"/>
              <a:t>请输入正文内容</a:t>
            </a:r>
            <a:endParaRPr lang="en-US" altLang="zh-CN" noProof="false"/>
          </a:p>
        </p:txBody>
      </p:sp>
      <p:sp>
        <p:nvSpPr>
          <p:cNvPr id="2201" name="Picture Placeholder 14"/>
          <p:cNvSpPr>
            <a:spLocks noGrp="true"/>
          </p:cNvSpPr>
          <p:nvPr>
            <p:ph type="pic" sz="quarter" idx="57" hasCustomPrompt="true"/>
          </p:nvPr>
        </p:nvSpPr>
        <p:spPr>
          <a:xfrm>
            <a:off x="8044944" y="3283755"/>
            <a:ext cx="609420" cy="585307"/>
          </a:xfrm>
          <a:prstGeom prst="roundRect">
            <a:avLst>
              <a:gd name="adj" fmla="val 5508"/>
            </a:avLst>
          </a:prstGeom>
          <a:noFill/>
        </p:spPr>
        <p:txBody>
          <a:bodyPr anchor="ctr" anchorCtr="false"/>
          <a:lstStyle>
            <a:lvl1pPr marL="0" indent="0" algn="ctr">
              <a:buNone/>
              <a:defRPr sz="6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单击插入图标</a:t>
            </a:r>
            <a:endParaRPr lang="en-US" noProof="false"/>
          </a:p>
        </p:txBody>
      </p:sp>
      <p:sp>
        <p:nvSpPr>
          <p:cNvPr id="2202" name="Text Placeholder 21"/>
          <p:cNvSpPr>
            <a:spLocks noGrp="true"/>
          </p:cNvSpPr>
          <p:nvPr>
            <p:ph type="body" sz="quarter" idx="58" hasCustomPrompt="true"/>
          </p:nvPr>
        </p:nvSpPr>
        <p:spPr>
          <a:xfrm>
            <a:off x="7326810" y="3933476"/>
            <a:ext cx="2068830" cy="238875"/>
          </a:xfrm>
        </p:spPr>
        <p:txBody>
          <a:bodyPr lIns="108000" rIns="108000"/>
          <a:lstStyle>
            <a:lvl1pPr marL="0" indent="0" algn="ctr">
              <a:buNone/>
              <a:defRPr lang="en-US" sz="1800" b="true" i="false" kern="120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lvl="0"/>
            <a:r>
              <a:rPr lang="en-US" altLang="zh-CN" noProof="false" err="true"/>
              <a:t>请输入标题</a:t>
            </a:r>
            <a:endParaRPr lang="en-US" altLang="zh-CN" noProof="false"/>
          </a:p>
        </p:txBody>
      </p:sp>
      <p:sp>
        <p:nvSpPr>
          <p:cNvPr id="2203" name="Text Placeholder 35"/>
          <p:cNvSpPr>
            <a:spLocks noGrp="true"/>
          </p:cNvSpPr>
          <p:nvPr>
            <p:ph type="body" sz="quarter" idx="59" hasCustomPrompt="true"/>
          </p:nvPr>
        </p:nvSpPr>
        <p:spPr>
          <a:xfrm>
            <a:off x="7326810" y="4230375"/>
            <a:ext cx="2068830" cy="459347"/>
          </a:xfrm>
        </p:spPr>
        <p:txBody>
          <a:bodyPr lIns="108000" rIns="10800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 altLang="zh-CN" noProof="false" err="true"/>
              <a:t>请输入正文内容</a:t>
            </a:r>
            <a:endParaRPr lang="en-US" altLang="zh-CN" noProof="false"/>
          </a:p>
        </p:txBody>
      </p:sp>
      <p:sp>
        <p:nvSpPr>
          <p:cNvPr id="2204" name="Picture Placeholder 14"/>
          <p:cNvSpPr>
            <a:spLocks noGrp="true"/>
          </p:cNvSpPr>
          <p:nvPr>
            <p:ph type="pic" sz="quarter" idx="60" hasCustomPrompt="true"/>
          </p:nvPr>
        </p:nvSpPr>
        <p:spPr>
          <a:xfrm>
            <a:off x="10435990" y="622314"/>
            <a:ext cx="609420" cy="585307"/>
          </a:xfrm>
          <a:prstGeom prst="roundRect">
            <a:avLst>
              <a:gd name="adj" fmla="val 5508"/>
            </a:avLst>
          </a:prstGeom>
          <a:noFill/>
        </p:spPr>
        <p:txBody>
          <a:bodyPr anchor="ctr" anchorCtr="false"/>
          <a:lstStyle>
            <a:lvl1pPr marL="0" indent="0" algn="ctr">
              <a:buNone/>
              <a:defRPr sz="6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单击插入图标</a:t>
            </a:r>
            <a:endParaRPr lang="en-US" noProof="false"/>
          </a:p>
        </p:txBody>
      </p:sp>
      <p:sp>
        <p:nvSpPr>
          <p:cNvPr id="2205" name="Text Placeholder 21"/>
          <p:cNvSpPr>
            <a:spLocks noGrp="true"/>
          </p:cNvSpPr>
          <p:nvPr>
            <p:ph type="body" sz="quarter" idx="61" hasCustomPrompt="true"/>
          </p:nvPr>
        </p:nvSpPr>
        <p:spPr>
          <a:xfrm>
            <a:off x="9717856" y="1272035"/>
            <a:ext cx="2068830" cy="238875"/>
          </a:xfrm>
        </p:spPr>
        <p:txBody>
          <a:bodyPr lIns="108000" rIns="108000"/>
          <a:lstStyle>
            <a:lvl1pPr marL="0" indent="0" algn="ctr">
              <a:buNone/>
              <a:defRPr lang="en-US" sz="1800" b="true" i="false" kern="120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lvl="0"/>
            <a:r>
              <a:rPr lang="en-US" altLang="zh-CN" noProof="false" err="true"/>
              <a:t>请输入标题</a:t>
            </a:r>
            <a:endParaRPr lang="en-US" altLang="zh-CN" noProof="false"/>
          </a:p>
        </p:txBody>
      </p:sp>
      <p:sp>
        <p:nvSpPr>
          <p:cNvPr id="2206" name="Text Placeholder 35"/>
          <p:cNvSpPr>
            <a:spLocks noGrp="true"/>
          </p:cNvSpPr>
          <p:nvPr>
            <p:ph type="body" sz="quarter" idx="62" hasCustomPrompt="true"/>
          </p:nvPr>
        </p:nvSpPr>
        <p:spPr>
          <a:xfrm>
            <a:off x="9717856" y="1568934"/>
            <a:ext cx="2068830" cy="459347"/>
          </a:xfrm>
        </p:spPr>
        <p:txBody>
          <a:bodyPr lIns="108000" rIns="10800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 altLang="zh-CN" noProof="false" err="true"/>
              <a:t>请输入正文内容</a:t>
            </a:r>
            <a:endParaRPr lang="en-US" altLang="zh-CN" noProof="false"/>
          </a:p>
        </p:txBody>
      </p:sp>
      <p:sp>
        <p:nvSpPr>
          <p:cNvPr id="2207" name="Picture Placeholder 14"/>
          <p:cNvSpPr>
            <a:spLocks noGrp="true"/>
          </p:cNvSpPr>
          <p:nvPr>
            <p:ph type="pic" sz="quarter" idx="63" hasCustomPrompt="true"/>
          </p:nvPr>
        </p:nvSpPr>
        <p:spPr>
          <a:xfrm>
            <a:off x="10249254" y="2567120"/>
            <a:ext cx="609420" cy="585307"/>
          </a:xfrm>
          <a:prstGeom prst="roundRect">
            <a:avLst>
              <a:gd name="adj" fmla="val 5508"/>
            </a:avLst>
          </a:prstGeom>
          <a:noFill/>
        </p:spPr>
        <p:txBody>
          <a:bodyPr anchor="ctr" anchorCtr="false"/>
          <a:lstStyle>
            <a:lvl1pPr marL="0" indent="0" algn="ctr">
              <a:buNone/>
              <a:defRPr sz="6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单击插入图标</a:t>
            </a:r>
            <a:endParaRPr lang="en-US" noProof="false"/>
          </a:p>
        </p:txBody>
      </p:sp>
      <p:sp>
        <p:nvSpPr>
          <p:cNvPr id="2208" name="Text Placeholder 21"/>
          <p:cNvSpPr>
            <a:spLocks noGrp="true"/>
          </p:cNvSpPr>
          <p:nvPr>
            <p:ph type="body" sz="quarter" idx="64" hasCustomPrompt="true"/>
          </p:nvPr>
        </p:nvSpPr>
        <p:spPr>
          <a:xfrm>
            <a:off x="9531120" y="3216841"/>
            <a:ext cx="2068830" cy="238875"/>
          </a:xfrm>
        </p:spPr>
        <p:txBody>
          <a:bodyPr lIns="108000" rIns="108000"/>
          <a:lstStyle>
            <a:lvl1pPr marL="0" indent="0" algn="ctr">
              <a:buNone/>
              <a:defRPr lang="en-US" sz="1800" b="true" i="false" kern="120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lvl="0"/>
            <a:r>
              <a:rPr lang="en-US" altLang="zh-CN" noProof="false" err="true"/>
              <a:t>请输入标题</a:t>
            </a:r>
            <a:endParaRPr lang="en-US" altLang="zh-CN" noProof="false"/>
          </a:p>
        </p:txBody>
      </p:sp>
      <p:sp>
        <p:nvSpPr>
          <p:cNvPr id="2209" name="Text Placeholder 35"/>
          <p:cNvSpPr>
            <a:spLocks noGrp="true"/>
          </p:cNvSpPr>
          <p:nvPr>
            <p:ph type="body" sz="quarter" idx="65" hasCustomPrompt="true"/>
          </p:nvPr>
        </p:nvSpPr>
        <p:spPr>
          <a:xfrm>
            <a:off x="9531120" y="3513740"/>
            <a:ext cx="2068830" cy="459347"/>
          </a:xfrm>
        </p:spPr>
        <p:txBody>
          <a:bodyPr lIns="108000" rIns="10800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 altLang="zh-CN" noProof="false" err="true"/>
              <a:t>请输入正文内容</a:t>
            </a:r>
            <a:endParaRPr lang="en-US" altLang="zh-CN" noProof="false"/>
          </a:p>
        </p:txBody>
      </p:sp>
      <p:sp>
        <p:nvSpPr>
          <p:cNvPr id="2210" name="Picture Placeholder 14"/>
          <p:cNvSpPr>
            <a:spLocks noGrp="true"/>
          </p:cNvSpPr>
          <p:nvPr>
            <p:ph type="pic" sz="quarter" idx="66" hasCustomPrompt="true"/>
          </p:nvPr>
        </p:nvSpPr>
        <p:spPr>
          <a:xfrm>
            <a:off x="3529032" y="5105013"/>
            <a:ext cx="609420" cy="585307"/>
          </a:xfrm>
          <a:prstGeom prst="roundRect">
            <a:avLst>
              <a:gd name="adj" fmla="val 5508"/>
            </a:avLst>
          </a:prstGeom>
          <a:noFill/>
        </p:spPr>
        <p:txBody>
          <a:bodyPr anchor="ctr" anchorCtr="false"/>
          <a:lstStyle>
            <a:lvl1pPr marL="0" indent="0" algn="ctr">
              <a:buNone/>
              <a:defRPr sz="6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单击插入图标</a:t>
            </a:r>
            <a:endParaRPr lang="en-US" noProof="false"/>
          </a:p>
        </p:txBody>
      </p:sp>
      <p:sp>
        <p:nvSpPr>
          <p:cNvPr id="2211" name="Text Placeholder 21"/>
          <p:cNvSpPr>
            <a:spLocks noGrp="true"/>
          </p:cNvSpPr>
          <p:nvPr>
            <p:ph type="body" sz="quarter" idx="67" hasCustomPrompt="true"/>
          </p:nvPr>
        </p:nvSpPr>
        <p:spPr>
          <a:xfrm>
            <a:off x="2810898" y="5754734"/>
            <a:ext cx="2068830" cy="238875"/>
          </a:xfrm>
        </p:spPr>
        <p:txBody>
          <a:bodyPr lIns="108000" rIns="108000"/>
          <a:lstStyle>
            <a:lvl1pPr marL="0" indent="0" algn="ctr">
              <a:buNone/>
              <a:defRPr lang="en-US" sz="1800" b="true" i="false" kern="120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lvl="0"/>
            <a:r>
              <a:rPr lang="en-US" altLang="zh-CN" noProof="false" err="true"/>
              <a:t>请输入标题</a:t>
            </a:r>
            <a:endParaRPr lang="en-US" altLang="zh-CN" noProof="false"/>
          </a:p>
        </p:txBody>
      </p:sp>
      <p:sp>
        <p:nvSpPr>
          <p:cNvPr id="2212" name="Text Placeholder 35"/>
          <p:cNvSpPr>
            <a:spLocks noGrp="true"/>
          </p:cNvSpPr>
          <p:nvPr>
            <p:ph type="body" sz="quarter" idx="68" hasCustomPrompt="true"/>
          </p:nvPr>
        </p:nvSpPr>
        <p:spPr>
          <a:xfrm>
            <a:off x="2810898" y="6051633"/>
            <a:ext cx="2068830" cy="459347"/>
          </a:xfrm>
        </p:spPr>
        <p:txBody>
          <a:bodyPr lIns="108000" rIns="10800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 altLang="zh-CN" noProof="false" err="true"/>
              <a:t>请输入正文内容</a:t>
            </a:r>
            <a:endParaRPr lang="en-US" altLang="zh-CN" noProof="false"/>
          </a:p>
        </p:txBody>
      </p:sp>
      <p:sp>
        <p:nvSpPr>
          <p:cNvPr id="2213" name="Picture Placeholder 14"/>
          <p:cNvSpPr>
            <a:spLocks noGrp="true"/>
          </p:cNvSpPr>
          <p:nvPr>
            <p:ph type="pic" sz="quarter" idx="69" hasCustomPrompt="true"/>
          </p:nvPr>
        </p:nvSpPr>
        <p:spPr>
          <a:xfrm>
            <a:off x="6557350" y="5099827"/>
            <a:ext cx="609420" cy="585307"/>
          </a:xfrm>
          <a:prstGeom prst="roundRect">
            <a:avLst>
              <a:gd name="adj" fmla="val 5508"/>
            </a:avLst>
          </a:prstGeom>
          <a:noFill/>
        </p:spPr>
        <p:txBody>
          <a:bodyPr anchor="ctr" anchorCtr="false"/>
          <a:lstStyle>
            <a:lvl1pPr marL="0" indent="0" algn="ctr">
              <a:buNone/>
              <a:defRPr sz="6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单击插入图标</a:t>
            </a:r>
            <a:endParaRPr lang="en-US" noProof="false"/>
          </a:p>
        </p:txBody>
      </p:sp>
      <p:sp>
        <p:nvSpPr>
          <p:cNvPr id="2214" name="Text Placeholder 21"/>
          <p:cNvSpPr>
            <a:spLocks noGrp="true"/>
          </p:cNvSpPr>
          <p:nvPr>
            <p:ph type="body" sz="quarter" idx="70" hasCustomPrompt="true"/>
          </p:nvPr>
        </p:nvSpPr>
        <p:spPr>
          <a:xfrm>
            <a:off x="5839216" y="5749548"/>
            <a:ext cx="2068830" cy="238875"/>
          </a:xfrm>
        </p:spPr>
        <p:txBody>
          <a:bodyPr lIns="108000" rIns="108000"/>
          <a:lstStyle>
            <a:lvl1pPr marL="0" indent="0" algn="ctr">
              <a:buNone/>
              <a:defRPr lang="en-US" sz="1800" b="true" i="false" kern="120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lvl="0"/>
            <a:r>
              <a:rPr lang="en-US" altLang="zh-CN" noProof="false" err="true"/>
              <a:t>请输入标题</a:t>
            </a:r>
            <a:endParaRPr lang="en-US" altLang="zh-CN" noProof="false"/>
          </a:p>
        </p:txBody>
      </p:sp>
      <p:sp>
        <p:nvSpPr>
          <p:cNvPr id="2215" name="Text Placeholder 35"/>
          <p:cNvSpPr>
            <a:spLocks noGrp="true"/>
          </p:cNvSpPr>
          <p:nvPr>
            <p:ph type="body" sz="quarter" idx="71" hasCustomPrompt="true"/>
          </p:nvPr>
        </p:nvSpPr>
        <p:spPr>
          <a:xfrm>
            <a:off x="5839216" y="6046447"/>
            <a:ext cx="2068830" cy="459347"/>
          </a:xfrm>
        </p:spPr>
        <p:txBody>
          <a:bodyPr lIns="108000" rIns="10800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 altLang="zh-CN" noProof="false" err="true"/>
              <a:t>请输入正文内容</a:t>
            </a:r>
            <a:endParaRPr lang="en-US" altLang="zh-CN" noProof="false"/>
          </a:p>
        </p:txBody>
      </p:sp>
      <p:sp>
        <p:nvSpPr>
          <p:cNvPr id="2216" name="Text Placeholder 9"/>
          <p:cNvSpPr>
            <a:spLocks noGrp="true"/>
          </p:cNvSpPr>
          <p:nvPr>
            <p:ph type="body" sz="quarter" idx="12" hasCustomPrompt="true"/>
          </p:nvPr>
        </p:nvSpPr>
        <p:spPr>
          <a:xfrm>
            <a:off x="2507361" y="401917"/>
            <a:ext cx="7200000" cy="136970"/>
          </a:xfrm>
        </p:spPr>
        <p:txBody>
          <a:bodyPr/>
          <a:lstStyle>
            <a:lvl1pPr marL="0" indent="0" algn="ctr">
              <a:buNone/>
              <a:defRPr sz="900" b="false" i="false" cap="all" spc="150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noProof="false" err="true"/>
              <a:t>请输入说明文字</a:t>
            </a:r>
            <a:endParaRPr lang="en-US" noProof="false"/>
          </a:p>
        </p:txBody>
      </p:sp>
      <p:sp>
        <p:nvSpPr>
          <p:cNvPr id="2217" name="Text Placeholder 8"/>
          <p:cNvSpPr>
            <a:spLocks noGrp="true"/>
          </p:cNvSpPr>
          <p:nvPr>
            <p:ph type="body" sz="quarter" idx="23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noProof="false" err="true"/>
              <a:t>来源</a:t>
            </a:r>
            <a:r>
              <a:rPr lang="zh-CN" altLang="en-US" noProof="false"/>
              <a:t>：</a:t>
            </a:r>
            <a:endParaRPr lang="en-US" noProof="false"/>
          </a:p>
        </p:txBody>
      </p:sp>
    </p:spTree>
  </p:cSld>
  <p:clrMapOvr>
    <a:masterClrMapping/>
  </p:clrMapOvr>
</p:sldLayout>
</file>

<file path=ppt/slideLayouts/slideLayout257.xml><?xml version="1.0" encoding="utf-8"?>
<p:sldLayout xmlns:a="http://schemas.openxmlformats.org/drawingml/2006/main" xmlns:p="http://schemas.openxmlformats.org/presentationml/2006/main">
  <p:cSld name="1_Timeline 2">
    <p:bg>
      <p:bgPr>
        <a:solidFill>
          <a:schemeClr val="tx1"/>
        </a:solidFill>
        <a:effectLst/>
      </p:bgPr>
    </p:bg>
    <p:spTree>
      <p:nvGrpSpPr>
        <p:cNvPr id="22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9" name="Picture Placeholder 14"/>
          <p:cNvSpPr>
            <a:spLocks noGrp="true"/>
          </p:cNvSpPr>
          <p:nvPr>
            <p:ph type="pic" sz="quarter" idx="53" hasCustomPrompt="true"/>
          </p:nvPr>
        </p:nvSpPr>
        <p:spPr>
          <a:xfrm>
            <a:off x="1281293" y="2567120"/>
            <a:ext cx="609420" cy="585307"/>
          </a:xfrm>
          <a:prstGeom prst="roundRect">
            <a:avLst>
              <a:gd name="adj" fmla="val 5508"/>
            </a:avLst>
          </a:prstGeom>
          <a:noFill/>
        </p:spPr>
        <p:txBody>
          <a:bodyPr anchor="ctr" anchorCtr="false"/>
          <a:lstStyle>
            <a:lvl1pPr marL="0" indent="0" algn="ctr">
              <a:buNone/>
              <a:defRPr sz="6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单击插入图标</a:t>
            </a:r>
            <a:endParaRPr lang="en-US" altLang="zh-CN" noProof="false"/>
          </a:p>
        </p:txBody>
      </p:sp>
      <p:sp>
        <p:nvSpPr>
          <p:cNvPr id="2220" name="Title 1"/>
          <p:cNvSpPr>
            <a:spLocks noGrp="true"/>
          </p:cNvSpPr>
          <p:nvPr>
            <p:ph type="title" hasCustomPrompt="true"/>
          </p:nvPr>
        </p:nvSpPr>
        <p:spPr>
          <a:xfrm>
            <a:off x="2750704" y="715595"/>
            <a:ext cx="6698958" cy="1113205"/>
          </a:xfrm>
        </p:spPr>
        <p:txBody>
          <a:bodyPr/>
          <a:lstStyle>
            <a:lvl1pPr algn="ctr" defTabSz="914400" rtl="false" eaLnBrk="true" latinLnBrk="false" hangingPunct="true">
              <a:lnSpc>
                <a:spcPct val="90000"/>
              </a:lnSpc>
              <a:spcBef>
                <a:spcPct val="1"/>
              </a:spcBef>
              <a:buNone/>
              <a:defRPr lang="en-US" sz="4200" b="true" i="false" kern="1200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j-cs"/>
              </a:defRPr>
            </a:lvl1pPr>
          </a:lstStyle>
          <a:p>
            <a:pPr/>
            <a:r>
              <a:rPr lang="en-US" noProof="false" err="true"/>
              <a:t>请输入标题</a:t>
            </a:r>
            <a:br>
              <a:rPr lang="en-US" noProof="false"/>
            </a:br>
            <a:r>
              <a:rPr lang="en-US" noProof="false" err="true"/>
              <a:t>请输入标题</a:t>
            </a:r>
            <a:endParaRPr lang="en-US" noProof="false"/>
          </a:p>
        </p:txBody>
      </p:sp>
      <p:sp>
        <p:nvSpPr>
          <p:cNvPr id="2221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2222" name="Picture Placeholder 14"/>
          <p:cNvSpPr>
            <a:spLocks noGrp="true"/>
          </p:cNvSpPr>
          <p:nvPr>
            <p:ph type="pic" sz="quarter" idx="13" hasCustomPrompt="true"/>
          </p:nvPr>
        </p:nvSpPr>
        <p:spPr>
          <a:xfrm>
            <a:off x="1250471" y="622314"/>
            <a:ext cx="609420" cy="585307"/>
          </a:xfrm>
          <a:prstGeom prst="roundRect">
            <a:avLst>
              <a:gd name="adj" fmla="val 5508"/>
            </a:avLst>
          </a:prstGeom>
          <a:noFill/>
        </p:spPr>
        <p:txBody>
          <a:bodyPr anchor="ctr" anchorCtr="false"/>
          <a:lstStyle>
            <a:lvl1pPr marL="0" indent="0" algn="ctr">
              <a:buNone/>
              <a:defRPr sz="6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单击插入图标</a:t>
            </a:r>
            <a:endParaRPr lang="en-US" altLang="zh-CN" noProof="false"/>
          </a:p>
        </p:txBody>
      </p:sp>
      <p:sp>
        <p:nvSpPr>
          <p:cNvPr id="2223" name="Text Placeholder 21"/>
          <p:cNvSpPr>
            <a:spLocks noGrp="true"/>
          </p:cNvSpPr>
          <p:nvPr>
            <p:ph type="body" sz="quarter" idx="18" hasCustomPrompt="true"/>
          </p:nvPr>
        </p:nvSpPr>
        <p:spPr>
          <a:xfrm>
            <a:off x="532337" y="1276796"/>
            <a:ext cx="2068830" cy="238875"/>
          </a:xfrm>
        </p:spPr>
        <p:txBody>
          <a:bodyPr lIns="108000" rIns="108000"/>
          <a:lstStyle>
            <a:lvl1pPr marL="0" indent="0" algn="ctr">
              <a:buNone/>
              <a:defRPr sz="1800" b="true" i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</a:defRPr>
            </a:lvl1pPr>
          </a:lstStyle>
          <a:p>
            <a:pPr lvl="0"/>
            <a:r>
              <a:rPr lang="en-US" altLang="zh-CN" noProof="false" err="true"/>
              <a:t>请输入标题</a:t>
            </a:r>
            <a:endParaRPr lang="en-US" altLang="zh-CN" noProof="false"/>
          </a:p>
        </p:txBody>
      </p:sp>
      <p:sp>
        <p:nvSpPr>
          <p:cNvPr id="2224" name="Text Placeholder 35"/>
          <p:cNvSpPr>
            <a:spLocks noGrp="true"/>
          </p:cNvSpPr>
          <p:nvPr>
            <p:ph type="body" sz="quarter" idx="31" hasCustomPrompt="true"/>
          </p:nvPr>
        </p:nvSpPr>
        <p:spPr>
          <a:xfrm>
            <a:off x="532337" y="1573695"/>
            <a:ext cx="2068830" cy="459347"/>
          </a:xfrm>
        </p:spPr>
        <p:txBody>
          <a:bodyPr lIns="108000" rIns="10800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false" err="true"/>
              <a:t>请输入正文内容</a:t>
            </a:r>
            <a:endParaRPr lang="en-US" altLang="zh-CN" noProof="false"/>
          </a:p>
        </p:txBody>
      </p:sp>
      <p:sp>
        <p:nvSpPr>
          <p:cNvPr id="2225" name="Text Placeholder 21"/>
          <p:cNvSpPr>
            <a:spLocks noGrp="true"/>
          </p:cNvSpPr>
          <p:nvPr>
            <p:ph type="body" sz="quarter" idx="36" hasCustomPrompt="true"/>
          </p:nvPr>
        </p:nvSpPr>
        <p:spPr>
          <a:xfrm>
            <a:off x="563159" y="3216841"/>
            <a:ext cx="2068830" cy="238875"/>
          </a:xfrm>
        </p:spPr>
        <p:txBody>
          <a:bodyPr lIns="108000" rIns="108000"/>
          <a:lstStyle>
            <a:lvl1pPr marL="0" indent="0" algn="ctr">
              <a:buNone/>
              <a:defRPr sz="1800" b="true" i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</a:defRPr>
            </a:lvl1pPr>
          </a:lstStyle>
          <a:p>
            <a:pPr lvl="0"/>
            <a:r>
              <a:rPr lang="en-US" altLang="zh-CN" noProof="false" err="true"/>
              <a:t>请输入标题</a:t>
            </a:r>
            <a:endParaRPr lang="en-US" altLang="zh-CN" noProof="false"/>
          </a:p>
        </p:txBody>
      </p:sp>
      <p:sp>
        <p:nvSpPr>
          <p:cNvPr id="2226" name="Text Placeholder 35"/>
          <p:cNvSpPr>
            <a:spLocks noGrp="true"/>
          </p:cNvSpPr>
          <p:nvPr>
            <p:ph type="body" sz="quarter" idx="43" hasCustomPrompt="true"/>
          </p:nvPr>
        </p:nvSpPr>
        <p:spPr>
          <a:xfrm>
            <a:off x="563159" y="3513740"/>
            <a:ext cx="2068830" cy="459347"/>
          </a:xfrm>
        </p:spPr>
        <p:txBody>
          <a:bodyPr lIns="108000" rIns="10800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false" err="true"/>
              <a:t>请输入正文内容</a:t>
            </a:r>
            <a:endParaRPr lang="en-US" altLang="zh-CN" noProof="false"/>
          </a:p>
        </p:txBody>
      </p:sp>
      <p:sp>
        <p:nvSpPr>
          <p:cNvPr id="2227" name="Picture Placeholder 14"/>
          <p:cNvSpPr>
            <a:spLocks noGrp="true"/>
          </p:cNvSpPr>
          <p:nvPr>
            <p:ph type="pic" sz="quarter" idx="54" hasCustomPrompt="true"/>
          </p:nvPr>
        </p:nvSpPr>
        <p:spPr>
          <a:xfrm>
            <a:off x="5031943" y="3283755"/>
            <a:ext cx="609420" cy="585307"/>
          </a:xfrm>
          <a:prstGeom prst="roundRect">
            <a:avLst>
              <a:gd name="adj" fmla="val 5508"/>
            </a:avLst>
          </a:prstGeom>
          <a:noFill/>
        </p:spPr>
        <p:txBody>
          <a:bodyPr anchor="ctr" anchorCtr="false"/>
          <a:lstStyle>
            <a:lvl1pPr marL="0" indent="0" algn="ctr">
              <a:buNone/>
              <a:defRPr sz="6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单击插入图标</a:t>
            </a:r>
            <a:endParaRPr lang="en-US" altLang="zh-CN" noProof="false"/>
          </a:p>
        </p:txBody>
      </p:sp>
      <p:sp>
        <p:nvSpPr>
          <p:cNvPr id="2228" name="Text Placeholder 21"/>
          <p:cNvSpPr>
            <a:spLocks noGrp="true"/>
          </p:cNvSpPr>
          <p:nvPr>
            <p:ph type="body" sz="quarter" idx="55" hasCustomPrompt="true"/>
          </p:nvPr>
        </p:nvSpPr>
        <p:spPr>
          <a:xfrm>
            <a:off x="4313809" y="3933476"/>
            <a:ext cx="2068830" cy="238875"/>
          </a:xfrm>
        </p:spPr>
        <p:txBody>
          <a:bodyPr lIns="108000" rIns="108000"/>
          <a:lstStyle>
            <a:lvl1pPr marL="0" indent="0" algn="ctr">
              <a:buNone/>
              <a:defRPr sz="1800" b="true" i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</a:defRPr>
            </a:lvl1pPr>
          </a:lstStyle>
          <a:p>
            <a:pPr lvl="0"/>
            <a:r>
              <a:rPr lang="en-US" altLang="zh-CN" noProof="false" err="true"/>
              <a:t>请输入标题</a:t>
            </a:r>
            <a:endParaRPr lang="en-US" altLang="zh-CN" noProof="false"/>
          </a:p>
        </p:txBody>
      </p:sp>
      <p:sp>
        <p:nvSpPr>
          <p:cNvPr id="2229" name="Text Placeholder 35"/>
          <p:cNvSpPr>
            <a:spLocks noGrp="true"/>
          </p:cNvSpPr>
          <p:nvPr>
            <p:ph type="body" sz="quarter" idx="56" hasCustomPrompt="true"/>
          </p:nvPr>
        </p:nvSpPr>
        <p:spPr>
          <a:xfrm>
            <a:off x="4313809" y="4230375"/>
            <a:ext cx="2068830" cy="459347"/>
          </a:xfrm>
        </p:spPr>
        <p:txBody>
          <a:bodyPr lIns="108000" rIns="10800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false" err="true"/>
              <a:t>请输入正文内容</a:t>
            </a:r>
            <a:endParaRPr lang="en-US" altLang="zh-CN" noProof="false"/>
          </a:p>
        </p:txBody>
      </p:sp>
      <p:sp>
        <p:nvSpPr>
          <p:cNvPr id="2230" name="Picture Placeholder 14"/>
          <p:cNvSpPr>
            <a:spLocks noGrp="true"/>
          </p:cNvSpPr>
          <p:nvPr>
            <p:ph type="pic" sz="quarter" idx="57" hasCustomPrompt="true"/>
          </p:nvPr>
        </p:nvSpPr>
        <p:spPr>
          <a:xfrm>
            <a:off x="8044944" y="3283755"/>
            <a:ext cx="609420" cy="585307"/>
          </a:xfrm>
          <a:prstGeom prst="roundRect">
            <a:avLst>
              <a:gd name="adj" fmla="val 5508"/>
            </a:avLst>
          </a:prstGeom>
          <a:noFill/>
        </p:spPr>
        <p:txBody>
          <a:bodyPr anchor="ctr" anchorCtr="false"/>
          <a:lstStyle>
            <a:lvl1pPr marL="0" indent="0" algn="ctr">
              <a:buNone/>
              <a:defRPr sz="6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单击插入图标</a:t>
            </a:r>
            <a:endParaRPr lang="en-US" altLang="zh-CN" noProof="false"/>
          </a:p>
        </p:txBody>
      </p:sp>
      <p:sp>
        <p:nvSpPr>
          <p:cNvPr id="2231" name="Text Placeholder 21"/>
          <p:cNvSpPr>
            <a:spLocks noGrp="true"/>
          </p:cNvSpPr>
          <p:nvPr>
            <p:ph type="body" sz="quarter" idx="58" hasCustomPrompt="true"/>
          </p:nvPr>
        </p:nvSpPr>
        <p:spPr>
          <a:xfrm>
            <a:off x="7326810" y="3933476"/>
            <a:ext cx="2068830" cy="238875"/>
          </a:xfrm>
        </p:spPr>
        <p:txBody>
          <a:bodyPr lIns="108000" rIns="108000"/>
          <a:lstStyle>
            <a:lvl1pPr marL="0" indent="0" algn="ctr">
              <a:buNone/>
              <a:defRPr sz="1800" b="true" i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</a:defRPr>
            </a:lvl1pPr>
          </a:lstStyle>
          <a:p>
            <a:pPr lvl="0"/>
            <a:r>
              <a:rPr lang="en-US" altLang="zh-CN" noProof="false" err="true"/>
              <a:t>请输入标题</a:t>
            </a:r>
            <a:endParaRPr lang="en-US" altLang="zh-CN" noProof="false"/>
          </a:p>
        </p:txBody>
      </p:sp>
      <p:sp>
        <p:nvSpPr>
          <p:cNvPr id="2232" name="Text Placeholder 35"/>
          <p:cNvSpPr>
            <a:spLocks noGrp="true"/>
          </p:cNvSpPr>
          <p:nvPr>
            <p:ph type="body" sz="quarter" idx="59" hasCustomPrompt="true"/>
          </p:nvPr>
        </p:nvSpPr>
        <p:spPr>
          <a:xfrm>
            <a:off x="7326810" y="4230375"/>
            <a:ext cx="2068830" cy="459347"/>
          </a:xfrm>
        </p:spPr>
        <p:txBody>
          <a:bodyPr lIns="108000" rIns="10800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false" err="true"/>
              <a:t>请输入正文内容</a:t>
            </a:r>
            <a:endParaRPr lang="en-US" altLang="zh-CN" noProof="false"/>
          </a:p>
        </p:txBody>
      </p:sp>
      <p:sp>
        <p:nvSpPr>
          <p:cNvPr id="2233" name="Picture Placeholder 14"/>
          <p:cNvSpPr>
            <a:spLocks noGrp="true"/>
          </p:cNvSpPr>
          <p:nvPr>
            <p:ph type="pic" sz="quarter" idx="60" hasCustomPrompt="true"/>
          </p:nvPr>
        </p:nvSpPr>
        <p:spPr>
          <a:xfrm>
            <a:off x="10435990" y="622314"/>
            <a:ext cx="609420" cy="585307"/>
          </a:xfrm>
          <a:prstGeom prst="roundRect">
            <a:avLst>
              <a:gd name="adj" fmla="val 5508"/>
            </a:avLst>
          </a:prstGeom>
          <a:noFill/>
        </p:spPr>
        <p:txBody>
          <a:bodyPr anchor="ctr" anchorCtr="false"/>
          <a:lstStyle>
            <a:lvl1pPr marL="0" indent="0" algn="ctr">
              <a:buNone/>
              <a:defRPr sz="6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单击插入图标</a:t>
            </a:r>
            <a:endParaRPr lang="en-US" altLang="zh-CN" noProof="false"/>
          </a:p>
        </p:txBody>
      </p:sp>
      <p:sp>
        <p:nvSpPr>
          <p:cNvPr id="2234" name="Text Placeholder 21"/>
          <p:cNvSpPr>
            <a:spLocks noGrp="true"/>
          </p:cNvSpPr>
          <p:nvPr>
            <p:ph type="body" sz="quarter" idx="61" hasCustomPrompt="true"/>
          </p:nvPr>
        </p:nvSpPr>
        <p:spPr>
          <a:xfrm>
            <a:off x="9717856" y="1272035"/>
            <a:ext cx="2068830" cy="238875"/>
          </a:xfrm>
        </p:spPr>
        <p:txBody>
          <a:bodyPr lIns="108000" rIns="108000"/>
          <a:lstStyle>
            <a:lvl1pPr marL="0" indent="0" algn="ctr">
              <a:buNone/>
              <a:defRPr sz="1800" b="true" i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</a:defRPr>
            </a:lvl1pPr>
          </a:lstStyle>
          <a:p>
            <a:pPr lvl="0"/>
            <a:r>
              <a:rPr lang="en-US" altLang="zh-CN" noProof="false" err="true"/>
              <a:t>请输入标题</a:t>
            </a:r>
            <a:endParaRPr lang="en-US" altLang="zh-CN" noProof="false"/>
          </a:p>
        </p:txBody>
      </p:sp>
      <p:sp>
        <p:nvSpPr>
          <p:cNvPr id="2235" name="Text Placeholder 35"/>
          <p:cNvSpPr>
            <a:spLocks noGrp="true"/>
          </p:cNvSpPr>
          <p:nvPr>
            <p:ph type="body" sz="quarter" idx="62" hasCustomPrompt="true"/>
          </p:nvPr>
        </p:nvSpPr>
        <p:spPr>
          <a:xfrm>
            <a:off x="9717856" y="1568934"/>
            <a:ext cx="2068830" cy="459347"/>
          </a:xfrm>
        </p:spPr>
        <p:txBody>
          <a:bodyPr lIns="108000" rIns="10800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false" err="true"/>
              <a:t>请输入正文内容</a:t>
            </a:r>
            <a:endParaRPr lang="en-US" altLang="zh-CN" noProof="false"/>
          </a:p>
        </p:txBody>
      </p:sp>
      <p:sp>
        <p:nvSpPr>
          <p:cNvPr id="2236" name="Picture Placeholder 14"/>
          <p:cNvSpPr>
            <a:spLocks noGrp="true"/>
          </p:cNvSpPr>
          <p:nvPr>
            <p:ph type="pic" sz="quarter" idx="63" hasCustomPrompt="true"/>
          </p:nvPr>
        </p:nvSpPr>
        <p:spPr>
          <a:xfrm>
            <a:off x="10249254" y="2567120"/>
            <a:ext cx="609420" cy="585307"/>
          </a:xfrm>
          <a:prstGeom prst="roundRect">
            <a:avLst>
              <a:gd name="adj" fmla="val 5508"/>
            </a:avLst>
          </a:prstGeom>
          <a:noFill/>
        </p:spPr>
        <p:txBody>
          <a:bodyPr anchor="ctr" anchorCtr="false"/>
          <a:lstStyle>
            <a:lvl1pPr marL="0" indent="0" algn="ctr">
              <a:buNone/>
              <a:defRPr sz="6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单击插入图标</a:t>
            </a:r>
            <a:endParaRPr lang="en-US" altLang="zh-CN" noProof="false"/>
          </a:p>
        </p:txBody>
      </p:sp>
      <p:sp>
        <p:nvSpPr>
          <p:cNvPr id="2237" name="Text Placeholder 21"/>
          <p:cNvSpPr>
            <a:spLocks noGrp="true"/>
          </p:cNvSpPr>
          <p:nvPr>
            <p:ph type="body" sz="quarter" idx="64" hasCustomPrompt="true"/>
          </p:nvPr>
        </p:nvSpPr>
        <p:spPr>
          <a:xfrm>
            <a:off x="9531120" y="3216841"/>
            <a:ext cx="2068830" cy="238875"/>
          </a:xfrm>
        </p:spPr>
        <p:txBody>
          <a:bodyPr lIns="108000" rIns="108000"/>
          <a:lstStyle>
            <a:lvl1pPr marL="0" indent="0" algn="ctr">
              <a:buNone/>
              <a:defRPr sz="1800" b="true" i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</a:defRPr>
            </a:lvl1pPr>
          </a:lstStyle>
          <a:p>
            <a:pPr lvl="0"/>
            <a:r>
              <a:rPr lang="en-US" altLang="zh-CN" noProof="false" err="true"/>
              <a:t>请输入标题</a:t>
            </a:r>
            <a:endParaRPr lang="en-US" altLang="zh-CN" noProof="false"/>
          </a:p>
        </p:txBody>
      </p:sp>
      <p:sp>
        <p:nvSpPr>
          <p:cNvPr id="2238" name="Text Placeholder 35"/>
          <p:cNvSpPr>
            <a:spLocks noGrp="true"/>
          </p:cNvSpPr>
          <p:nvPr>
            <p:ph type="body" sz="quarter" idx="65" hasCustomPrompt="true"/>
          </p:nvPr>
        </p:nvSpPr>
        <p:spPr>
          <a:xfrm>
            <a:off x="9531120" y="3513740"/>
            <a:ext cx="2068830" cy="459347"/>
          </a:xfrm>
        </p:spPr>
        <p:txBody>
          <a:bodyPr lIns="108000" rIns="10800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false" err="true"/>
              <a:t>请输入正文内容</a:t>
            </a:r>
            <a:endParaRPr lang="en-US" altLang="zh-CN" noProof="false"/>
          </a:p>
        </p:txBody>
      </p:sp>
      <p:sp>
        <p:nvSpPr>
          <p:cNvPr id="2239" name="Picture Placeholder 14"/>
          <p:cNvSpPr>
            <a:spLocks noGrp="true"/>
          </p:cNvSpPr>
          <p:nvPr>
            <p:ph type="pic" sz="quarter" idx="66" hasCustomPrompt="true"/>
          </p:nvPr>
        </p:nvSpPr>
        <p:spPr>
          <a:xfrm>
            <a:off x="3529032" y="5105013"/>
            <a:ext cx="609420" cy="585307"/>
          </a:xfrm>
          <a:prstGeom prst="roundRect">
            <a:avLst>
              <a:gd name="adj" fmla="val 5508"/>
            </a:avLst>
          </a:prstGeom>
          <a:noFill/>
        </p:spPr>
        <p:txBody>
          <a:bodyPr anchor="ctr" anchorCtr="false"/>
          <a:lstStyle>
            <a:lvl1pPr marL="0" indent="0" algn="ctr">
              <a:buNone/>
              <a:defRPr sz="6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单击插入图标</a:t>
            </a:r>
            <a:endParaRPr lang="en-US" altLang="zh-CN" noProof="false"/>
          </a:p>
        </p:txBody>
      </p:sp>
      <p:sp>
        <p:nvSpPr>
          <p:cNvPr id="2240" name="Text Placeholder 21"/>
          <p:cNvSpPr>
            <a:spLocks noGrp="true"/>
          </p:cNvSpPr>
          <p:nvPr>
            <p:ph type="body" sz="quarter" idx="67" hasCustomPrompt="true"/>
          </p:nvPr>
        </p:nvSpPr>
        <p:spPr>
          <a:xfrm>
            <a:off x="2810898" y="5754734"/>
            <a:ext cx="2068830" cy="238875"/>
          </a:xfrm>
        </p:spPr>
        <p:txBody>
          <a:bodyPr lIns="108000" rIns="108000"/>
          <a:lstStyle>
            <a:lvl1pPr marL="0" indent="0" algn="ctr">
              <a:buNone/>
              <a:defRPr sz="1800" b="true" i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</a:defRPr>
            </a:lvl1pPr>
          </a:lstStyle>
          <a:p>
            <a:pPr lvl="0"/>
            <a:r>
              <a:rPr lang="en-US" altLang="zh-CN" noProof="false" err="true"/>
              <a:t>请输入标题</a:t>
            </a:r>
            <a:endParaRPr lang="en-US" altLang="zh-CN" noProof="false"/>
          </a:p>
        </p:txBody>
      </p:sp>
      <p:sp>
        <p:nvSpPr>
          <p:cNvPr id="2241" name="Text Placeholder 35"/>
          <p:cNvSpPr>
            <a:spLocks noGrp="true"/>
          </p:cNvSpPr>
          <p:nvPr>
            <p:ph type="body" sz="quarter" idx="68" hasCustomPrompt="true"/>
          </p:nvPr>
        </p:nvSpPr>
        <p:spPr>
          <a:xfrm>
            <a:off x="2810898" y="6051633"/>
            <a:ext cx="2068830" cy="459347"/>
          </a:xfrm>
        </p:spPr>
        <p:txBody>
          <a:bodyPr lIns="108000" rIns="10800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false" err="true"/>
              <a:t>请输入正文内容</a:t>
            </a:r>
            <a:endParaRPr lang="en-US" altLang="zh-CN" noProof="false"/>
          </a:p>
        </p:txBody>
      </p:sp>
      <p:sp>
        <p:nvSpPr>
          <p:cNvPr id="2242" name="Picture Placeholder 14"/>
          <p:cNvSpPr>
            <a:spLocks noGrp="true"/>
          </p:cNvSpPr>
          <p:nvPr>
            <p:ph type="pic" sz="quarter" idx="69" hasCustomPrompt="true"/>
          </p:nvPr>
        </p:nvSpPr>
        <p:spPr>
          <a:xfrm>
            <a:off x="6557350" y="5099827"/>
            <a:ext cx="609420" cy="585307"/>
          </a:xfrm>
          <a:prstGeom prst="roundRect">
            <a:avLst>
              <a:gd name="adj" fmla="val 5508"/>
            </a:avLst>
          </a:prstGeom>
          <a:noFill/>
        </p:spPr>
        <p:txBody>
          <a:bodyPr anchor="ctr" anchorCtr="false"/>
          <a:lstStyle>
            <a:lvl1pPr marL="0" indent="0" algn="ctr">
              <a:buNone/>
              <a:defRPr sz="6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marL="0" marR="0" lvl="0" indent="0" algn="ctr" defTabSz="914400" rtl="false" eaLnBrk="true" fontAlgn="auto" latinLnBrk="false" hangingPunct="true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noProof="false" err="true"/>
              <a:t>单击插入图标</a:t>
            </a:r>
            <a:endParaRPr lang="en-US" altLang="zh-CN" noProof="false"/>
          </a:p>
        </p:txBody>
      </p:sp>
      <p:sp>
        <p:nvSpPr>
          <p:cNvPr id="2243" name="Text Placeholder 21"/>
          <p:cNvSpPr>
            <a:spLocks noGrp="true"/>
          </p:cNvSpPr>
          <p:nvPr>
            <p:ph type="body" sz="quarter" idx="70" hasCustomPrompt="true"/>
          </p:nvPr>
        </p:nvSpPr>
        <p:spPr>
          <a:xfrm>
            <a:off x="5839216" y="5749548"/>
            <a:ext cx="2068830" cy="238875"/>
          </a:xfrm>
        </p:spPr>
        <p:txBody>
          <a:bodyPr lIns="108000" rIns="108000"/>
          <a:lstStyle>
            <a:lvl1pPr marL="0" indent="0" algn="ctr">
              <a:buNone/>
              <a:defRPr sz="1800" b="true" i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</a:defRPr>
            </a:lvl1pPr>
          </a:lstStyle>
          <a:p>
            <a:pPr lvl="0"/>
            <a:r>
              <a:rPr lang="en-US" altLang="zh-CN" noProof="false" err="true"/>
              <a:t>请输入标题</a:t>
            </a:r>
            <a:endParaRPr lang="en-US" altLang="zh-CN" noProof="false"/>
          </a:p>
        </p:txBody>
      </p:sp>
      <p:sp>
        <p:nvSpPr>
          <p:cNvPr id="2244" name="Text Placeholder 35"/>
          <p:cNvSpPr>
            <a:spLocks noGrp="true"/>
          </p:cNvSpPr>
          <p:nvPr>
            <p:ph type="body" sz="quarter" idx="71" hasCustomPrompt="true"/>
          </p:nvPr>
        </p:nvSpPr>
        <p:spPr>
          <a:xfrm>
            <a:off x="5839216" y="6046447"/>
            <a:ext cx="2068830" cy="459347"/>
          </a:xfrm>
        </p:spPr>
        <p:txBody>
          <a:bodyPr lIns="108000" rIns="10800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false" err="true"/>
              <a:t>请输入正文内容</a:t>
            </a:r>
            <a:endParaRPr lang="en-US" altLang="zh-CN" noProof="false"/>
          </a:p>
        </p:txBody>
      </p:sp>
      <p:sp>
        <p:nvSpPr>
          <p:cNvPr id="2245" name="Text Placeholder 9"/>
          <p:cNvSpPr>
            <a:spLocks noGrp="true"/>
          </p:cNvSpPr>
          <p:nvPr>
            <p:ph type="body" sz="quarter" idx="12" hasCustomPrompt="true"/>
          </p:nvPr>
        </p:nvSpPr>
        <p:spPr>
          <a:xfrm>
            <a:off x="2507361" y="401917"/>
            <a:ext cx="7200000" cy="136970"/>
          </a:xfrm>
        </p:spPr>
        <p:txBody>
          <a:bodyPr/>
          <a:lstStyle>
            <a:lvl1pPr marL="0" indent="0" algn="ctr">
              <a:buNone/>
              <a:defRPr sz="900" b="false" i="false" cap="all" spc="150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altLang="zh-CN" noProof="false" err="true"/>
              <a:t>请输入说明文字</a:t>
            </a:r>
            <a:endParaRPr lang="en-US" altLang="zh-CN" noProof="false"/>
          </a:p>
        </p:txBody>
      </p:sp>
      <p:sp>
        <p:nvSpPr>
          <p:cNvPr id="2246" name="Text Placeholder 8"/>
          <p:cNvSpPr>
            <a:spLocks noGrp="true"/>
          </p:cNvSpPr>
          <p:nvPr>
            <p:ph type="body" sz="quarter" idx="23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noProof="false" err="true"/>
              <a:t>来源</a:t>
            </a:r>
            <a:r>
              <a:rPr lang="zh-CN" altLang="en-US" noProof="false"/>
              <a:t>：</a:t>
            </a:r>
            <a:endParaRPr lang="en-US" noProof="false"/>
          </a:p>
        </p:txBody>
      </p:sp>
    </p:spTree>
  </p:cSld>
  <p:clrMapOvr>
    <a:masterClrMapping/>
  </p:clrMapOvr>
</p:sldLayout>
</file>

<file path=ppt/slideLayouts/slideLayout258.xml><?xml version="1.0" encoding="utf-8"?>
<p:sldLayout xmlns:a="http://schemas.openxmlformats.org/drawingml/2006/main" xmlns:p="http://schemas.openxmlformats.org/presentationml/2006/main">
  <p:cSld name="Funnel Diagram">
    <p:spTree>
      <p:nvGrpSpPr>
        <p:cNvPr id="22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8" name="Title 1"/>
          <p:cNvSpPr>
            <a:spLocks noGrp="true"/>
          </p:cNvSpPr>
          <p:nvPr>
            <p:ph type="title" hasCustomPrompt="true"/>
          </p:nvPr>
        </p:nvSpPr>
        <p:spPr>
          <a:xfrm>
            <a:off x="507365" y="500063"/>
            <a:ext cx="5696585" cy="822824"/>
          </a:xfrm>
        </p:spPr>
        <p:txBody>
          <a:bodyPr/>
          <a:lstStyle>
            <a:lvl1pPr>
              <a:lnSpc>
                <a:spcPct val="90000"/>
              </a:lnSpc>
              <a:defRPr sz="3000"/>
            </a:lvl1pPr>
          </a:lstStyle>
          <a:p>
            <a:pPr/>
            <a:r>
              <a:rPr lang="en-US" noProof="false" err="true"/>
              <a:t>请输入标题</a:t>
            </a:r>
            <a:br>
              <a:rPr lang="en-US" noProof="false"/>
            </a:br>
            <a:r>
              <a:rPr lang="en-US" altLang="zh-CN" noProof="false" err="true"/>
              <a:t>请输入标题</a:t>
            </a:r>
            <a:endParaRPr lang="en-US" noProof="false"/>
          </a:p>
        </p:txBody>
      </p:sp>
      <p:sp>
        <p:nvSpPr>
          <p:cNvPr id="2249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/>
          <a:lstStyle/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2250" name="Text Placeholder 8"/>
          <p:cNvSpPr>
            <a:spLocks noGrp="true"/>
          </p:cNvSpPr>
          <p:nvPr>
            <p:ph type="body" sz="quarter" idx="30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noProof="false" err="true"/>
              <a:t>来源</a:t>
            </a:r>
            <a:r>
              <a:rPr lang="zh-CN" altLang="en-US" noProof="false"/>
              <a:t>：</a:t>
            </a:r>
            <a:endParaRPr lang="en-US" noProof="false"/>
          </a:p>
        </p:txBody>
      </p:sp>
      <p:sp>
        <p:nvSpPr>
          <p:cNvPr id="2251" name="Text Placeholder 7"/>
          <p:cNvSpPr>
            <a:spLocks noGrp="true"/>
          </p:cNvSpPr>
          <p:nvPr>
            <p:ph type="body" sz="quarter" idx="31" hasCustomPrompt="true"/>
          </p:nvPr>
        </p:nvSpPr>
        <p:spPr>
          <a:xfrm>
            <a:off x="498475" y="1608205"/>
            <a:ext cx="3816350" cy="1800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600" b="true" i="false">
                <a:latin typeface="Noto Sans S Chinese Bold" panose="020B0500000000000000" pitchFamily="34" charset="-128"/>
                <a:ea typeface="Noto Sans S Chinese Bold" panose="020B0500000000000000" pitchFamily="34" charset="-128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 noProof="false" err="true"/>
              <a:t>请输入标题</a:t>
            </a:r>
            <a:endParaRPr lang="en-US" noProof="false"/>
          </a:p>
        </p:txBody>
      </p:sp>
      <p:sp>
        <p:nvSpPr>
          <p:cNvPr id="2252" name="Text Placeholder 7"/>
          <p:cNvSpPr>
            <a:spLocks noGrp="true"/>
          </p:cNvSpPr>
          <p:nvPr>
            <p:ph type="body" sz="quarter" idx="32" hasCustomPrompt="true"/>
          </p:nvPr>
        </p:nvSpPr>
        <p:spPr>
          <a:xfrm>
            <a:off x="508203" y="1876660"/>
            <a:ext cx="3806622" cy="39961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 noProof="false" err="true"/>
              <a:t>请输入正文内容</a:t>
            </a:r>
            <a:endParaRPr lang="en-US" noProof="false"/>
          </a:p>
        </p:txBody>
      </p:sp>
      <p:sp>
        <p:nvSpPr>
          <p:cNvPr id="2253" name="Text Placeholder 7"/>
          <p:cNvSpPr>
            <a:spLocks noGrp="true"/>
          </p:cNvSpPr>
          <p:nvPr>
            <p:ph type="body" sz="quarter" idx="33" hasCustomPrompt="true"/>
          </p:nvPr>
        </p:nvSpPr>
        <p:spPr>
          <a:xfrm>
            <a:off x="498475" y="2557769"/>
            <a:ext cx="3816350" cy="1800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lang="en-US" sz="1600" b="true" i="false" kern="120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 altLang="zh-CN" noProof="false" err="true"/>
              <a:t>请输入标题</a:t>
            </a:r>
            <a:endParaRPr lang="en-US" altLang="zh-CN" noProof="false"/>
          </a:p>
        </p:txBody>
      </p:sp>
      <p:sp>
        <p:nvSpPr>
          <p:cNvPr id="2254" name="Text Placeholder 7"/>
          <p:cNvSpPr>
            <a:spLocks noGrp="true"/>
          </p:cNvSpPr>
          <p:nvPr>
            <p:ph type="body" sz="quarter" idx="34" hasCustomPrompt="true"/>
          </p:nvPr>
        </p:nvSpPr>
        <p:spPr>
          <a:xfrm>
            <a:off x="508203" y="2826224"/>
            <a:ext cx="3806622" cy="39961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 altLang="zh-CN" noProof="false" err="true"/>
              <a:t>请输入正文内容</a:t>
            </a:r>
            <a:endParaRPr lang="en-US" altLang="zh-CN" noProof="false"/>
          </a:p>
        </p:txBody>
      </p:sp>
      <p:sp>
        <p:nvSpPr>
          <p:cNvPr id="2255" name="Text Placeholder 7"/>
          <p:cNvSpPr>
            <a:spLocks noGrp="true"/>
          </p:cNvSpPr>
          <p:nvPr>
            <p:ph type="body" sz="quarter" idx="35" hasCustomPrompt="true"/>
          </p:nvPr>
        </p:nvSpPr>
        <p:spPr>
          <a:xfrm>
            <a:off x="498475" y="3526015"/>
            <a:ext cx="3816350" cy="1800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lang="en-US" sz="1600" b="true" i="false" kern="120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 altLang="zh-CN" noProof="false" err="true"/>
              <a:t>请输入标题</a:t>
            </a:r>
            <a:endParaRPr lang="en-US" altLang="zh-CN" noProof="false"/>
          </a:p>
        </p:txBody>
      </p:sp>
      <p:sp>
        <p:nvSpPr>
          <p:cNvPr id="2256" name="Text Placeholder 7"/>
          <p:cNvSpPr>
            <a:spLocks noGrp="true"/>
          </p:cNvSpPr>
          <p:nvPr>
            <p:ph type="body" sz="quarter" idx="36" hasCustomPrompt="true"/>
          </p:nvPr>
        </p:nvSpPr>
        <p:spPr>
          <a:xfrm>
            <a:off x="508203" y="3794470"/>
            <a:ext cx="3806622" cy="39961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 altLang="zh-CN" noProof="false" err="true"/>
              <a:t>请输入正文内容</a:t>
            </a:r>
            <a:endParaRPr lang="en-US" altLang="zh-CN" noProof="false"/>
          </a:p>
        </p:txBody>
      </p:sp>
      <p:sp>
        <p:nvSpPr>
          <p:cNvPr id="2257" name="Text Placeholder 7"/>
          <p:cNvSpPr>
            <a:spLocks noGrp="true"/>
          </p:cNvSpPr>
          <p:nvPr>
            <p:ph type="body" sz="quarter" idx="37" hasCustomPrompt="true"/>
          </p:nvPr>
        </p:nvSpPr>
        <p:spPr>
          <a:xfrm>
            <a:off x="498475" y="4479401"/>
            <a:ext cx="3816350" cy="1800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lang="en-US" sz="1600" b="true" i="false" kern="120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 altLang="zh-CN" noProof="false" err="true"/>
              <a:t>请输入标题</a:t>
            </a:r>
            <a:endParaRPr lang="en-US" altLang="zh-CN" noProof="false"/>
          </a:p>
        </p:txBody>
      </p:sp>
      <p:sp>
        <p:nvSpPr>
          <p:cNvPr id="2258" name="Text Placeholder 7"/>
          <p:cNvSpPr>
            <a:spLocks noGrp="true"/>
          </p:cNvSpPr>
          <p:nvPr>
            <p:ph type="body" sz="quarter" idx="38" hasCustomPrompt="true"/>
          </p:nvPr>
        </p:nvSpPr>
        <p:spPr>
          <a:xfrm>
            <a:off x="508203" y="4747856"/>
            <a:ext cx="3806622" cy="39961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 altLang="zh-CN" noProof="false" err="true"/>
              <a:t>请输入正文内容</a:t>
            </a:r>
            <a:endParaRPr lang="en-US" altLang="zh-CN" noProof="false"/>
          </a:p>
        </p:txBody>
      </p:sp>
      <p:sp>
        <p:nvSpPr>
          <p:cNvPr id="2259" name="Text Placeholder 7"/>
          <p:cNvSpPr>
            <a:spLocks noGrp="true"/>
          </p:cNvSpPr>
          <p:nvPr>
            <p:ph type="body" sz="quarter" idx="39" hasCustomPrompt="true"/>
          </p:nvPr>
        </p:nvSpPr>
        <p:spPr>
          <a:xfrm>
            <a:off x="498475" y="5443785"/>
            <a:ext cx="3816350" cy="1800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lang="en-US" sz="1600" b="true" i="false" kern="120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 altLang="zh-CN" noProof="false" err="true"/>
              <a:t>请输入标题</a:t>
            </a:r>
            <a:endParaRPr lang="en-US" altLang="zh-CN" noProof="false"/>
          </a:p>
        </p:txBody>
      </p:sp>
      <p:sp>
        <p:nvSpPr>
          <p:cNvPr id="2260" name="Text Placeholder 7"/>
          <p:cNvSpPr>
            <a:spLocks noGrp="true"/>
          </p:cNvSpPr>
          <p:nvPr>
            <p:ph type="body" sz="quarter" idx="40" hasCustomPrompt="true"/>
          </p:nvPr>
        </p:nvSpPr>
        <p:spPr>
          <a:xfrm>
            <a:off x="508203" y="5712240"/>
            <a:ext cx="3806622" cy="39961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 altLang="zh-CN" noProof="false"/>
              <a:t>请输入正文内容</a:t>
            </a:r>
            <a:endParaRPr lang="en-US" altLang="zh-CN" noProof="false"/>
          </a:p>
        </p:txBody>
      </p:sp>
    </p:spTree>
  </p:cSld>
  <p:clrMapOvr>
    <a:masterClrMapping/>
  </p:clrMapOvr>
</p:sldLayout>
</file>

<file path=ppt/slideLayouts/slideLayout259.xml><?xml version="1.0" encoding="utf-8"?>
<p:sldLayout xmlns:a="http://schemas.openxmlformats.org/drawingml/2006/main" xmlns:p="http://schemas.openxmlformats.org/presentationml/2006/main">
  <p:cSld name="1_Funnel Diagram">
    <p:bg>
      <p:bgPr>
        <a:solidFill>
          <a:schemeClr val="tx1"/>
        </a:solidFill>
        <a:effectLst/>
      </p:bgPr>
    </p:bg>
    <p:spTree>
      <p:nvGrpSpPr>
        <p:cNvPr id="22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2" name="Title 1"/>
          <p:cNvSpPr>
            <a:spLocks noGrp="true"/>
          </p:cNvSpPr>
          <p:nvPr>
            <p:ph type="title" hasCustomPrompt="true"/>
          </p:nvPr>
        </p:nvSpPr>
        <p:spPr>
          <a:xfrm>
            <a:off x="507365" y="500062"/>
            <a:ext cx="5696585" cy="822824"/>
          </a:xfrm>
        </p:spPr>
        <p:txBody>
          <a:bodyPr/>
          <a:lstStyle>
            <a:lvl1pPr algn="l" defTabSz="914400" rtl="false" eaLnBrk="true" latinLnBrk="false" hangingPunct="true">
              <a:lnSpc>
                <a:spcPct val="90000"/>
              </a:lnSpc>
              <a:spcBef>
                <a:spcPct val="1"/>
              </a:spcBef>
              <a:buNone/>
              <a:defRPr lang="en-US" sz="3000" b="true" i="false" kern="1200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j-cs"/>
              </a:defRPr>
            </a:lvl1pPr>
          </a:lstStyle>
          <a:p>
            <a:pPr/>
            <a:r>
              <a:rPr lang="en-US" altLang="zh-CN" noProof="false" err="true"/>
              <a:t>请输入标题</a:t>
            </a:r>
            <a:br>
              <a:rPr lang="en-US" altLang="zh-CN" noProof="false"/>
            </a:br>
            <a:r>
              <a:rPr lang="en-US" altLang="zh-CN" noProof="false" err="true"/>
              <a:t>请输入标题</a:t>
            </a:r>
            <a:endParaRPr lang="en-US" noProof="false"/>
          </a:p>
        </p:txBody>
      </p:sp>
      <p:sp>
        <p:nvSpPr>
          <p:cNvPr id="2263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2264" name="Text Placeholder 8"/>
          <p:cNvSpPr>
            <a:spLocks noGrp="true"/>
          </p:cNvSpPr>
          <p:nvPr>
            <p:ph type="body" sz="quarter" idx="30" hasCustomPrompt="true"/>
          </p:nvPr>
        </p:nvSpPr>
        <p:spPr>
          <a:xfrm>
            <a:off x="998855" y="6403975"/>
            <a:ext cx="4991100" cy="120650"/>
          </a:xfrm>
        </p:spPr>
        <p:txBody>
          <a:bodyPr/>
          <a:lstStyle>
            <a:lvl1pPr marL="0" indent="0">
              <a:buNone/>
              <a:defRPr sz="6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noProof="false" err="true"/>
              <a:t>来源</a:t>
            </a:r>
            <a:r>
              <a:rPr lang="zh-CN" altLang="en-US" noProof="false"/>
              <a:t>：</a:t>
            </a:r>
            <a:endParaRPr lang="en-US" noProof="false"/>
          </a:p>
        </p:txBody>
      </p:sp>
      <p:sp>
        <p:nvSpPr>
          <p:cNvPr id="2265" name="Text Placeholder 7"/>
          <p:cNvSpPr>
            <a:spLocks noGrp="true"/>
          </p:cNvSpPr>
          <p:nvPr>
            <p:ph type="body" sz="quarter" idx="31" hasCustomPrompt="true"/>
          </p:nvPr>
        </p:nvSpPr>
        <p:spPr>
          <a:xfrm>
            <a:off x="498475" y="1608205"/>
            <a:ext cx="3816350" cy="180000"/>
          </a:xfrm>
        </p:spPr>
        <p:txBody>
          <a:bodyPr/>
          <a:lstStyle>
            <a:lvl1pPr marL="0" indent="0">
              <a:buNone/>
              <a:defRPr sz="1600" b="true" i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 altLang="zh-CN" noProof="false" err="true"/>
              <a:t>请输入标题</a:t>
            </a:r>
            <a:endParaRPr lang="en-US" altLang="zh-CN" noProof="false"/>
          </a:p>
        </p:txBody>
      </p:sp>
      <p:sp>
        <p:nvSpPr>
          <p:cNvPr id="2266" name="Text Placeholder 7"/>
          <p:cNvSpPr>
            <a:spLocks noGrp="true"/>
          </p:cNvSpPr>
          <p:nvPr>
            <p:ph type="body" sz="quarter" idx="32" hasCustomPrompt="true"/>
          </p:nvPr>
        </p:nvSpPr>
        <p:spPr>
          <a:xfrm>
            <a:off x="508203" y="1876660"/>
            <a:ext cx="3806622" cy="399612"/>
          </a:xfr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 altLang="zh-CN" noProof="false" err="true"/>
              <a:t>请输入正文内容</a:t>
            </a:r>
            <a:endParaRPr lang="en-US" altLang="zh-CN" noProof="false"/>
          </a:p>
        </p:txBody>
      </p:sp>
      <p:sp>
        <p:nvSpPr>
          <p:cNvPr id="2267" name="Text Placeholder 7"/>
          <p:cNvSpPr>
            <a:spLocks noGrp="true"/>
          </p:cNvSpPr>
          <p:nvPr>
            <p:ph type="body" sz="quarter" idx="33" hasCustomPrompt="true"/>
          </p:nvPr>
        </p:nvSpPr>
        <p:spPr>
          <a:xfrm>
            <a:off x="498475" y="2557769"/>
            <a:ext cx="3816350" cy="180000"/>
          </a:xfrm>
        </p:spPr>
        <p:txBody>
          <a:bodyPr/>
          <a:lstStyle>
            <a:lvl1pPr marL="0" indent="0">
              <a:buNone/>
              <a:defRPr sz="1600" b="true" i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 altLang="zh-CN" noProof="false" err="true"/>
              <a:t>请输入标题</a:t>
            </a:r>
            <a:endParaRPr lang="en-US" altLang="zh-CN" noProof="false"/>
          </a:p>
        </p:txBody>
      </p:sp>
      <p:sp>
        <p:nvSpPr>
          <p:cNvPr id="2268" name="Text Placeholder 7"/>
          <p:cNvSpPr>
            <a:spLocks noGrp="true"/>
          </p:cNvSpPr>
          <p:nvPr>
            <p:ph type="body" sz="quarter" idx="34" hasCustomPrompt="true"/>
          </p:nvPr>
        </p:nvSpPr>
        <p:spPr>
          <a:xfrm>
            <a:off x="508203" y="2826224"/>
            <a:ext cx="3806622" cy="399612"/>
          </a:xfr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 altLang="zh-CN" noProof="false" err="true"/>
              <a:t>请输入正文内容</a:t>
            </a:r>
            <a:endParaRPr lang="en-US" altLang="zh-CN" noProof="false"/>
          </a:p>
        </p:txBody>
      </p:sp>
      <p:sp>
        <p:nvSpPr>
          <p:cNvPr id="2269" name="Text Placeholder 7"/>
          <p:cNvSpPr>
            <a:spLocks noGrp="true"/>
          </p:cNvSpPr>
          <p:nvPr>
            <p:ph type="body" sz="quarter" idx="35" hasCustomPrompt="true"/>
          </p:nvPr>
        </p:nvSpPr>
        <p:spPr>
          <a:xfrm>
            <a:off x="498475" y="3526015"/>
            <a:ext cx="3816350" cy="180000"/>
          </a:xfrm>
        </p:spPr>
        <p:txBody>
          <a:bodyPr/>
          <a:lstStyle>
            <a:lvl1pPr marL="0" indent="0">
              <a:buNone/>
              <a:defRPr sz="1600" b="true" i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 altLang="zh-CN" noProof="false" err="true"/>
              <a:t>请输入标题</a:t>
            </a:r>
            <a:endParaRPr lang="en-US" altLang="zh-CN" noProof="false"/>
          </a:p>
        </p:txBody>
      </p:sp>
      <p:sp>
        <p:nvSpPr>
          <p:cNvPr id="2270" name="Text Placeholder 7"/>
          <p:cNvSpPr>
            <a:spLocks noGrp="true"/>
          </p:cNvSpPr>
          <p:nvPr>
            <p:ph type="body" sz="quarter" idx="36" hasCustomPrompt="true"/>
          </p:nvPr>
        </p:nvSpPr>
        <p:spPr>
          <a:xfrm>
            <a:off x="508203" y="3794470"/>
            <a:ext cx="3806622" cy="399612"/>
          </a:xfr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 altLang="zh-CN" noProof="false" err="true"/>
              <a:t>请输入正文内容</a:t>
            </a:r>
            <a:endParaRPr lang="en-US" altLang="zh-CN" noProof="false"/>
          </a:p>
        </p:txBody>
      </p:sp>
      <p:sp>
        <p:nvSpPr>
          <p:cNvPr id="2271" name="Text Placeholder 7"/>
          <p:cNvSpPr>
            <a:spLocks noGrp="true"/>
          </p:cNvSpPr>
          <p:nvPr>
            <p:ph type="body" sz="quarter" idx="37" hasCustomPrompt="true"/>
          </p:nvPr>
        </p:nvSpPr>
        <p:spPr>
          <a:xfrm>
            <a:off x="498475" y="4479401"/>
            <a:ext cx="3816350" cy="180000"/>
          </a:xfrm>
        </p:spPr>
        <p:txBody>
          <a:bodyPr/>
          <a:lstStyle>
            <a:lvl1pPr marL="0" indent="0">
              <a:buNone/>
              <a:defRPr sz="1600" b="true" i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 altLang="zh-CN" noProof="false" err="true"/>
              <a:t>请输入标题</a:t>
            </a:r>
            <a:endParaRPr lang="en-US" altLang="zh-CN" noProof="false"/>
          </a:p>
        </p:txBody>
      </p:sp>
      <p:sp>
        <p:nvSpPr>
          <p:cNvPr id="2272" name="Text Placeholder 7"/>
          <p:cNvSpPr>
            <a:spLocks noGrp="true"/>
          </p:cNvSpPr>
          <p:nvPr>
            <p:ph type="body" sz="quarter" idx="38" hasCustomPrompt="true"/>
          </p:nvPr>
        </p:nvSpPr>
        <p:spPr>
          <a:xfrm>
            <a:off x="508203" y="4747856"/>
            <a:ext cx="3806622" cy="399612"/>
          </a:xfr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 altLang="zh-CN" noProof="false" err="true"/>
              <a:t>请输入正文内容</a:t>
            </a:r>
            <a:endParaRPr lang="en-US" altLang="zh-CN" noProof="false"/>
          </a:p>
        </p:txBody>
      </p:sp>
      <p:sp>
        <p:nvSpPr>
          <p:cNvPr id="2273" name="Text Placeholder 7"/>
          <p:cNvSpPr>
            <a:spLocks noGrp="true"/>
          </p:cNvSpPr>
          <p:nvPr>
            <p:ph type="body" sz="quarter" idx="39" hasCustomPrompt="true"/>
          </p:nvPr>
        </p:nvSpPr>
        <p:spPr>
          <a:xfrm>
            <a:off x="498475" y="5443785"/>
            <a:ext cx="3816350" cy="180000"/>
          </a:xfrm>
        </p:spPr>
        <p:txBody>
          <a:bodyPr/>
          <a:lstStyle>
            <a:lvl1pPr marL="0" indent="0">
              <a:buNone/>
              <a:defRPr sz="1600" b="true" i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 altLang="zh-CN" noProof="false" err="true"/>
              <a:t>请输入标题</a:t>
            </a:r>
            <a:endParaRPr lang="en-US" altLang="zh-CN" noProof="false"/>
          </a:p>
        </p:txBody>
      </p:sp>
      <p:sp>
        <p:nvSpPr>
          <p:cNvPr id="2274" name="Text Placeholder 7"/>
          <p:cNvSpPr>
            <a:spLocks noGrp="true"/>
          </p:cNvSpPr>
          <p:nvPr>
            <p:ph type="body" sz="quarter" idx="40" hasCustomPrompt="true"/>
          </p:nvPr>
        </p:nvSpPr>
        <p:spPr>
          <a:xfrm>
            <a:off x="508203" y="5712240"/>
            <a:ext cx="3806622" cy="399612"/>
          </a:xfr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 altLang="zh-CN" noProof="false" err="true"/>
              <a:t>请输入正文内容</a:t>
            </a:r>
            <a:endParaRPr lang="en-US" altLang="zh-CN" noProof="false"/>
          </a:p>
        </p:txBody>
      </p:sp>
    </p:spTree>
  </p:cSld>
  <p:clrMapOvr>
    <a:masterClrMapping/>
  </p:clrMapOvr>
</p:sldLayout>
</file>

<file path=ppt/slideLayouts/slideLayout260.xml><?xml version="1.0" encoding="utf-8"?>
<p:sldLayout xmlns:a="http://schemas.openxmlformats.org/drawingml/2006/main" xmlns:p="http://schemas.openxmlformats.org/presentationml/2006/main">
  <p:cSld name="Short statement">
    <p:spTree>
      <p:nvGrpSpPr>
        <p:cNvPr id="227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6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/>
          <a:lstStyle/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2277" name="Text Placeholder 7"/>
          <p:cNvSpPr>
            <a:spLocks noGrp="true"/>
          </p:cNvSpPr>
          <p:nvPr>
            <p:ph type="body" sz="quarter" idx="12" hasCustomPrompt="true"/>
          </p:nvPr>
        </p:nvSpPr>
        <p:spPr>
          <a:xfrm>
            <a:off x="498475" y="1593850"/>
            <a:ext cx="11195050" cy="3670300"/>
          </a:xfrm>
        </p:spPr>
        <p:txBody>
          <a:bodyPr anchor="ctr" anchorCtr="false"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8000" b="true" i="false" cap="all" spc="-50" baseline="0">
                <a:latin typeface="Noto Sans S Chinese Bold" panose="020B0500000000000000" pitchFamily="34" charset="-128"/>
                <a:ea typeface="Noto Sans S Chinese Bold" panose="020B0500000000000000" pitchFamily="34" charset="-128"/>
              </a:defRPr>
            </a:lvl1pPr>
          </a:lstStyle>
          <a:p>
            <a:pPr lvl="0"/>
            <a:r>
              <a:rPr lang="en-US" noProof="false" dirty="false" err="true"/>
              <a:t>请输入</a:t>
            </a:r>
            <a:endParaRPr lang="en-US" noProof="false" dirty="false"/>
          </a:p>
          <a:p>
            <a:pPr lvl="0"/>
            <a:r>
              <a:rPr lang="en-US" noProof="false" dirty="false" err="true"/>
              <a:t>简短陈述文字</a:t>
            </a:r>
            <a:endParaRPr lang="en-US" noProof="false" dirty="false"/>
          </a:p>
        </p:txBody>
      </p:sp>
    </p:spTree>
  </p:cSld>
  <p:clrMapOvr>
    <a:masterClrMapping/>
  </p:clrMapOvr>
</p:sldLayout>
</file>

<file path=ppt/slideLayouts/slideLayout261.xml><?xml version="1.0" encoding="utf-8"?>
<p:sldLayout xmlns:a="http://schemas.openxmlformats.org/drawingml/2006/main" xmlns:p="http://schemas.openxmlformats.org/presentationml/2006/main">
  <p:cSld name="3_Short statement">
    <p:bg>
      <p:bgPr>
        <a:solidFill>
          <a:schemeClr val="tx1"/>
        </a:solidFill>
        <a:effectLst/>
      </p:bgPr>
    </p:bg>
    <p:spTree>
      <p:nvGrpSpPr>
        <p:cNvPr id="229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0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2301" name="Text Placeholder 7"/>
          <p:cNvSpPr>
            <a:spLocks noGrp="true"/>
          </p:cNvSpPr>
          <p:nvPr>
            <p:ph type="body" sz="quarter" idx="12" hasCustomPrompt="true"/>
          </p:nvPr>
        </p:nvSpPr>
        <p:spPr>
          <a:xfrm>
            <a:off x="498475" y="1593850"/>
            <a:ext cx="11195050" cy="3670300"/>
          </a:xfrm>
        </p:spPr>
        <p:txBody>
          <a:bodyPr anchor="ctr" anchorCtr="false"/>
          <a:lstStyle>
            <a:lvl1pPr marL="0" indent="0" algn="ctr">
              <a:lnSpc>
                <a:spcPct val="80000"/>
              </a:lnSpc>
              <a:buNone/>
              <a:defRPr lang="en-US" altLang="zh-CN" sz="8000" b="true" i="false" kern="1200" cap="all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CN" noProof="false" err="true"/>
              <a:t>请输入</a:t>
            </a:r>
            <a:endParaRPr lang="en-US" altLang="zh-CN" noProof="false"/>
          </a:p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CN" noProof="false" err="true"/>
              <a:t>简短陈述文字</a:t>
            </a:r>
            <a:endParaRPr lang="en-US" altLang="zh-CN" noProof="false"/>
          </a:p>
        </p:txBody>
      </p:sp>
    </p:spTree>
  </p:cSld>
  <p:clrMapOvr>
    <a:masterClrMapping/>
  </p:clrMapOvr>
</p:sldLayout>
</file>

<file path=ppt/slideLayouts/slideLayout262.xml><?xml version="1.0" encoding="utf-8"?>
<p:sldLayout xmlns:a="http://schemas.openxmlformats.org/drawingml/2006/main" xmlns:p="http://schemas.openxmlformats.org/presentationml/2006/main">
  <p:cSld name="2_Medium statement">
    <p:bg>
      <p:bgPr>
        <a:solidFill>
          <a:schemeClr val="bg1"/>
        </a:solidFill>
        <a:effectLst/>
      </p:bgPr>
    </p:bg>
    <p:spTree>
      <p:nvGrpSpPr>
        <p:cNvPr id="230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3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2304" name="Text Placeholder 7"/>
          <p:cNvSpPr>
            <a:spLocks noGrp="true"/>
          </p:cNvSpPr>
          <p:nvPr>
            <p:ph type="body" sz="quarter" idx="12" hasCustomPrompt="true"/>
          </p:nvPr>
        </p:nvSpPr>
        <p:spPr>
          <a:xfrm>
            <a:off x="498475" y="2192691"/>
            <a:ext cx="11195050" cy="2640563"/>
          </a:xfrm>
        </p:spPr>
        <p:txBody>
          <a:bodyPr anchor="ctr" anchorCtr="false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lang="en-US" altLang="zh-CN" sz="6000" b="true" i="false" kern="1200" cap="all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CN" noProof="false" dirty="false" err="true"/>
              <a:t>请输入</a:t>
            </a:r>
            <a:endParaRPr lang="en-US" altLang="zh-CN" noProof="false" dirty="false"/>
          </a:p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zh-CN" altLang="en-US" noProof="false" dirty="false"/>
              <a:t>长段落</a:t>
            </a:r>
            <a:endParaRPr lang="en-US" altLang="zh-CN" noProof="false" dirty="false"/>
          </a:p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CN" noProof="false" dirty="false" err="true"/>
              <a:t>陈述文字</a:t>
            </a:r>
            <a:endParaRPr lang="en-US" altLang="zh-CN" noProof="false" dirty="false"/>
          </a:p>
        </p:txBody>
      </p:sp>
    </p:spTree>
  </p:cSld>
  <p:clrMapOvr>
    <a:masterClrMapping/>
  </p:clrMapOvr>
</p:sldLayout>
</file>

<file path=ppt/slideLayouts/slideLayout263.xml><?xml version="1.0" encoding="utf-8"?>
<p:sldLayout xmlns:a="http://schemas.openxmlformats.org/drawingml/2006/main" xmlns:p="http://schemas.openxmlformats.org/presentationml/2006/main">
  <p:cSld name="6_Medium statement">
    <p:bg>
      <p:bgPr>
        <a:solidFill>
          <a:schemeClr val="tx1"/>
        </a:solidFill>
        <a:effectLst/>
      </p:bgPr>
    </p:bg>
    <p:spTree>
      <p:nvGrpSpPr>
        <p:cNvPr id="230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6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2307" name="Text Placeholder 7"/>
          <p:cNvSpPr>
            <a:spLocks noGrp="true"/>
          </p:cNvSpPr>
          <p:nvPr>
            <p:ph type="body" sz="quarter" idx="12" hasCustomPrompt="true"/>
          </p:nvPr>
        </p:nvSpPr>
        <p:spPr>
          <a:xfrm>
            <a:off x="498475" y="2192691"/>
            <a:ext cx="11195050" cy="2640563"/>
          </a:xfrm>
        </p:spPr>
        <p:txBody>
          <a:bodyPr anchor="ctr" anchorCtr="false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lang="en-US" altLang="zh-CN" sz="6000" b="true" i="false" kern="1200" cap="all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</a:lstStyle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CN" noProof="false" err="true"/>
              <a:t>请输入</a:t>
            </a:r>
            <a:endParaRPr lang="en-US" altLang="zh-CN" noProof="false"/>
          </a:p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zh-CN" altLang="en-US" noProof="false"/>
              <a:t>长段落</a:t>
            </a:r>
            <a:endParaRPr lang="en-US" altLang="zh-CN" noProof="false"/>
          </a:p>
          <a:p>
            <a:pPr marL="0" lvl="0" indent="0" algn="ctr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CN" noProof="false" err="true"/>
              <a:t>陈述文字</a:t>
            </a:r>
            <a:endParaRPr lang="en-US" altLang="zh-CN" noProof="false"/>
          </a:p>
        </p:txBody>
      </p:sp>
    </p:spTree>
  </p:cSld>
  <p:clrMapOvr>
    <a:masterClrMapping/>
  </p:clrMapOvr>
</p:sldLayout>
</file>

<file path=ppt/slideLayouts/slideLayout264.xml><?xml version="1.0" encoding="utf-8"?>
<p:sldLayout xmlns:a="http://schemas.openxmlformats.org/drawingml/2006/main" xmlns:p="http://schemas.openxmlformats.org/presentationml/2006/main">
  <p:cSld name="Short quote">
    <p:spTree>
      <p:nvGrpSpPr>
        <p:cNvPr id="230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9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/>
          <a:lstStyle/>
          <a:p>
            <a:pPr/>
            <a:fld id="{61618D03-50A5-4FC1-A1FF-1ED14B2283ED}" type="slidenum">
              <a:rPr lang="en-US" altLang="zh-CN" noProof="true" smtClean="false"/>
              <a:t/>
            </a:fld>
            <a:endParaRPr lang="zh-CN" noProof="true"/>
          </a:p>
        </p:txBody>
      </p:sp>
      <p:sp>
        <p:nvSpPr>
          <p:cNvPr id="2310" name="Text Placeholder 7"/>
          <p:cNvSpPr>
            <a:spLocks noGrp="true"/>
          </p:cNvSpPr>
          <p:nvPr>
            <p:ph type="body" sz="quarter" idx="12" hasCustomPrompt="true"/>
          </p:nvPr>
        </p:nvSpPr>
        <p:spPr>
          <a:xfrm>
            <a:off x="498475" y="512764"/>
            <a:ext cx="11195050" cy="2045241"/>
          </a:xfrm>
        </p:spPr>
        <p:txBody>
          <a:bodyPr anchor="t" anchorCtr="false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7500" b="true" i="false" cap="all" spc="-50" baseline="0">
                <a:latin typeface="Noto Sans S Chinese Bold" panose="020B0500000000000000" pitchFamily="34" charset="-128"/>
                <a:ea typeface="Noto Sans S Chinese Bold" panose="020B0500000000000000" pitchFamily="34" charset="-128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buNone/>
              <a:defRPr sz="7500"/>
            </a:lvl2pPr>
          </a:lstStyle>
          <a:p>
            <a:pPr lvl="0"/>
            <a:r>
              <a:rPr lang="zh-CN" noProof="true"/>
              <a:t>“请输入引言 请输入引言 请输入引言”</a:t>
            </a:r>
            <a:endParaRPr lang="zh-CN" noProof="true"/>
          </a:p>
        </p:txBody>
      </p:sp>
      <p:sp>
        <p:nvSpPr>
          <p:cNvPr id="2311" name="Text Placeholder 4"/>
          <p:cNvSpPr>
            <a:spLocks noGrp="true"/>
          </p:cNvSpPr>
          <p:nvPr>
            <p:ph type="body" sz="quarter" idx="13" hasCustomPrompt="true"/>
          </p:nvPr>
        </p:nvSpPr>
        <p:spPr>
          <a:xfrm>
            <a:off x="498475" y="2649667"/>
            <a:ext cx="11195050" cy="290303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500"/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zh-CN" altLang="en-US" noProof="true"/>
              <a:t>请输入引言出处</a:t>
            </a:r>
            <a:endParaRPr lang="zh-CN" noProof="true"/>
          </a:p>
        </p:txBody>
      </p:sp>
    </p:spTree>
  </p:cSld>
  <p:clrMapOvr>
    <a:masterClrMapping/>
  </p:clrMapOvr>
</p:sldLayout>
</file>

<file path=ppt/slideLayouts/slideLayout265.xml><?xml version="1.0" encoding="utf-8"?>
<p:sldLayout xmlns:a="http://schemas.openxmlformats.org/drawingml/2006/main" xmlns:p="http://schemas.openxmlformats.org/presentationml/2006/main">
  <p:cSld name="2_Short quote">
    <p:bg>
      <p:bgPr>
        <a:solidFill>
          <a:schemeClr val="tx1"/>
        </a:solidFill>
        <a:effectLst/>
      </p:bgPr>
    </p:bg>
    <p:spTree>
      <p:nvGrpSpPr>
        <p:cNvPr id="23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3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2314" name="Text Placeholder 7"/>
          <p:cNvSpPr>
            <a:spLocks noGrp="true"/>
          </p:cNvSpPr>
          <p:nvPr>
            <p:ph type="body" sz="quarter" idx="12" hasCustomPrompt="true"/>
          </p:nvPr>
        </p:nvSpPr>
        <p:spPr>
          <a:xfrm>
            <a:off x="498475" y="512764"/>
            <a:ext cx="11195050" cy="2045241"/>
          </a:xfrm>
        </p:spPr>
        <p:txBody>
          <a:bodyPr anchor="t" anchorCtr="false"/>
          <a:lstStyle>
            <a:lvl1pPr marL="0" indent="0" algn="l">
              <a:lnSpc>
                <a:spcPct val="80000"/>
              </a:lnSpc>
              <a:buNone/>
              <a:defRPr lang="zh-CN" altLang="zh-CN" sz="7500" b="true" i="false" kern="1200" cap="all" spc="-50" baseline="0" noProof="tru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  <a:lvl2pPr marL="0" indent="0">
              <a:spcBef>
                <a:spcPts val="1500"/>
              </a:spcBef>
              <a:buNone/>
              <a:defRPr sz="1500" b="true" i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</a:defRPr>
            </a:lvl2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zh-CN" altLang="zh-CN" noProof="true"/>
              <a:t>“请输入引言 请输入引言 请输入引言”</a:t>
            </a:r>
            <a:endParaRPr lang="zh-CN" altLang="zh-CN" noProof="true"/>
          </a:p>
        </p:txBody>
      </p:sp>
      <p:sp>
        <p:nvSpPr>
          <p:cNvPr id="2315" name="Text Placeholder 4"/>
          <p:cNvSpPr>
            <a:spLocks noGrp="true"/>
          </p:cNvSpPr>
          <p:nvPr>
            <p:ph type="body" sz="quarter" idx="13" hasCustomPrompt="true"/>
          </p:nvPr>
        </p:nvSpPr>
        <p:spPr>
          <a:xfrm>
            <a:off x="498475" y="2649667"/>
            <a:ext cx="11195050" cy="290303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500">
                <a:solidFill>
                  <a:schemeClr val="bg1"/>
                </a:solidFill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 noProof="false" err="true"/>
              <a:t>请输入引言出处</a:t>
            </a:r>
            <a:endParaRPr lang="en-US" noProof="false"/>
          </a:p>
        </p:txBody>
      </p:sp>
    </p:spTree>
  </p:cSld>
  <p:clrMapOvr>
    <a:masterClrMapping/>
  </p:clrMapOvr>
</p:sldLayout>
</file>

<file path=ppt/slideLayouts/slideLayout266.xml><?xml version="1.0" encoding="utf-8"?>
<p:sldLayout xmlns:a="http://schemas.openxmlformats.org/drawingml/2006/main" xmlns:p="http://schemas.openxmlformats.org/presentationml/2006/main">
  <p:cSld name="Long quote">
    <p:spTree>
      <p:nvGrpSpPr>
        <p:cNvPr id="231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7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/>
          <a:lstStyle/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2318" name="Text Placeholder 7"/>
          <p:cNvSpPr>
            <a:spLocks noGrp="true"/>
          </p:cNvSpPr>
          <p:nvPr>
            <p:ph type="body" sz="quarter" idx="12" hasCustomPrompt="true"/>
          </p:nvPr>
        </p:nvSpPr>
        <p:spPr>
          <a:xfrm>
            <a:off x="498475" y="512763"/>
            <a:ext cx="11195050" cy="3037261"/>
          </a:xfrm>
        </p:spPr>
        <p:txBody>
          <a:bodyPr anchor="t" anchorCtr="false"/>
          <a:lstStyle>
            <a:lvl1pPr marL="0" indent="0" algn="l">
              <a:lnSpc>
                <a:spcPct val="80000"/>
              </a:lnSpc>
              <a:buNone/>
              <a:defRPr lang="en-US" altLang="zh-CN" sz="4400" b="true" i="false" kern="1200" cap="none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  <a:lvl2pPr marL="0" indent="0">
              <a:spcBef>
                <a:spcPts val="1500"/>
              </a:spcBef>
              <a:buNone/>
              <a:defRPr sz="1500"/>
            </a:lvl2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CN" noProof="false" dirty="false"/>
              <a:t>“</a:t>
            </a:r>
            <a:r>
              <a:rPr lang="en-US" altLang="zh-CN" noProof="false" dirty="false" err="true"/>
              <a:t>请输入引言</a:t>
            </a:r>
            <a:r>
              <a:rPr lang="zh-CN" altLang="en-US" noProof="false" dirty="false"/>
              <a:t> 请输入引言</a:t>
            </a:r>
            <a:endParaRPr lang="en-US" altLang="zh-CN" noProof="false" dirty="false"/>
          </a:p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CN" noProof="false" dirty="false" err="true"/>
              <a:t>请输入引言</a:t>
            </a:r>
            <a:r>
              <a:rPr lang="zh-CN" altLang="en-US" noProof="false" dirty="false"/>
              <a:t> 请输入引言</a:t>
            </a:r>
            <a:endParaRPr lang="en-US" altLang="zh-CN" noProof="false" dirty="false"/>
          </a:p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CN" noProof="false" dirty="false" err="true"/>
              <a:t>请输入引言</a:t>
            </a:r>
            <a:r>
              <a:rPr lang="zh-CN" altLang="en-US" noProof="false" dirty="false"/>
              <a:t> 请输入引言</a:t>
            </a:r>
            <a:endParaRPr lang="en-US" altLang="zh-CN" noProof="false" dirty="false"/>
          </a:p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CN" noProof="false" dirty="false" err="true"/>
              <a:t>请输入引言</a:t>
            </a:r>
            <a:r>
              <a:rPr lang="zh-CN" altLang="en-US" noProof="false" dirty="false"/>
              <a:t> 请输入引言</a:t>
            </a:r>
            <a:endParaRPr lang="en-US" altLang="zh-CN" noProof="false" dirty="false"/>
          </a:p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CN" noProof="false" dirty="false" err="true"/>
              <a:t>请输入引言</a:t>
            </a:r>
            <a:r>
              <a:rPr lang="zh-CN" altLang="en-US" noProof="false" dirty="false"/>
              <a:t> 请输入引言</a:t>
            </a:r>
            <a:r>
              <a:rPr lang="en-US" altLang="zh-CN" noProof="false" dirty="false"/>
              <a:t>”</a:t>
            </a:r>
            <a:endParaRPr lang="en-US" altLang="zh-CN" noProof="false" dirty="false"/>
          </a:p>
        </p:txBody>
      </p:sp>
      <p:sp>
        <p:nvSpPr>
          <p:cNvPr id="2319" name="Text Placeholder 4"/>
          <p:cNvSpPr>
            <a:spLocks noGrp="true"/>
          </p:cNvSpPr>
          <p:nvPr>
            <p:ph type="body" sz="quarter" idx="13" hasCustomPrompt="true"/>
          </p:nvPr>
        </p:nvSpPr>
        <p:spPr>
          <a:xfrm>
            <a:off x="507365" y="3787116"/>
            <a:ext cx="11195050" cy="290303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500"/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 noProof="false" dirty="false" err="true"/>
              <a:t>请输入引言出处</a:t>
            </a:r>
            <a:endParaRPr lang="en-US" noProof="false" dirty="false"/>
          </a:p>
        </p:txBody>
      </p:sp>
    </p:spTree>
  </p:cSld>
  <p:clrMapOvr>
    <a:masterClrMapping/>
  </p:clrMapOvr>
</p:sldLayout>
</file>

<file path=ppt/slideLayouts/slideLayout267.xml><?xml version="1.0" encoding="utf-8"?>
<p:sldLayout xmlns:a="http://schemas.openxmlformats.org/drawingml/2006/main" xmlns:p="http://schemas.openxmlformats.org/presentationml/2006/main">
  <p:cSld name="2_Long quote">
    <p:bg>
      <p:bgPr>
        <a:solidFill>
          <a:schemeClr val="tx1"/>
        </a:solidFill>
        <a:effectLst/>
      </p:bgPr>
    </p:bg>
    <p:spTree>
      <p:nvGrpSpPr>
        <p:cNvPr id="23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1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2322" name="Text Placeholder 7"/>
          <p:cNvSpPr>
            <a:spLocks noGrp="true"/>
          </p:cNvSpPr>
          <p:nvPr>
            <p:ph type="body" sz="quarter" idx="12" hasCustomPrompt="true"/>
          </p:nvPr>
        </p:nvSpPr>
        <p:spPr>
          <a:xfrm>
            <a:off x="498475" y="512763"/>
            <a:ext cx="11195050" cy="3037261"/>
          </a:xfrm>
        </p:spPr>
        <p:txBody>
          <a:bodyPr anchor="t" anchorCtr="false"/>
          <a:lstStyle>
            <a:lvl1pPr marL="0" indent="0" algn="l">
              <a:lnSpc>
                <a:spcPct val="80000"/>
              </a:lnSpc>
              <a:buNone/>
              <a:defRPr lang="en-US" altLang="zh-CN" sz="4400" b="true" i="false" kern="1200" cap="none" spc="-50" baseline="0" noProof="false" dirty="false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  <a:lvl2pPr marL="0" indent="0">
              <a:spcBef>
                <a:spcPts val="1500"/>
              </a:spcBef>
              <a:buNone/>
              <a:defRPr sz="1500"/>
            </a:lvl2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CN" noProof="false"/>
              <a:t>“</a:t>
            </a:r>
            <a:r>
              <a:rPr lang="en-US" altLang="zh-CN" noProof="false" err="true"/>
              <a:t>请输入引言</a:t>
            </a:r>
            <a:r>
              <a:rPr lang="zh-CN" altLang="en-US" noProof="false"/>
              <a:t> 请输入引言</a:t>
            </a:r>
            <a:endParaRPr lang="en-US" altLang="zh-CN" noProof="false"/>
          </a:p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CN" noProof="false" err="true"/>
              <a:t>请输入引言</a:t>
            </a:r>
            <a:r>
              <a:rPr lang="zh-CN" altLang="en-US" noProof="false"/>
              <a:t> 请输入引言</a:t>
            </a:r>
            <a:endParaRPr lang="en-US" altLang="zh-CN" noProof="false"/>
          </a:p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CN" noProof="false" err="true"/>
              <a:t>请输入引言</a:t>
            </a:r>
            <a:r>
              <a:rPr lang="zh-CN" altLang="en-US" noProof="false"/>
              <a:t> 请输入引言</a:t>
            </a:r>
            <a:endParaRPr lang="en-US" altLang="zh-CN" noProof="false"/>
          </a:p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CN" noProof="false" err="true"/>
              <a:t>请输入引言</a:t>
            </a:r>
            <a:r>
              <a:rPr lang="zh-CN" altLang="en-US" noProof="false"/>
              <a:t> 请输入引言</a:t>
            </a:r>
            <a:endParaRPr lang="en-US" altLang="zh-CN" noProof="false"/>
          </a:p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CN" noProof="false" err="true"/>
              <a:t>请输入引言</a:t>
            </a:r>
            <a:r>
              <a:rPr lang="zh-CN" altLang="en-US" noProof="false"/>
              <a:t> 请输入引言</a:t>
            </a:r>
            <a:r>
              <a:rPr lang="en-US" altLang="zh-CN" noProof="false"/>
              <a:t>”</a:t>
            </a:r>
            <a:endParaRPr lang="en-US" altLang="zh-CN" noProof="false"/>
          </a:p>
        </p:txBody>
      </p:sp>
      <p:sp>
        <p:nvSpPr>
          <p:cNvPr id="2323" name="Text Placeholder 4"/>
          <p:cNvSpPr>
            <a:spLocks noGrp="true"/>
          </p:cNvSpPr>
          <p:nvPr>
            <p:ph type="body" sz="quarter" idx="13" hasCustomPrompt="true"/>
          </p:nvPr>
        </p:nvSpPr>
        <p:spPr>
          <a:xfrm>
            <a:off x="507365" y="3787116"/>
            <a:ext cx="11195050" cy="290303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500">
                <a:solidFill>
                  <a:schemeClr val="bg1"/>
                </a:solidFill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 noProof="false" err="true"/>
              <a:t>请输入引言出处</a:t>
            </a:r>
            <a:endParaRPr lang="en-US" noProof="false"/>
          </a:p>
        </p:txBody>
      </p:sp>
    </p:spTree>
  </p:cSld>
  <p:clrMapOvr>
    <a:masterClrMapping/>
  </p:clrMapOvr>
</p:sldLayout>
</file>

<file path=ppt/slideLayouts/slideLayout268.xml><?xml version="1.0" encoding="utf-8"?>
<p:sldLayout xmlns:a="http://schemas.openxmlformats.org/drawingml/2006/main" xmlns:p="http://schemas.openxmlformats.org/presentationml/2006/main">
  <p:cSld name="Long quote with headshot">
    <p:spTree>
      <p:nvGrpSpPr>
        <p:cNvPr id="23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5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/>
          <a:lstStyle/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2326" name="Picture Placeholder 9"/>
          <p:cNvSpPr>
            <a:spLocks noGrp="true"/>
          </p:cNvSpPr>
          <p:nvPr>
            <p:ph type="pic" sz="quarter" idx="13" hasCustomPrompt="true"/>
          </p:nvPr>
        </p:nvSpPr>
        <p:spPr>
          <a:xfrm>
            <a:off x="9123889" y="3429000"/>
            <a:ext cx="2560746" cy="2628900"/>
          </a:xfrm>
          <a:prstGeom prst="roundRect">
            <a:avLst>
              <a:gd name="adj" fmla="val 2017"/>
            </a:avLst>
          </a:prstGeom>
          <a:noFill/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/>
            <a:r>
              <a:rPr lang="en-US" altLang="zh-CN" noProof="false" err="true"/>
              <a:t>单击插入引言作者图片</a:t>
            </a:r>
            <a:endParaRPr lang="en-US" altLang="zh-CN" noProof="false"/>
          </a:p>
        </p:txBody>
      </p:sp>
      <p:sp>
        <p:nvSpPr>
          <p:cNvPr id="2327" name="Text Placeholder 7"/>
          <p:cNvSpPr>
            <a:spLocks noGrp="true"/>
          </p:cNvSpPr>
          <p:nvPr>
            <p:ph type="body" sz="quarter" idx="12" hasCustomPrompt="true"/>
          </p:nvPr>
        </p:nvSpPr>
        <p:spPr>
          <a:xfrm>
            <a:off x="498475" y="512763"/>
            <a:ext cx="7632700" cy="3037261"/>
          </a:xfrm>
        </p:spPr>
        <p:txBody>
          <a:bodyPr anchor="t" anchorCtr="false"/>
          <a:lstStyle>
            <a:lvl1pPr marL="0" indent="0" algn="l">
              <a:lnSpc>
                <a:spcPct val="80000"/>
              </a:lnSpc>
              <a:buNone/>
              <a:defRPr lang="en-US" altLang="zh-CN" sz="4400" b="true" i="false" kern="1200" cap="none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  <a:lvl2pPr marL="0" indent="0">
              <a:spcBef>
                <a:spcPts val="1500"/>
              </a:spcBef>
              <a:buNone/>
              <a:defRPr sz="1500"/>
            </a:lvl2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CN" noProof="false"/>
              <a:t>“</a:t>
            </a:r>
            <a:r>
              <a:rPr lang="en-US" altLang="zh-CN" noProof="false" err="true"/>
              <a:t>请输入引言</a:t>
            </a:r>
            <a:r>
              <a:rPr lang="zh-CN" altLang="en-US" noProof="false"/>
              <a:t> 请输入引言</a:t>
            </a:r>
            <a:endParaRPr lang="en-US" altLang="zh-CN" noProof="false"/>
          </a:p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CN" noProof="false" err="true"/>
              <a:t>请输入引言</a:t>
            </a:r>
            <a:r>
              <a:rPr lang="zh-CN" altLang="en-US" noProof="false"/>
              <a:t> 请输入引言</a:t>
            </a:r>
            <a:endParaRPr lang="en-US" altLang="zh-CN" noProof="false"/>
          </a:p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CN" noProof="false" err="true"/>
              <a:t>请输入引言</a:t>
            </a:r>
            <a:r>
              <a:rPr lang="zh-CN" altLang="en-US" noProof="false"/>
              <a:t> 请输入引言</a:t>
            </a:r>
            <a:endParaRPr lang="en-US" altLang="zh-CN" noProof="false"/>
          </a:p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CN" noProof="false" err="true"/>
              <a:t>请输入引言</a:t>
            </a:r>
            <a:r>
              <a:rPr lang="zh-CN" altLang="en-US" noProof="false"/>
              <a:t> 请输入引言</a:t>
            </a:r>
            <a:endParaRPr lang="en-US" altLang="zh-CN" noProof="false"/>
          </a:p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zh-CN" noProof="false" err="true"/>
              <a:t>请输入引言</a:t>
            </a:r>
            <a:r>
              <a:rPr lang="zh-CN" altLang="en-US" noProof="false"/>
              <a:t> 请输入引言</a:t>
            </a:r>
            <a:r>
              <a:rPr lang="en-US" altLang="zh-CN" noProof="false"/>
              <a:t>”</a:t>
            </a:r>
            <a:endParaRPr lang="en-US" altLang="zh-CN" noProof="false"/>
          </a:p>
        </p:txBody>
      </p:sp>
      <p:sp>
        <p:nvSpPr>
          <p:cNvPr id="2328" name="Text Placeholder 4"/>
          <p:cNvSpPr>
            <a:spLocks noGrp="true"/>
          </p:cNvSpPr>
          <p:nvPr>
            <p:ph type="body" sz="quarter" idx="14" hasCustomPrompt="true"/>
          </p:nvPr>
        </p:nvSpPr>
        <p:spPr>
          <a:xfrm>
            <a:off x="498475" y="3760221"/>
            <a:ext cx="7632700" cy="290303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500"/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 noProof="false" err="true"/>
              <a:t>请输入引言出处</a:t>
            </a:r>
            <a:endParaRPr lang="en-US" noProof="false"/>
          </a:p>
        </p:txBody>
      </p:sp>
    </p:spTree>
  </p:cSld>
  <p:clrMapOvr>
    <a:masterClrMapping/>
  </p:clrMapOvr>
</p:sldLayout>
</file>

<file path=ppt/slideLayouts/slideLayout269.xml><?xml version="1.0" encoding="utf-8"?>
<p:sldLayout xmlns:a="http://schemas.openxmlformats.org/drawingml/2006/main" xmlns:p="http://schemas.openxmlformats.org/presentationml/2006/main">
  <p:cSld name="2_Long quote with headshot">
    <p:bg>
      <p:bgPr>
        <a:solidFill>
          <a:schemeClr val="tx1"/>
        </a:solidFill>
        <a:effectLst/>
      </p:bgPr>
    </p:bg>
    <p:spTree>
      <p:nvGrpSpPr>
        <p:cNvPr id="23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0" name="Slide Number Placeholder 3"/>
          <p:cNvSpPr>
            <a:spLocks noGrp="true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/>
            <a:fld id="{61618D03-50A5-4FC1-A1FF-1ED14B2283ED}" type="slidenum">
              <a:rPr lang="en-US" noProof="false" smtClean="false"/>
              <a:t/>
            </a:fld>
            <a:endParaRPr lang="en-US" noProof="false"/>
          </a:p>
        </p:txBody>
      </p:sp>
      <p:sp>
        <p:nvSpPr>
          <p:cNvPr id="2331" name="Picture Placeholder 9"/>
          <p:cNvSpPr>
            <a:spLocks noGrp="true"/>
          </p:cNvSpPr>
          <p:nvPr>
            <p:ph type="pic" sz="quarter" idx="13" hasCustomPrompt="true"/>
          </p:nvPr>
        </p:nvSpPr>
        <p:spPr>
          <a:xfrm>
            <a:off x="9123889" y="3429000"/>
            <a:ext cx="2560746" cy="2628900"/>
          </a:xfrm>
          <a:prstGeom prst="roundRect">
            <a:avLst>
              <a:gd name="adj" fmla="val 2017"/>
            </a:avLst>
          </a:prstGeom>
          <a:noFill/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/>
            <a:r>
              <a:rPr lang="en-US" noProof="false" err="true"/>
              <a:t>单击插入引言作者图片</a:t>
            </a:r>
            <a:endParaRPr lang="en-US" noProof="false"/>
          </a:p>
        </p:txBody>
      </p:sp>
      <p:sp>
        <p:nvSpPr>
          <p:cNvPr id="2332" name="Text Placeholder 7"/>
          <p:cNvSpPr>
            <a:spLocks noGrp="true"/>
          </p:cNvSpPr>
          <p:nvPr>
            <p:ph type="body" sz="quarter" idx="12" hasCustomPrompt="true"/>
          </p:nvPr>
        </p:nvSpPr>
        <p:spPr>
          <a:xfrm>
            <a:off x="498475" y="512763"/>
            <a:ext cx="7632700" cy="3048018"/>
          </a:xfrm>
        </p:spPr>
        <p:txBody>
          <a:bodyPr anchor="t" anchorCtr="false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4400" b="true" i="false" cap="none" spc="-50" baseline="0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</a:defRPr>
            </a:lvl1pPr>
            <a:lvl2pPr marL="0" indent="0">
              <a:spcBef>
                <a:spcPts val="1500"/>
              </a:spcBef>
              <a:buNone/>
              <a:defRPr sz="1500"/>
            </a:lvl2pPr>
          </a:lstStyle>
          <a:p>
            <a:pPr lvl="0"/>
            <a:r>
              <a:rPr lang="en-US" noProof="false"/>
              <a:t>“</a:t>
            </a:r>
            <a:r>
              <a:rPr lang="en-US" noProof="false" err="true"/>
              <a:t>请输入引言</a:t>
            </a:r>
            <a:r>
              <a:rPr lang="zh-CN" altLang="en-US" noProof="false"/>
              <a:t> 请输入引言</a:t>
            </a:r>
            <a:endParaRPr lang="en-US" altLang="zh-CN" noProof="false"/>
          </a:p>
          <a:p>
            <a:pPr lvl="0"/>
            <a:r>
              <a:rPr lang="en-US" altLang="zh-CN" noProof="false" err="true"/>
              <a:t>请输入引言</a:t>
            </a:r>
            <a:r>
              <a:rPr lang="zh-CN" altLang="en-US" noProof="false"/>
              <a:t> 请输入引言</a:t>
            </a:r>
            <a:endParaRPr lang="en-US" altLang="zh-CN" noProof="false"/>
          </a:p>
          <a:p>
            <a:pPr lvl="0"/>
            <a:r>
              <a:rPr lang="en-US" altLang="zh-CN" noProof="false" err="true"/>
              <a:t>请输入引言</a:t>
            </a:r>
            <a:r>
              <a:rPr lang="zh-CN" altLang="en-US" noProof="false"/>
              <a:t> 请输入引言</a:t>
            </a:r>
            <a:endParaRPr lang="en-US" altLang="zh-CN" noProof="false"/>
          </a:p>
          <a:p>
            <a:pPr lvl="0"/>
            <a:r>
              <a:rPr lang="en-US" altLang="zh-CN" noProof="false" err="true"/>
              <a:t>请输入引言</a:t>
            </a:r>
            <a:r>
              <a:rPr lang="zh-CN" altLang="en-US" noProof="false"/>
              <a:t> 请输入引言</a:t>
            </a:r>
            <a:endParaRPr lang="en-US" altLang="zh-CN" noProof="false"/>
          </a:p>
          <a:p>
            <a:pPr lvl="0"/>
            <a:r>
              <a:rPr lang="en-US" altLang="zh-CN" noProof="false" err="true"/>
              <a:t>请输入引言</a:t>
            </a:r>
            <a:r>
              <a:rPr lang="zh-CN" altLang="en-US" noProof="false"/>
              <a:t> 请输入引言</a:t>
            </a:r>
            <a:r>
              <a:rPr lang="en-US" noProof="false"/>
              <a:t>”</a:t>
            </a:r>
            <a:endParaRPr lang="en-US" noProof="false"/>
          </a:p>
        </p:txBody>
      </p:sp>
      <p:sp>
        <p:nvSpPr>
          <p:cNvPr id="2333" name="Text Placeholder 4"/>
          <p:cNvSpPr>
            <a:spLocks noGrp="true"/>
          </p:cNvSpPr>
          <p:nvPr>
            <p:ph type="body" sz="quarter" idx="14" hasCustomPrompt="true"/>
          </p:nvPr>
        </p:nvSpPr>
        <p:spPr>
          <a:xfrm>
            <a:off x="498475" y="3787116"/>
            <a:ext cx="7632700" cy="290303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500">
                <a:solidFill>
                  <a:schemeClr val="bg1"/>
                </a:solidFill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 noProof="false" err="true"/>
              <a:t>请输入引言出处</a:t>
            </a:r>
            <a:endParaRPr lang="en-US" noProof="false"/>
          </a:p>
        </p:txBody>
      </p:sp>
    </p:spTree>
  </p:cSld>
  <p:clrMapOvr>
    <a:masterClrMapping/>
  </p:clrMapOvr>
</p:sldLayout>
</file>

<file path=ppt/slideLayouts/slideLayout270.xml><?xml version="1.0" encoding="utf-8"?>
<p:sldLayout xmlns:a="http://schemas.openxmlformats.org/drawingml/2006/main" xmlns:p="http://schemas.openxmlformats.org/presentationml/2006/main" showMasterSp="false">
  <p:cSld name="Sign off 1">
    <p:spTree>
      <p:nvGrpSpPr>
        <p:cNvPr id="23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5" name="Text Placeholder 7"/>
          <p:cNvSpPr>
            <a:spLocks noGrp="true"/>
          </p:cNvSpPr>
          <p:nvPr>
            <p:ph type="body" sz="quarter" idx="12" hasCustomPrompt="true"/>
          </p:nvPr>
        </p:nvSpPr>
        <p:spPr>
          <a:xfrm>
            <a:off x="498475" y="512764"/>
            <a:ext cx="11195050" cy="1012823"/>
          </a:xfrm>
        </p:spPr>
        <p:txBody>
          <a:bodyPr anchor="t" anchorCtr="false"/>
          <a:lstStyle>
            <a:lvl1pPr marL="0" indent="0" algn="l">
              <a:lnSpc>
                <a:spcPct val="80000"/>
              </a:lnSpc>
              <a:spcBef>
                <a:spcPts val="0"/>
              </a:spcBef>
              <a:buNone/>
              <a:defRPr sz="8000" b="true" i="false" cap="none" spc="-50" baseline="0">
                <a:latin typeface="Noto Sans S Chinese Bold" panose="020B0500000000000000" pitchFamily="34" charset="-128"/>
                <a:ea typeface="Noto Sans S Chinese Bold" panose="020B0500000000000000" pitchFamily="34" charset="-128"/>
              </a:defRPr>
            </a:lvl1pPr>
            <a:lvl2pPr marL="0" indent="0">
              <a:spcBef>
                <a:spcPts val="1500"/>
              </a:spcBef>
              <a:buNone/>
              <a:defRPr sz="1500" cap="none" baseline="0"/>
            </a:lvl2pPr>
          </a:lstStyle>
          <a:p>
            <a:pPr lvl="0"/>
            <a:r>
              <a:rPr lang="en-US" noProof="false" err="true"/>
              <a:t>感谢观看</a:t>
            </a:r>
            <a:endParaRPr lang="en-US" noProof="false"/>
          </a:p>
        </p:txBody>
      </p:sp>
      <p:sp>
        <p:nvSpPr>
          <p:cNvPr id="2336" name="Text Placeholder 8"/>
          <p:cNvSpPr>
            <a:spLocks noGrp="true"/>
          </p:cNvSpPr>
          <p:nvPr>
            <p:ph type="body" sz="quarter" idx="13" hasCustomPrompt="true"/>
          </p:nvPr>
        </p:nvSpPr>
        <p:spPr>
          <a:xfrm>
            <a:off x="498474" y="4974258"/>
            <a:ext cx="5597525" cy="123825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000" b="false" i="false">
                <a:latin typeface="Noto Sans S Chinese Regular" panose="020B0500000000000000" pitchFamily="34" charset="-128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 noProof="false" err="true"/>
              <a:t>联系方式</a:t>
            </a:r>
            <a:r>
              <a:rPr lang="zh-CN" altLang="en-US" noProof="false"/>
              <a:t>：</a:t>
            </a:r>
            <a:endParaRPr lang="en-US" altLang="zh-CN" noProof="false"/>
          </a:p>
        </p:txBody>
      </p:sp>
    </p:spTree>
  </p:cSld>
  <p:clrMapOvr>
    <a:masterClrMapping/>
  </p:clrMapOvr>
</p:sldLayout>
</file>

<file path=ppt/slideLayouts/slideLayout271.xml><?xml version="1.0" encoding="utf-8"?>
<p:sldLayout xmlns:a="http://schemas.openxmlformats.org/drawingml/2006/main" xmlns:p="http://schemas.openxmlformats.org/presentationml/2006/main" showMasterSp="false">
  <p:cSld name="2_Sign off 1">
    <p:bg>
      <p:bgPr>
        <a:solidFill>
          <a:schemeClr val="tx1"/>
        </a:solidFill>
        <a:effectLst/>
      </p:bgPr>
    </p:bg>
    <p:spTree>
      <p:nvGrpSpPr>
        <p:cNvPr id="235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9" name="Text Placeholder 7"/>
          <p:cNvSpPr>
            <a:spLocks noGrp="true"/>
          </p:cNvSpPr>
          <p:nvPr>
            <p:ph type="body" sz="quarter" idx="12" hasCustomPrompt="true"/>
          </p:nvPr>
        </p:nvSpPr>
        <p:spPr>
          <a:xfrm>
            <a:off x="498475" y="512764"/>
            <a:ext cx="11195050" cy="1012823"/>
          </a:xfrm>
        </p:spPr>
        <p:txBody>
          <a:bodyPr anchor="t" anchorCtr="false"/>
          <a:lstStyle>
            <a:lvl1pPr marL="0" indent="0" algn="l">
              <a:lnSpc>
                <a:spcPct val="80000"/>
              </a:lnSpc>
              <a:spcBef>
                <a:spcPts val="0"/>
              </a:spcBef>
              <a:buNone/>
              <a:defRPr sz="8000" b="true" i="false" cap="none" spc="-50" baseline="0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</a:defRPr>
            </a:lvl1pPr>
            <a:lvl2pPr marL="0" indent="0">
              <a:spcBef>
                <a:spcPts val="1500"/>
              </a:spcBef>
              <a:buNone/>
              <a:defRPr sz="1500" b="true" i="false" cap="none" baseline="0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</a:defRPr>
            </a:lvl2pPr>
          </a:lstStyle>
          <a:p>
            <a:pPr lvl="0"/>
            <a:r>
              <a:rPr lang="en-US" noProof="false" err="true"/>
              <a:t>感谢观看</a:t>
            </a:r>
            <a:endParaRPr lang="en-US" noProof="false"/>
          </a:p>
        </p:txBody>
      </p:sp>
      <p:sp>
        <p:nvSpPr>
          <p:cNvPr id="2360" name="Text Placeholder 8"/>
          <p:cNvSpPr>
            <a:spLocks noGrp="true"/>
          </p:cNvSpPr>
          <p:nvPr>
            <p:ph type="body" sz="quarter" idx="13" hasCustomPrompt="true"/>
          </p:nvPr>
        </p:nvSpPr>
        <p:spPr>
          <a:xfrm>
            <a:off x="498474" y="4974258"/>
            <a:ext cx="5597525" cy="123825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000" b="false" i="false">
                <a:solidFill>
                  <a:schemeClr val="bg1"/>
                </a:solidFill>
                <a:latin typeface="Noto Sans S Chinese Regular" panose="020B0500000000000000" pitchFamily="34" charset="-128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 noProof="false" err="true"/>
              <a:t>联系方式</a:t>
            </a:r>
            <a:r>
              <a:rPr lang="zh-CN" altLang="en-US" noProof="false"/>
              <a:t>：</a:t>
            </a:r>
            <a:endParaRPr lang="en-US" altLang="zh-CN" noProof="false"/>
          </a:p>
        </p:txBody>
      </p:sp>
    </p:spTree>
  </p:cSld>
  <p:clrMapOvr>
    <a:masterClrMapping/>
  </p:clrMapOvr>
</p:sldLayout>
</file>

<file path=ppt/slideLayouts/slideLayout272.xml><?xml version="1.0" encoding="utf-8"?>
<p:sldLayout xmlns:a="http://schemas.openxmlformats.org/drawingml/2006/main" xmlns:p="http://schemas.openxmlformats.org/presentationml/2006/main" showMasterSp="false">
  <p:cSld name="Call to action with image">
    <p:spTree>
      <p:nvGrpSpPr>
        <p:cNvPr id="23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2" name="Picture Placeholder 9"/>
          <p:cNvSpPr>
            <a:spLocks noGrp="true"/>
          </p:cNvSpPr>
          <p:nvPr>
            <p:ph type="pic" sz="quarter" idx="14" hasCustomPrompt="true"/>
          </p:nvPr>
        </p:nvSpPr>
        <p:spPr>
          <a:xfrm>
            <a:off x="7118350" y="0"/>
            <a:ext cx="5083175" cy="6858000"/>
          </a:xfrm>
          <a:noFill/>
        </p:spPr>
        <p:txBody>
          <a:bodyPr anchor="b" anchorCtr="false"/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/>
            <a:r>
              <a:rPr lang="en-US" noProof="false" err="true"/>
              <a:t>单击插入图片</a:t>
            </a:r>
            <a:endParaRPr lang="en-US" noProof="false"/>
          </a:p>
        </p:txBody>
      </p:sp>
      <p:sp>
        <p:nvSpPr>
          <p:cNvPr id="2363" name="Text Placeholder 7"/>
          <p:cNvSpPr>
            <a:spLocks noGrp="true"/>
          </p:cNvSpPr>
          <p:nvPr>
            <p:ph type="body" sz="quarter" idx="12" hasCustomPrompt="true"/>
          </p:nvPr>
        </p:nvSpPr>
        <p:spPr>
          <a:xfrm>
            <a:off x="498475" y="512763"/>
            <a:ext cx="5705475" cy="1681797"/>
          </a:xfrm>
        </p:spPr>
        <p:txBody>
          <a:bodyPr anchor="t" anchorCtr="false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lang="en-US" sz="6000" b="true" i="false" kern="1200" cap="none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  <a:lvl2pPr marL="0" indent="0">
              <a:spcBef>
                <a:spcPts val="1500"/>
              </a:spcBef>
              <a:buNone/>
              <a:defRPr sz="1500" cap="none" baseline="0"/>
            </a:lvl2pPr>
          </a:lstStyle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noProof="false" dirty="false" err="true"/>
              <a:t>请输入</a:t>
            </a:r>
            <a:endParaRPr lang="en-US" noProof="false" dirty="false"/>
          </a:p>
          <a:p>
            <a:pPr marL="0" lvl="0" indent="0" algn="l" defTabSz="914400" rtl="false" eaLnBrk="true" latinLnBrk="false" hangingPunct="true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noProof="false" dirty="false" err="true"/>
              <a:t>号召标语</a:t>
            </a:r>
            <a:endParaRPr lang="en-US" noProof="false" dirty="false"/>
          </a:p>
        </p:txBody>
      </p:sp>
      <p:sp>
        <p:nvSpPr>
          <p:cNvPr id="2364" name="Text Placeholder 8"/>
          <p:cNvSpPr>
            <a:spLocks noGrp="true"/>
          </p:cNvSpPr>
          <p:nvPr>
            <p:ph type="body" sz="quarter" idx="13" hasCustomPrompt="true"/>
          </p:nvPr>
        </p:nvSpPr>
        <p:spPr>
          <a:xfrm>
            <a:off x="498474" y="2281959"/>
            <a:ext cx="5597525" cy="123825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 b="false" i="false">
                <a:latin typeface="Noto Sans S Chinese Regular" panose="020B0500000000000000" pitchFamily="34" charset="-128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 noProof="false" err="true"/>
              <a:t>联系方式</a:t>
            </a:r>
            <a:r>
              <a:rPr lang="zh-CN" altLang="en-US" noProof="false"/>
              <a:t>：</a:t>
            </a:r>
            <a:endParaRPr lang="en-US" altLang="zh-CN" noProof="false"/>
          </a:p>
        </p:txBody>
      </p:sp>
      <p:sp>
        <p:nvSpPr>
          <p:cNvPr id="2365" name="Picture Placeholder 9"/>
          <p:cNvSpPr>
            <a:spLocks noGrp="true"/>
          </p:cNvSpPr>
          <p:nvPr>
            <p:ph type="pic" sz="quarter" idx="15" hasCustomPrompt="true"/>
          </p:nvPr>
        </p:nvSpPr>
        <p:spPr>
          <a:xfrm>
            <a:off x="8379564" y="2114550"/>
            <a:ext cx="2593236" cy="2619496"/>
          </a:xfrm>
          <a:prstGeom prst="roundRect">
            <a:avLst>
              <a:gd name="adj" fmla="val 4913"/>
            </a:avLst>
          </a:prstGeom>
          <a:noFill/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/>
            <a:r>
              <a:rPr lang="en-US" noProof="false" err="true"/>
              <a:t>单击插入二维码</a:t>
            </a:r>
            <a:endParaRPr lang="en-US" noProof="false"/>
          </a:p>
        </p:txBody>
      </p:sp>
    </p:spTree>
  </p:cSld>
  <p:clrMapOvr>
    <a:masterClrMapping/>
  </p:clrMapOvr>
</p:sldLayout>
</file>

<file path=ppt/slideLayouts/slideLayout273.xml><?xml version="1.0" encoding="utf-8"?>
<p:sldLayout xmlns:a="http://schemas.openxmlformats.org/drawingml/2006/main" xmlns:p="http://schemas.openxmlformats.org/presentationml/2006/main" showMasterSp="false">
  <p:cSld name="2_Call to action with image">
    <p:bg>
      <p:bgPr>
        <a:solidFill>
          <a:schemeClr val="tx1"/>
        </a:solidFill>
        <a:effectLst/>
      </p:bgPr>
    </p:bg>
    <p:spTree>
      <p:nvGrpSpPr>
        <p:cNvPr id="236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7" name="Picture Placeholder 9"/>
          <p:cNvSpPr>
            <a:spLocks noGrp="true"/>
          </p:cNvSpPr>
          <p:nvPr>
            <p:ph type="pic" sz="quarter" idx="14" hasCustomPrompt="true"/>
          </p:nvPr>
        </p:nvSpPr>
        <p:spPr>
          <a:xfrm>
            <a:off x="7118350" y="0"/>
            <a:ext cx="5083175" cy="6858000"/>
          </a:xfrm>
          <a:noFill/>
        </p:spPr>
        <p:txBody>
          <a:bodyPr anchor="b" anchorCtr="false"/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/>
            <a:r>
              <a:rPr lang="en-US" noProof="false" err="true"/>
              <a:t>单击插入图片</a:t>
            </a:r>
            <a:endParaRPr lang="en-US" noProof="false"/>
          </a:p>
        </p:txBody>
      </p:sp>
      <p:sp>
        <p:nvSpPr>
          <p:cNvPr id="2368" name="Text Placeholder 7"/>
          <p:cNvSpPr>
            <a:spLocks noGrp="true"/>
          </p:cNvSpPr>
          <p:nvPr>
            <p:ph type="body" sz="quarter" idx="12" hasCustomPrompt="true"/>
          </p:nvPr>
        </p:nvSpPr>
        <p:spPr>
          <a:xfrm>
            <a:off x="498475" y="512764"/>
            <a:ext cx="5705475" cy="1681796"/>
          </a:xfrm>
        </p:spPr>
        <p:txBody>
          <a:bodyPr anchor="t" anchorCtr="false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6000" b="true" i="false" cap="none" spc="-50" baseline="0">
                <a:solidFill>
                  <a:schemeClr val="bg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</a:defRPr>
            </a:lvl1pPr>
            <a:lvl2pPr marL="0" indent="0">
              <a:spcBef>
                <a:spcPts val="1500"/>
              </a:spcBef>
              <a:buNone/>
              <a:defRPr sz="1500" cap="none" baseline="0"/>
            </a:lvl2pPr>
          </a:lstStyle>
          <a:p>
            <a:pPr lvl="0"/>
            <a:r>
              <a:rPr lang="en-US" noProof="false" err="true"/>
              <a:t>请输入</a:t>
            </a:r>
            <a:endParaRPr lang="en-US" noProof="false"/>
          </a:p>
          <a:p>
            <a:pPr lvl="0"/>
            <a:r>
              <a:rPr lang="en-US" noProof="false" err="true"/>
              <a:t>号召标语</a:t>
            </a:r>
            <a:endParaRPr lang="en-US" noProof="false"/>
          </a:p>
        </p:txBody>
      </p:sp>
      <p:sp>
        <p:nvSpPr>
          <p:cNvPr id="2369" name="Text Placeholder 8"/>
          <p:cNvSpPr>
            <a:spLocks noGrp="true"/>
          </p:cNvSpPr>
          <p:nvPr>
            <p:ph type="body" sz="quarter" idx="13" hasCustomPrompt="true"/>
          </p:nvPr>
        </p:nvSpPr>
        <p:spPr>
          <a:xfrm>
            <a:off x="498474" y="2281959"/>
            <a:ext cx="5597525" cy="123825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 b="false" i="false">
                <a:solidFill>
                  <a:schemeClr val="bg1"/>
                </a:solidFill>
                <a:latin typeface="Noto Sans S Chinese Regular" panose="020B0500000000000000" pitchFamily="34" charset="-128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 noProof="false" err="true"/>
              <a:t>联系方式</a:t>
            </a:r>
            <a:r>
              <a:rPr lang="zh-CN" altLang="en-US" noProof="false"/>
              <a:t>：</a:t>
            </a:r>
            <a:endParaRPr lang="en-US" altLang="zh-CN" noProof="false"/>
          </a:p>
        </p:txBody>
      </p:sp>
      <p:sp>
        <p:nvSpPr>
          <p:cNvPr id="2370" name="Picture Placeholder 9"/>
          <p:cNvSpPr>
            <a:spLocks noGrp="true"/>
          </p:cNvSpPr>
          <p:nvPr>
            <p:ph type="pic" sz="quarter" idx="15" hasCustomPrompt="true"/>
          </p:nvPr>
        </p:nvSpPr>
        <p:spPr>
          <a:xfrm>
            <a:off x="8379564" y="2114550"/>
            <a:ext cx="2593236" cy="2619496"/>
          </a:xfrm>
          <a:prstGeom prst="roundRect">
            <a:avLst>
              <a:gd name="adj" fmla="val 4913"/>
            </a:avLst>
          </a:prstGeom>
          <a:noFill/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/>
            <a:r>
              <a:rPr lang="en-US" noProof="false" err="true"/>
              <a:t>单击插入二维码</a:t>
            </a:r>
            <a:endParaRPr lang="en-US" noProof="false"/>
          </a:p>
        </p:txBody>
      </p:sp>
    </p:spTree>
  </p:cSld>
  <p:clrMapOvr>
    <a:masterClrMapping/>
  </p:clrMapOvr>
</p:sldLayout>
</file>

<file path=ppt/slideLayouts/slideLayout274.xml><?xml version="1.0" encoding="utf-8"?>
<p:sldLayout xmlns:a="http://schemas.openxmlformats.org/drawingml/2006/main" xmlns:p="http://schemas.openxmlformats.org/presentationml/2006/main">
  <p:cSld name="Call to action">
    <p:spTree>
      <p:nvGrpSpPr>
        <p:cNvPr id="237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2" name="Text Placeholder 7"/>
          <p:cNvSpPr>
            <a:spLocks noGrp="true"/>
          </p:cNvSpPr>
          <p:nvPr>
            <p:ph type="body" sz="quarter" idx="12" hasCustomPrompt="true"/>
          </p:nvPr>
        </p:nvSpPr>
        <p:spPr>
          <a:xfrm>
            <a:off x="498475" y="512763"/>
            <a:ext cx="5705475" cy="1649523"/>
          </a:xfrm>
        </p:spPr>
        <p:txBody>
          <a:bodyPr anchor="t" anchorCtr="false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6000" b="true" i="false" cap="none" spc="-50" baseline="0">
                <a:latin typeface="Noto Sans S Chinese Bold" panose="020B0500000000000000" pitchFamily="34" charset="-128"/>
                <a:ea typeface="Noto Sans S Chinese Bold" panose="020B0500000000000000" pitchFamily="34" charset="-128"/>
              </a:defRPr>
            </a:lvl1pPr>
            <a:lvl2pPr marL="0" indent="0">
              <a:spcBef>
                <a:spcPts val="1500"/>
              </a:spcBef>
              <a:buNone/>
              <a:defRPr sz="1500" cap="none" baseline="0"/>
            </a:lvl2pPr>
          </a:lstStyle>
          <a:p>
            <a:pPr lvl="0"/>
            <a:r>
              <a:rPr lang="en-US" altLang="zh-CN" noProof="false" err="true"/>
              <a:t>请输入</a:t>
            </a:r>
            <a:endParaRPr lang="en-US" altLang="zh-CN" noProof="false"/>
          </a:p>
          <a:p>
            <a:pPr lvl="0"/>
            <a:r>
              <a:rPr lang="en-US" altLang="zh-CN" noProof="false" err="true"/>
              <a:t>号召标语</a:t>
            </a:r>
            <a:endParaRPr lang="en-US" altLang="zh-CN" noProof="false"/>
          </a:p>
        </p:txBody>
      </p:sp>
      <p:sp>
        <p:nvSpPr>
          <p:cNvPr id="2373" name="Text Placeholder 8"/>
          <p:cNvSpPr>
            <a:spLocks noGrp="true"/>
          </p:cNvSpPr>
          <p:nvPr>
            <p:ph type="body" sz="quarter" idx="13" hasCustomPrompt="true"/>
          </p:nvPr>
        </p:nvSpPr>
        <p:spPr>
          <a:xfrm>
            <a:off x="498474" y="2281959"/>
            <a:ext cx="5597525" cy="123825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 b="false" i="false">
                <a:latin typeface="Noto Sans S Chinese Regular" panose="020B0500000000000000" pitchFamily="34" charset="-128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 noProof="false" err="true"/>
              <a:t>联系方式</a:t>
            </a:r>
            <a:r>
              <a:rPr lang="zh-CN" altLang="en-US" noProof="false"/>
              <a:t>：</a:t>
            </a:r>
            <a:endParaRPr lang="en-US" altLang="zh-CN" noProof="false"/>
          </a:p>
        </p:txBody>
      </p:sp>
      <p:sp>
        <p:nvSpPr>
          <p:cNvPr id="2374" name="Picture Placeholder 9"/>
          <p:cNvSpPr>
            <a:spLocks noGrp="true"/>
          </p:cNvSpPr>
          <p:nvPr>
            <p:ph type="pic" sz="quarter" idx="15" hasCustomPrompt="true"/>
          </p:nvPr>
        </p:nvSpPr>
        <p:spPr>
          <a:xfrm>
            <a:off x="8881241" y="3572569"/>
            <a:ext cx="2761483" cy="2755887"/>
          </a:xfrm>
          <a:prstGeom prst="rect">
            <a:avLst/>
          </a:prstGeom>
          <a:noFill/>
          <a:ln w="101600">
            <a:solidFill>
              <a:srgbClr val="FF6200"/>
            </a:solidFill>
            <a:miter lim="800000"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/>
            <a:r>
              <a:rPr lang="en-US" altLang="zh-CN" noProof="false" err="true"/>
              <a:t>单击插入</a:t>
            </a:r>
            <a:r>
              <a:rPr lang="zh-CN" altLang="en-US" noProof="false"/>
              <a:t>二维码</a:t>
            </a:r>
            <a:endParaRPr lang="en-US" altLang="zh-CN" noProof="false"/>
          </a:p>
        </p:txBody>
      </p:sp>
    </p:spTree>
  </p:cSld>
  <p:clrMapOvr>
    <a:masterClrMapping/>
  </p:clrMapOvr>
</p:sldLayout>
</file>

<file path=ppt/slideLayouts/slideLayout275.xml><?xml version="1.0" encoding="utf-8"?>
<p:sldLayout xmlns:a="http://schemas.openxmlformats.org/drawingml/2006/main" xmlns:p="http://schemas.openxmlformats.org/presentationml/2006/main">
  <p:cSld name="1_Call to action">
    <p:bg>
      <p:bgRef idx="1001">
        <a:schemeClr val="bg1"/>
      </p:bgRef>
    </p:bg>
    <p:spTree>
      <p:nvGrpSpPr>
        <p:cNvPr id="237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6" name="Text Placeholder 7"/>
          <p:cNvSpPr>
            <a:spLocks noGrp="true"/>
          </p:cNvSpPr>
          <p:nvPr>
            <p:ph type="body" sz="quarter" idx="12" hasCustomPrompt="true"/>
          </p:nvPr>
        </p:nvSpPr>
        <p:spPr>
          <a:xfrm>
            <a:off x="498475" y="512763"/>
            <a:ext cx="5705475" cy="1649523"/>
          </a:xfrm>
        </p:spPr>
        <p:txBody>
          <a:bodyPr anchor="t" anchorCtr="false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6000" b="true" i="false" cap="none" spc="-50" baseline="0">
                <a:latin typeface="Noto Sans S Chinese Bold" panose="020B0500000000000000" pitchFamily="34" charset="-128"/>
                <a:ea typeface="Noto Sans S Chinese Bold" panose="020B0500000000000000" pitchFamily="34" charset="-128"/>
              </a:defRPr>
            </a:lvl1pPr>
            <a:lvl2pPr marL="0" indent="0">
              <a:spcBef>
                <a:spcPts val="1500"/>
              </a:spcBef>
              <a:buNone/>
              <a:defRPr sz="1500" cap="none" baseline="0"/>
            </a:lvl2pPr>
          </a:lstStyle>
          <a:p>
            <a:pPr lvl="0"/>
            <a:r>
              <a:rPr lang="en-US" altLang="zh-CN" noProof="false" err="true"/>
              <a:t>请输入</a:t>
            </a:r>
            <a:endParaRPr lang="en-US" altLang="zh-CN" noProof="false"/>
          </a:p>
          <a:p>
            <a:pPr lvl="0"/>
            <a:r>
              <a:rPr lang="en-US" altLang="zh-CN" noProof="false" err="true"/>
              <a:t>号召标语</a:t>
            </a:r>
            <a:endParaRPr lang="en-US" altLang="zh-CN" noProof="false"/>
          </a:p>
        </p:txBody>
      </p:sp>
      <p:sp>
        <p:nvSpPr>
          <p:cNvPr id="2377" name="Text Placeholder 8"/>
          <p:cNvSpPr>
            <a:spLocks noGrp="true"/>
          </p:cNvSpPr>
          <p:nvPr>
            <p:ph type="body" sz="quarter" idx="13" hasCustomPrompt="true"/>
          </p:nvPr>
        </p:nvSpPr>
        <p:spPr>
          <a:xfrm>
            <a:off x="498474" y="2281959"/>
            <a:ext cx="5597525" cy="123825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 b="false" i="false">
                <a:latin typeface="Noto Sans S Chinese Regular" panose="020B0500000000000000" pitchFamily="34" charset="-128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 noProof="false" err="true"/>
              <a:t>联系方式</a:t>
            </a:r>
            <a:r>
              <a:rPr lang="zh-CN" altLang="en-US" noProof="false"/>
              <a:t>：</a:t>
            </a:r>
            <a:endParaRPr lang="en-US" altLang="zh-CN" noProof="false"/>
          </a:p>
        </p:txBody>
      </p:sp>
      <p:sp>
        <p:nvSpPr>
          <p:cNvPr id="2378" name="Picture Placeholder 9"/>
          <p:cNvSpPr>
            <a:spLocks noGrp="true"/>
          </p:cNvSpPr>
          <p:nvPr>
            <p:ph type="pic" sz="quarter" idx="15" hasCustomPrompt="true"/>
          </p:nvPr>
        </p:nvSpPr>
        <p:spPr>
          <a:xfrm>
            <a:off x="8881241" y="3572569"/>
            <a:ext cx="2761483" cy="2755887"/>
          </a:xfrm>
          <a:prstGeom prst="rect">
            <a:avLst/>
          </a:prstGeom>
          <a:noFill/>
          <a:ln w="101600">
            <a:solidFill>
              <a:srgbClr val="FF6200"/>
            </a:solidFill>
            <a:miter lim="800000"/>
          </a:ln>
        </p:spPr>
        <p:txBody>
          <a:bodyPr anchor="ctr" anchorCtr="false"/>
          <a:lstStyle>
            <a:lvl1pPr marL="0" indent="0" algn="ctr">
              <a:buNone/>
              <a:defRPr sz="1200" b="false" i="false" cap="all" baseline="0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/>
            <a:r>
              <a:rPr lang="en-US" altLang="zh-CN" noProof="false" err="true"/>
              <a:t>单击插入</a:t>
            </a:r>
            <a:r>
              <a:rPr lang="zh-CN" altLang="en-US" noProof="false"/>
              <a:t>二维码</a:t>
            </a:r>
            <a:endParaRPr lang="en-US" altLang="zh-CN" noProof="false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6.xml><?xml version="1.0" encoding="utf-8"?>
<p:sldLayout xmlns:a="http://schemas.openxmlformats.org/drawingml/2006/main" xmlns:p="http://schemas.openxmlformats.org/presentationml/2006/main" showMasterSp="false">
  <p:cSld name="Sign off logo">
    <p:spTree>
      <p:nvGrpSpPr>
        <p:cNvPr id="237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7.xml><?xml version="1.0" encoding="utf-8"?>
<p:sldLayout xmlns:a="http://schemas.openxmlformats.org/drawingml/2006/main" xmlns:p="http://schemas.openxmlformats.org/presentationml/2006/main" showMasterSp="false">
  <p:cSld name="2_Sign off logo">
    <p:bg>
      <p:bgPr>
        <a:solidFill>
          <a:schemeClr val="tx1"/>
        </a:solidFill>
        <a:effectLst/>
      </p:bgPr>
    </p:bg>
    <p:spTree>
      <p:nvGrpSpPr>
        <p:cNvPr id="238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8.xml><?xml version="1.0" encoding="utf-8"?>
<p:sldLayout xmlns:a="http://schemas.openxmlformats.org/drawingml/2006/main" xmlns:p="http://schemas.openxmlformats.org/presentationml/2006/main" showMasterSp="false">
  <p:cSld name="Sign off logo 2">
    <p:spTree>
      <p:nvGrpSpPr>
        <p:cNvPr id="238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82" name="Straight Connector 7"/>
          <p:cNvCxnSpPr/>
          <p:nvPr userDrawn="true"/>
        </p:nvCxnSpPr>
        <p:spPr>
          <a:xfrm flipV="true">
            <a:off x="6670288" y="3010065"/>
            <a:ext cx="0" cy="94225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83" name="Picture Placeholder 9"/>
          <p:cNvSpPr>
            <a:spLocks noGrp="true"/>
          </p:cNvSpPr>
          <p:nvPr>
            <p:ph type="pic" sz="quarter" idx="13" hasCustomPrompt="true"/>
          </p:nvPr>
        </p:nvSpPr>
        <p:spPr>
          <a:xfrm>
            <a:off x="7098180" y="3010066"/>
            <a:ext cx="2717152" cy="1003618"/>
          </a:xfrm>
          <a:prstGeom prst="roundRect">
            <a:avLst>
              <a:gd name="adj" fmla="val 50000"/>
            </a:avLst>
          </a:prstGeom>
          <a:noFill/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/>
            <a:r>
              <a:rPr lang="en-US" altLang="zh-CN" noProof="false" err="true"/>
              <a:t>单击插入图标</a:t>
            </a:r>
            <a:endParaRPr lang="en-US" altLang="zh-CN" noProof="false"/>
          </a:p>
        </p:txBody>
      </p:sp>
    </p:spTree>
  </p:cSld>
  <p:clrMapOvr>
    <a:masterClrMapping/>
  </p:clrMapOvr>
</p:sldLayout>
</file>

<file path=ppt/slideLayouts/slideLayout279.xml><?xml version="1.0" encoding="utf-8"?>
<p:sldLayout xmlns:a="http://schemas.openxmlformats.org/drawingml/2006/main" xmlns:p="http://schemas.openxmlformats.org/presentationml/2006/main" showMasterSp="false">
  <p:cSld name="2_Sign off logo 2">
    <p:bg>
      <p:bgPr>
        <a:solidFill>
          <a:schemeClr val="tx1"/>
        </a:solidFill>
        <a:effectLst/>
      </p:bgPr>
    </p:bg>
    <p:spTree>
      <p:nvGrpSpPr>
        <p:cNvPr id="238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85" name="Straight Connector 7"/>
          <p:cNvCxnSpPr/>
          <p:nvPr userDrawn="true"/>
        </p:nvCxnSpPr>
        <p:spPr>
          <a:xfrm flipV="true">
            <a:off x="6670288" y="3010065"/>
            <a:ext cx="0" cy="942257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86" name="Picture Placeholder 9"/>
          <p:cNvSpPr>
            <a:spLocks noGrp="true"/>
          </p:cNvSpPr>
          <p:nvPr>
            <p:ph type="pic" sz="quarter" idx="13" hasCustomPrompt="true"/>
          </p:nvPr>
        </p:nvSpPr>
        <p:spPr>
          <a:xfrm>
            <a:off x="7098180" y="3010066"/>
            <a:ext cx="2717152" cy="1003618"/>
          </a:xfrm>
          <a:prstGeom prst="roundRect">
            <a:avLst>
              <a:gd name="adj" fmla="val 50000"/>
            </a:avLst>
          </a:prstGeom>
          <a:noFill/>
        </p:spPr>
        <p:txBody>
          <a:bodyPr anchor="ctr" anchorCtr="false">
            <a:noAutofit/>
          </a:bodyPr>
          <a:lstStyle>
            <a:lvl1pPr marL="0" indent="0" algn="ctr">
              <a:buNone/>
              <a:defRPr sz="1200" b="false" i="false" cap="all" baseline="0">
                <a:solidFill>
                  <a:schemeClr val="bg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Amazon Ember Mono" panose="020B0509020204020204" pitchFamily="49" charset="0"/>
              </a:defRPr>
            </a:lvl1pPr>
          </a:lstStyle>
          <a:p>
            <a:pPr/>
            <a:r>
              <a:rPr lang="zh-CN" noProof="true"/>
              <a:t>单击插入图标</a:t>
            </a:r>
            <a:endParaRPr lang="zh-CN" noProof="true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98" Type="http://schemas.openxmlformats.org/officeDocument/2006/relationships/slideLayout" Target="../slideLayouts/slideLayout99.xml" /><Relationship Id="rId96" Type="http://schemas.openxmlformats.org/officeDocument/2006/relationships/slideLayout" Target="../slideLayouts/slideLayout97.xml" /><Relationship Id="rId94" Type="http://schemas.openxmlformats.org/officeDocument/2006/relationships/slideLayout" Target="../slideLayouts/slideLayout95.xml" /><Relationship Id="rId89" Type="http://schemas.openxmlformats.org/officeDocument/2006/relationships/slideLayout" Target="../slideLayouts/slideLayout90.xml" /><Relationship Id="rId88" Type="http://schemas.openxmlformats.org/officeDocument/2006/relationships/slideLayout" Target="../slideLayouts/slideLayout89.xml" /><Relationship Id="rId87" Type="http://schemas.openxmlformats.org/officeDocument/2006/relationships/slideLayout" Target="../slideLayouts/slideLayout88.xml" /><Relationship Id="rId85" Type="http://schemas.openxmlformats.org/officeDocument/2006/relationships/slideLayout" Target="../slideLayouts/slideLayout86.xml" /><Relationship Id="rId83" Type="http://schemas.openxmlformats.org/officeDocument/2006/relationships/slideLayout" Target="../slideLayouts/slideLayout84.xml" /><Relationship Id="rId8" Type="http://schemas.openxmlformats.org/officeDocument/2006/relationships/slideLayout" Target="../slideLayouts/slideLayout9.xml" /><Relationship Id="rId78" Type="http://schemas.openxmlformats.org/officeDocument/2006/relationships/slideLayout" Target="../slideLayouts/slideLayout79.xml" /><Relationship Id="rId75" Type="http://schemas.openxmlformats.org/officeDocument/2006/relationships/slideLayout" Target="../slideLayouts/slideLayout76.xml" /><Relationship Id="rId73" Type="http://schemas.openxmlformats.org/officeDocument/2006/relationships/slideLayout" Target="../slideLayouts/slideLayout74.xml" /><Relationship Id="rId7" Type="http://schemas.openxmlformats.org/officeDocument/2006/relationships/slideLayout" Target="../slideLayouts/slideLayout8.xml" /><Relationship Id="rId67" Type="http://schemas.openxmlformats.org/officeDocument/2006/relationships/slideLayout" Target="../slideLayouts/slideLayout68.xml" /><Relationship Id="rId65" Type="http://schemas.openxmlformats.org/officeDocument/2006/relationships/slideLayout" Target="../slideLayouts/slideLayout66.xml" /><Relationship Id="rId63" Type="http://schemas.openxmlformats.org/officeDocument/2006/relationships/slideLayout" Target="../slideLayouts/slideLayout64.xml" /><Relationship Id="rId59" Type="http://schemas.openxmlformats.org/officeDocument/2006/relationships/slideLayout" Target="../slideLayouts/slideLayout60.xml" /><Relationship Id="rId58" Type="http://schemas.openxmlformats.org/officeDocument/2006/relationships/slideLayout" Target="../slideLayouts/slideLayout59.xml" /><Relationship Id="rId95" Type="http://schemas.openxmlformats.org/officeDocument/2006/relationships/slideLayout" Target="../slideLayouts/slideLayout96.xml" /><Relationship Id="rId80" Type="http://schemas.openxmlformats.org/officeDocument/2006/relationships/slideLayout" Target="../slideLayouts/slideLayout81.xml" /><Relationship Id="rId57" Type="http://schemas.openxmlformats.org/officeDocument/2006/relationships/slideLayout" Target="../slideLayouts/slideLayout58.xml" /><Relationship Id="rId56" Type="http://schemas.openxmlformats.org/officeDocument/2006/relationships/slideLayout" Target="../slideLayouts/slideLayout57.xml" /><Relationship Id="rId53" Type="http://schemas.openxmlformats.org/officeDocument/2006/relationships/slideLayout" Target="../slideLayouts/slideLayout54.xml" /><Relationship Id="rId52" Type="http://schemas.openxmlformats.org/officeDocument/2006/relationships/slideLayout" Target="../slideLayouts/slideLayout53.xml" /><Relationship Id="rId51" Type="http://schemas.openxmlformats.org/officeDocument/2006/relationships/slideLayout" Target="../slideLayouts/slideLayout52.xml" /><Relationship Id="rId49" Type="http://schemas.openxmlformats.org/officeDocument/2006/relationships/slideLayout" Target="../slideLayouts/slideLayout50.xml" /><Relationship Id="rId48" Type="http://schemas.openxmlformats.org/officeDocument/2006/relationships/slideLayout" Target="../slideLayouts/slideLayout49.xml" /><Relationship Id="rId47" Type="http://schemas.openxmlformats.org/officeDocument/2006/relationships/slideLayout" Target="../slideLayouts/slideLayout48.xml" /><Relationship Id="rId43" Type="http://schemas.openxmlformats.org/officeDocument/2006/relationships/slideLayout" Target="../slideLayouts/slideLayout44.xml" /><Relationship Id="rId40" Type="http://schemas.openxmlformats.org/officeDocument/2006/relationships/slideLayout" Target="../slideLayouts/slideLayout41.xml" /><Relationship Id="rId4" Type="http://schemas.openxmlformats.org/officeDocument/2006/relationships/slideLayout" Target="../slideLayouts/slideLayout5.xml" /><Relationship Id="rId37" Type="http://schemas.openxmlformats.org/officeDocument/2006/relationships/slideLayout" Target="../slideLayouts/slideLayout38.xml" /><Relationship Id="rId36" Type="http://schemas.openxmlformats.org/officeDocument/2006/relationships/slideLayout" Target="../slideLayouts/slideLayout37.xml" /><Relationship Id="rId35" Type="http://schemas.openxmlformats.org/officeDocument/2006/relationships/slideLayout" Target="../slideLayouts/slideLayout36.xml" /><Relationship Id="rId31" Type="http://schemas.openxmlformats.org/officeDocument/2006/relationships/slideLayout" Target="../slideLayouts/slideLayout32.xml" /><Relationship Id="rId29" Type="http://schemas.openxmlformats.org/officeDocument/2006/relationships/slideLayout" Target="../slideLayouts/slideLayout30.xml" /><Relationship Id="rId279" Type="http://schemas.openxmlformats.org/officeDocument/2006/relationships/theme" Target="../theme/theme1.xml" /><Relationship Id="rId277" Type="http://schemas.openxmlformats.org/officeDocument/2006/relationships/slideLayout" Target="../slideLayouts/slideLayout278.xml" /><Relationship Id="rId92" Type="http://schemas.openxmlformats.org/officeDocument/2006/relationships/slideLayout" Target="../slideLayouts/slideLayout93.xml" /><Relationship Id="rId276" Type="http://schemas.openxmlformats.org/officeDocument/2006/relationships/slideLayout" Target="../slideLayouts/slideLayout277.xml" /><Relationship Id="rId79" Type="http://schemas.openxmlformats.org/officeDocument/2006/relationships/slideLayout" Target="../slideLayouts/slideLayout80.xml" /><Relationship Id="rId272" Type="http://schemas.openxmlformats.org/officeDocument/2006/relationships/slideLayout" Target="../slideLayouts/slideLayout273.xml" /><Relationship Id="rId27" Type="http://schemas.openxmlformats.org/officeDocument/2006/relationships/slideLayout" Target="../slideLayouts/slideLayout28.xml" /><Relationship Id="rId46" Type="http://schemas.openxmlformats.org/officeDocument/2006/relationships/slideLayout" Target="../slideLayouts/slideLayout47.xml" /><Relationship Id="rId269" Type="http://schemas.openxmlformats.org/officeDocument/2006/relationships/slideLayout" Target="../slideLayouts/slideLayout270.xml" /><Relationship Id="rId267" Type="http://schemas.openxmlformats.org/officeDocument/2006/relationships/slideLayout" Target="../slideLayouts/slideLayout268.xml" /><Relationship Id="rId266" Type="http://schemas.openxmlformats.org/officeDocument/2006/relationships/slideLayout" Target="../slideLayouts/slideLayout267.xml" /><Relationship Id="rId6" Type="http://schemas.openxmlformats.org/officeDocument/2006/relationships/slideLayout" Target="../slideLayouts/slideLayout7.xml" /><Relationship Id="rId263" Type="http://schemas.openxmlformats.org/officeDocument/2006/relationships/slideLayout" Target="../slideLayouts/slideLayout264.xml" /><Relationship Id="rId97" Type="http://schemas.openxmlformats.org/officeDocument/2006/relationships/slideLayout" Target="../slideLayouts/slideLayout98.xml" /><Relationship Id="rId262" Type="http://schemas.openxmlformats.org/officeDocument/2006/relationships/slideLayout" Target="../slideLayouts/slideLayout263.xml" /><Relationship Id="rId261" Type="http://schemas.openxmlformats.org/officeDocument/2006/relationships/slideLayout" Target="../slideLayouts/slideLayout262.xml" /><Relationship Id="rId260" Type="http://schemas.openxmlformats.org/officeDocument/2006/relationships/slideLayout" Target="../slideLayouts/slideLayout261.xml" /><Relationship Id="rId26" Type="http://schemas.openxmlformats.org/officeDocument/2006/relationships/slideLayout" Target="../slideLayouts/slideLayout27.xml" /><Relationship Id="rId259" Type="http://schemas.openxmlformats.org/officeDocument/2006/relationships/slideLayout" Target="../slideLayouts/slideLayout260.xml" /><Relationship Id="rId69" Type="http://schemas.openxmlformats.org/officeDocument/2006/relationships/slideLayout" Target="../slideLayouts/slideLayout70.xml" /><Relationship Id="rId68" Type="http://schemas.openxmlformats.org/officeDocument/2006/relationships/slideLayout" Target="../slideLayouts/slideLayout69.xml" /><Relationship Id="rId264" Type="http://schemas.openxmlformats.org/officeDocument/2006/relationships/slideLayout" Target="../slideLayouts/slideLayout265.xml" /><Relationship Id="rId258" Type="http://schemas.openxmlformats.org/officeDocument/2006/relationships/slideLayout" Target="../slideLayouts/slideLayout259.xml" /><Relationship Id="rId257" Type="http://schemas.openxmlformats.org/officeDocument/2006/relationships/slideLayout" Target="../slideLayouts/slideLayout258.xml" /><Relationship Id="rId256" Type="http://schemas.openxmlformats.org/officeDocument/2006/relationships/slideLayout" Target="../slideLayouts/slideLayout257.xml" /><Relationship Id="rId5" Type="http://schemas.openxmlformats.org/officeDocument/2006/relationships/slideLayout" Target="../slideLayouts/slideLayout6.xml" /><Relationship Id="rId255" Type="http://schemas.openxmlformats.org/officeDocument/2006/relationships/slideLayout" Target="../slideLayouts/slideLayout256.xml" /><Relationship Id="rId271" Type="http://schemas.openxmlformats.org/officeDocument/2006/relationships/slideLayout" Target="../slideLayouts/slideLayout272.xml" /><Relationship Id="rId254" Type="http://schemas.openxmlformats.org/officeDocument/2006/relationships/slideLayout" Target="../slideLayouts/slideLayout255.xml" /><Relationship Id="rId253" Type="http://schemas.openxmlformats.org/officeDocument/2006/relationships/slideLayout" Target="../slideLayouts/slideLayout254.xml" /><Relationship Id="rId252" Type="http://schemas.openxmlformats.org/officeDocument/2006/relationships/slideLayout" Target="../slideLayouts/slideLayout253.xml" /><Relationship Id="rId251" Type="http://schemas.openxmlformats.org/officeDocument/2006/relationships/slideLayout" Target="../slideLayouts/slideLayout252.xml" /><Relationship Id="rId250" Type="http://schemas.openxmlformats.org/officeDocument/2006/relationships/slideLayout" Target="../slideLayouts/slideLayout251.xml" /><Relationship Id="rId44" Type="http://schemas.openxmlformats.org/officeDocument/2006/relationships/slideLayout" Target="../slideLayouts/slideLayout45.xml" /><Relationship Id="rId249" Type="http://schemas.openxmlformats.org/officeDocument/2006/relationships/slideLayout" Target="../slideLayouts/slideLayout250.xml" /><Relationship Id="rId248" Type="http://schemas.openxmlformats.org/officeDocument/2006/relationships/slideLayout" Target="../slideLayouts/slideLayout249.xml" /><Relationship Id="rId275" Type="http://schemas.openxmlformats.org/officeDocument/2006/relationships/slideLayout" Target="../slideLayouts/slideLayout276.xml" /><Relationship Id="rId167" Type="http://schemas.openxmlformats.org/officeDocument/2006/relationships/slideLayout" Target="../slideLayouts/slideLayout168.xml" /><Relationship Id="rId71" Type="http://schemas.openxmlformats.org/officeDocument/2006/relationships/slideLayout" Target="../slideLayouts/slideLayout72.xml" /><Relationship Id="rId61" Type="http://schemas.openxmlformats.org/officeDocument/2006/relationships/slideLayout" Target="../slideLayouts/slideLayout62.xml" /><Relationship Id="rId166" Type="http://schemas.openxmlformats.org/officeDocument/2006/relationships/slideLayout" Target="../slideLayouts/slideLayout167.xml" /><Relationship Id="rId223" Type="http://schemas.openxmlformats.org/officeDocument/2006/relationships/slideLayout" Target="../slideLayouts/slideLayout224.xml" /><Relationship Id="rId66" Type="http://schemas.openxmlformats.org/officeDocument/2006/relationships/slideLayout" Target="../slideLayouts/slideLayout67.xml" /><Relationship Id="rId159" Type="http://schemas.openxmlformats.org/officeDocument/2006/relationships/slideLayout" Target="../slideLayouts/slideLayout160.xml" /><Relationship Id="rId176" Type="http://schemas.openxmlformats.org/officeDocument/2006/relationships/slideLayout" Target="../slideLayouts/slideLayout177.xml" /><Relationship Id="rId124" Type="http://schemas.openxmlformats.org/officeDocument/2006/relationships/slideLayout" Target="../slideLayouts/slideLayout125.xml" /><Relationship Id="rId45" Type="http://schemas.openxmlformats.org/officeDocument/2006/relationships/slideLayout" Target="../slideLayouts/slideLayout46.xml" /><Relationship Id="rId157" Type="http://schemas.openxmlformats.org/officeDocument/2006/relationships/slideLayout" Target="../slideLayouts/slideLayout158.xml" /><Relationship Id="rId76" Type="http://schemas.openxmlformats.org/officeDocument/2006/relationships/slideLayout" Target="../slideLayouts/slideLayout77.xml" /><Relationship Id="rId155" Type="http://schemas.openxmlformats.org/officeDocument/2006/relationships/slideLayout" Target="../slideLayouts/slideLayout156.xml" /><Relationship Id="rId39" Type="http://schemas.openxmlformats.org/officeDocument/2006/relationships/slideLayout" Target="../slideLayouts/slideLayout40.xml" /><Relationship Id="rId153" Type="http://schemas.openxmlformats.org/officeDocument/2006/relationships/slideLayout" Target="../slideLayouts/slideLayout154.xml" /><Relationship Id="rId99" Type="http://schemas.openxmlformats.org/officeDocument/2006/relationships/slideLayout" Target="../slideLayouts/slideLayout100.xml" /><Relationship Id="rId233" Type="http://schemas.openxmlformats.org/officeDocument/2006/relationships/slideLayout" Target="../slideLayouts/slideLayout234.xml" /><Relationship Id="rId265" Type="http://schemas.openxmlformats.org/officeDocument/2006/relationships/slideLayout" Target="../slideLayouts/slideLayout266.xml" /><Relationship Id="rId152" Type="http://schemas.openxmlformats.org/officeDocument/2006/relationships/slideLayout" Target="../slideLayouts/slideLayout153.xml" /><Relationship Id="rId151" Type="http://schemas.openxmlformats.org/officeDocument/2006/relationships/slideLayout" Target="../slideLayouts/slideLayout152.xml" /><Relationship Id="rId117" Type="http://schemas.openxmlformats.org/officeDocument/2006/relationships/slideLayout" Target="../slideLayouts/slideLayout118.xml" /><Relationship Id="rId188" Type="http://schemas.openxmlformats.org/officeDocument/2006/relationships/slideLayout" Target="../slideLayouts/slideLayout189.xml" /><Relationship Id="rId150" Type="http://schemas.openxmlformats.org/officeDocument/2006/relationships/slideLayout" Target="../slideLayouts/slideLayout151.xml" /><Relationship Id="rId25" Type="http://schemas.openxmlformats.org/officeDocument/2006/relationships/slideLayout" Target="../slideLayouts/slideLayout26.xml" /><Relationship Id="rId108" Type="http://schemas.openxmlformats.org/officeDocument/2006/relationships/slideLayout" Target="../slideLayouts/slideLayout109.xml" /><Relationship Id="rId91" Type="http://schemas.openxmlformats.org/officeDocument/2006/relationships/slideLayout" Target="../slideLayouts/slideLayout92.xml" /><Relationship Id="rId147" Type="http://schemas.openxmlformats.org/officeDocument/2006/relationships/slideLayout" Target="../slideLayouts/slideLayout148.xml" /><Relationship Id="rId116" Type="http://schemas.openxmlformats.org/officeDocument/2006/relationships/slideLayout" Target="../slideLayouts/slideLayout117.xml" /><Relationship Id="rId145" Type="http://schemas.openxmlformats.org/officeDocument/2006/relationships/slideLayout" Target="../slideLayouts/slideLayout146.xml" /><Relationship Id="rId143" Type="http://schemas.openxmlformats.org/officeDocument/2006/relationships/slideLayout" Target="../slideLayouts/slideLayout144.xml" /><Relationship Id="rId109" Type="http://schemas.openxmlformats.org/officeDocument/2006/relationships/slideLayout" Target="../slideLayouts/slideLayout110.xml" /><Relationship Id="rId198" Type="http://schemas.openxmlformats.org/officeDocument/2006/relationships/slideLayout" Target="../slideLayouts/slideLayout199.xml" /><Relationship Id="rId142" Type="http://schemas.openxmlformats.org/officeDocument/2006/relationships/slideLayout" Target="../slideLayouts/slideLayout143.xml" /><Relationship Id="rId50" Type="http://schemas.openxmlformats.org/officeDocument/2006/relationships/slideLayout" Target="../slideLayouts/slideLayout51.xml" /><Relationship Id="rId140" Type="http://schemas.openxmlformats.org/officeDocument/2006/relationships/slideLayout" Target="../slideLayouts/slideLayout141.xml" /><Relationship Id="rId137" Type="http://schemas.openxmlformats.org/officeDocument/2006/relationships/slideLayout" Target="../slideLayouts/slideLayout138.xml" /><Relationship Id="rId134" Type="http://schemas.openxmlformats.org/officeDocument/2006/relationships/slideLayout" Target="../slideLayouts/slideLayout135.xml" /><Relationship Id="rId133" Type="http://schemas.openxmlformats.org/officeDocument/2006/relationships/slideLayout" Target="../slideLayouts/slideLayout134.xml" /><Relationship Id="rId0" Type="http://schemas.openxmlformats.org/officeDocument/2006/relationships/slideLayout" Target="../slideLayouts/slideLayout1.xml" /><Relationship Id="rId131" Type="http://schemas.openxmlformats.org/officeDocument/2006/relationships/slideLayout" Target="../slideLayouts/slideLayout132.xml" /><Relationship Id="rId226" Type="http://schemas.openxmlformats.org/officeDocument/2006/relationships/slideLayout" Target="../slideLayouts/slideLayout227.xml" /><Relationship Id="rId130" Type="http://schemas.openxmlformats.org/officeDocument/2006/relationships/slideLayout" Target="../slideLayouts/slideLayout131.xml" /><Relationship Id="rId111" Type="http://schemas.openxmlformats.org/officeDocument/2006/relationships/slideLayout" Target="../slideLayouts/slideLayout112.xml" /><Relationship Id="rId64" Type="http://schemas.openxmlformats.org/officeDocument/2006/relationships/slideLayout" Target="../slideLayouts/slideLayout65.xml" /><Relationship Id="rId112" Type="http://schemas.openxmlformats.org/officeDocument/2006/relationships/slideLayout" Target="../slideLayouts/slideLayout113.xml" /><Relationship Id="rId74" Type="http://schemas.openxmlformats.org/officeDocument/2006/relationships/slideLayout" Target="../slideLayouts/slideLayout75.xml" /><Relationship Id="rId70" Type="http://schemas.openxmlformats.org/officeDocument/2006/relationships/slideLayout" Target="../slideLayouts/slideLayout71.xml" /><Relationship Id="rId144" Type="http://schemas.openxmlformats.org/officeDocument/2006/relationships/slideLayout" Target="../slideLayouts/slideLayout145.xml" /><Relationship Id="rId110" Type="http://schemas.openxmlformats.org/officeDocument/2006/relationships/slideLayout" Target="../slideLayouts/slideLayout111.xml" /><Relationship Id="rId9" Type="http://schemas.openxmlformats.org/officeDocument/2006/relationships/slideLayout" Target="../slideLayouts/slideLayout10.xml" /><Relationship Id="rId192" Type="http://schemas.openxmlformats.org/officeDocument/2006/relationships/slideLayout" Target="../slideLayouts/slideLayout193.xml" /><Relationship Id="rId103" Type="http://schemas.openxmlformats.org/officeDocument/2006/relationships/slideLayout" Target="../slideLayouts/slideLayout104.xml" /><Relationship Id="rId163" Type="http://schemas.openxmlformats.org/officeDocument/2006/relationships/slideLayout" Target="../slideLayouts/slideLayout164.xml" /><Relationship Id="rId160" Type="http://schemas.openxmlformats.org/officeDocument/2006/relationships/slideLayout" Target="../slideLayouts/slideLayout161.xml" /><Relationship Id="rId206" Type="http://schemas.openxmlformats.org/officeDocument/2006/relationships/slideLayout" Target="../slideLayouts/slideLayout207.xml" /><Relationship Id="rId28" Type="http://schemas.openxmlformats.org/officeDocument/2006/relationships/slideLayout" Target="../slideLayouts/slideLayout29.xml" /><Relationship Id="rId104" Type="http://schemas.openxmlformats.org/officeDocument/2006/relationships/slideLayout" Target="../slideLayouts/slideLayout105.xml" /><Relationship Id="rId121" Type="http://schemas.openxmlformats.org/officeDocument/2006/relationships/slideLayout" Target="../slideLayouts/slideLayout122.xml" /><Relationship Id="rId162" Type="http://schemas.openxmlformats.org/officeDocument/2006/relationships/slideLayout" Target="../slideLayouts/slideLayout163.xml" /><Relationship Id="rId105" Type="http://schemas.openxmlformats.org/officeDocument/2006/relationships/slideLayout" Target="../slideLayouts/slideLayout106.xml" /><Relationship Id="rId183" Type="http://schemas.openxmlformats.org/officeDocument/2006/relationships/slideLayout" Target="../slideLayouts/slideLayout184.xml" /><Relationship Id="rId10" Type="http://schemas.openxmlformats.org/officeDocument/2006/relationships/slideLayout" Target="../slideLayouts/slideLayout11.xml" /><Relationship Id="rId107" Type="http://schemas.openxmlformats.org/officeDocument/2006/relationships/slideLayout" Target="../slideLayouts/slideLayout108.xml" /><Relationship Id="rId114" Type="http://schemas.openxmlformats.org/officeDocument/2006/relationships/slideLayout" Target="../slideLayouts/slideLayout115.xml" /><Relationship Id="rId34" Type="http://schemas.openxmlformats.org/officeDocument/2006/relationships/slideLayout" Target="../slideLayouts/slideLayout35.xml" /><Relationship Id="rId23" Type="http://schemas.openxmlformats.org/officeDocument/2006/relationships/slideLayout" Target="../slideLayouts/slideLayout24.xml" /><Relationship Id="rId106" Type="http://schemas.openxmlformats.org/officeDocument/2006/relationships/slideLayout" Target="../slideLayouts/slideLayout107.xml" /><Relationship Id="rId182" Type="http://schemas.openxmlformats.org/officeDocument/2006/relationships/slideLayout" Target="../slideLayouts/slideLayout183.xml" /><Relationship Id="rId216" Type="http://schemas.openxmlformats.org/officeDocument/2006/relationships/slideLayout" Target="../slideLayouts/slideLayout217.xml" /><Relationship Id="rId136" Type="http://schemas.openxmlformats.org/officeDocument/2006/relationships/slideLayout" Target="../slideLayouts/slideLayout137.xml" /><Relationship Id="rId141" Type="http://schemas.openxmlformats.org/officeDocument/2006/relationships/slideLayout" Target="../slideLayouts/slideLayout142.xml" /><Relationship Id="rId221" Type="http://schemas.openxmlformats.org/officeDocument/2006/relationships/slideLayout" Target="../slideLayouts/slideLayout222.xml" /><Relationship Id="rId135" Type="http://schemas.openxmlformats.org/officeDocument/2006/relationships/slideLayout" Target="../slideLayouts/slideLayout136.xml" /><Relationship Id="rId270" Type="http://schemas.openxmlformats.org/officeDocument/2006/relationships/slideLayout" Target="../slideLayouts/slideLayout271.xml" /><Relationship Id="rId1" Type="http://schemas.openxmlformats.org/officeDocument/2006/relationships/slideLayout" Target="../slideLayouts/slideLayout2.xml" /><Relationship Id="rId55" Type="http://schemas.openxmlformats.org/officeDocument/2006/relationships/slideLayout" Target="../slideLayouts/slideLayout56.xml" /><Relationship Id="rId202" Type="http://schemas.openxmlformats.org/officeDocument/2006/relationships/slideLayout" Target="../slideLayouts/slideLayout203.xml" /><Relationship Id="rId245" Type="http://schemas.openxmlformats.org/officeDocument/2006/relationships/slideLayout" Target="../slideLayouts/slideLayout246.xml" /><Relationship Id="rId168" Type="http://schemas.openxmlformats.org/officeDocument/2006/relationships/slideLayout" Target="../slideLayouts/slideLayout169.xml" /><Relationship Id="rId158" Type="http://schemas.openxmlformats.org/officeDocument/2006/relationships/slideLayout" Target="../slideLayouts/slideLayout159.xml" /><Relationship Id="rId115" Type="http://schemas.openxmlformats.org/officeDocument/2006/relationships/slideLayout" Target="../slideLayouts/slideLayout116.xml" /><Relationship Id="rId148" Type="http://schemas.openxmlformats.org/officeDocument/2006/relationships/slideLayout" Target="../slideLayouts/slideLayout149.xml" /><Relationship Id="rId100" Type="http://schemas.openxmlformats.org/officeDocument/2006/relationships/slideLayout" Target="../slideLayouts/slideLayout101.xml" /><Relationship Id="rId161" Type="http://schemas.openxmlformats.org/officeDocument/2006/relationships/slideLayout" Target="../slideLayouts/slideLayout162.xml" /><Relationship Id="rId123" Type="http://schemas.openxmlformats.org/officeDocument/2006/relationships/slideLayout" Target="../slideLayouts/slideLayout124.xml" /><Relationship Id="rId120" Type="http://schemas.openxmlformats.org/officeDocument/2006/relationships/slideLayout" Target="../slideLayouts/slideLayout121.xml" /><Relationship Id="rId86" Type="http://schemas.openxmlformats.org/officeDocument/2006/relationships/slideLayout" Target="../slideLayouts/slideLayout87.xml" /><Relationship Id="rId30" Type="http://schemas.openxmlformats.org/officeDocument/2006/relationships/slideLayout" Target="../slideLayouts/slideLayout31.xml" /><Relationship Id="rId154" Type="http://schemas.openxmlformats.org/officeDocument/2006/relationships/slideLayout" Target="../slideLayouts/slideLayout155.xml" /><Relationship Id="rId139" Type="http://schemas.openxmlformats.org/officeDocument/2006/relationships/slideLayout" Target="../slideLayouts/slideLayout140.xml" /><Relationship Id="rId60" Type="http://schemas.openxmlformats.org/officeDocument/2006/relationships/slideLayout" Target="../slideLayouts/slideLayout61.xml" /><Relationship Id="rId239" Type="http://schemas.openxmlformats.org/officeDocument/2006/relationships/slideLayout" Target="../slideLayouts/slideLayout240.xml" /><Relationship Id="rId128" Type="http://schemas.openxmlformats.org/officeDocument/2006/relationships/slideLayout" Target="../slideLayouts/slideLayout129.xml" /><Relationship Id="rId41" Type="http://schemas.openxmlformats.org/officeDocument/2006/relationships/slideLayout" Target="../slideLayouts/slideLayout42.xml" /><Relationship Id="rId20" Type="http://schemas.openxmlformats.org/officeDocument/2006/relationships/slideLayout" Target="../slideLayouts/slideLayout21.xml" /><Relationship Id="rId156" Type="http://schemas.openxmlformats.org/officeDocument/2006/relationships/slideLayout" Target="../slideLayouts/slideLayout157.xml" /><Relationship Id="rId90" Type="http://schemas.openxmlformats.org/officeDocument/2006/relationships/slideLayout" Target="../slideLayouts/slideLayout91.xml" /><Relationship Id="rId208" Type="http://schemas.openxmlformats.org/officeDocument/2006/relationships/slideLayout" Target="../slideLayouts/slideLayout209.xml" /><Relationship Id="rId180" Type="http://schemas.openxmlformats.org/officeDocument/2006/relationships/slideLayout" Target="../slideLayouts/slideLayout181.xml" /><Relationship Id="rId165" Type="http://schemas.openxmlformats.org/officeDocument/2006/relationships/slideLayout" Target="../slideLayouts/slideLayout166.xml" /><Relationship Id="rId235" Type="http://schemas.openxmlformats.org/officeDocument/2006/relationships/slideLayout" Target="../slideLayouts/slideLayout236.xml" /><Relationship Id="rId15" Type="http://schemas.openxmlformats.org/officeDocument/2006/relationships/slideLayout" Target="../slideLayouts/slideLayout16.xml" /><Relationship Id="rId164" Type="http://schemas.openxmlformats.org/officeDocument/2006/relationships/slideLayout" Target="../slideLayouts/slideLayout165.xml" /><Relationship Id="rId278" Type="http://schemas.openxmlformats.org/officeDocument/2006/relationships/slideLayout" Target="../slideLayouts/slideLayout279.xml" /><Relationship Id="rId203" Type="http://schemas.openxmlformats.org/officeDocument/2006/relationships/slideLayout" Target="../slideLayouts/slideLayout204.xml" /><Relationship Id="rId101" Type="http://schemas.openxmlformats.org/officeDocument/2006/relationships/slideLayout" Target="../slideLayouts/slideLayout102.xml" /><Relationship Id="rId118" Type="http://schemas.openxmlformats.org/officeDocument/2006/relationships/slideLayout" Target="../slideLayouts/slideLayout119.xml" /><Relationship Id="rId119" Type="http://schemas.openxmlformats.org/officeDocument/2006/relationships/slideLayout" Target="../slideLayouts/slideLayout120.xml" /><Relationship Id="rId11" Type="http://schemas.openxmlformats.org/officeDocument/2006/relationships/slideLayout" Target="../slideLayouts/slideLayout12.xml" /><Relationship Id="rId210" Type="http://schemas.openxmlformats.org/officeDocument/2006/relationships/slideLayout" Target="../slideLayouts/slideLayout211.xml" /><Relationship Id="rId12" Type="http://schemas.openxmlformats.org/officeDocument/2006/relationships/slideLayout" Target="../slideLayouts/slideLayout13.xml" /><Relationship Id="rId82" Type="http://schemas.openxmlformats.org/officeDocument/2006/relationships/slideLayout" Target="../slideLayouts/slideLayout83.xml" /><Relationship Id="rId113" Type="http://schemas.openxmlformats.org/officeDocument/2006/relationships/slideLayout" Target="../slideLayouts/slideLayout114.xml" /><Relationship Id="rId38" Type="http://schemas.openxmlformats.org/officeDocument/2006/relationships/slideLayout" Target="../slideLayouts/slideLayout39.xml" /><Relationship Id="rId122" Type="http://schemas.openxmlformats.org/officeDocument/2006/relationships/slideLayout" Target="../slideLayouts/slideLayout123.xml" /><Relationship Id="rId14" Type="http://schemas.openxmlformats.org/officeDocument/2006/relationships/slideLayout" Target="../slideLayouts/slideLayout15.xml" /><Relationship Id="rId175" Type="http://schemas.openxmlformats.org/officeDocument/2006/relationships/slideLayout" Target="../slideLayouts/slideLayout176.xml" /><Relationship Id="rId219" Type="http://schemas.openxmlformats.org/officeDocument/2006/relationships/slideLayout" Target="../slideLayouts/slideLayout220.xml" /><Relationship Id="rId125" Type="http://schemas.openxmlformats.org/officeDocument/2006/relationships/slideLayout" Target="../slideLayouts/slideLayout126.xml" /><Relationship Id="rId126" Type="http://schemas.openxmlformats.org/officeDocument/2006/relationships/slideLayout" Target="../slideLayouts/slideLayout127.xml" /><Relationship Id="rId42" Type="http://schemas.openxmlformats.org/officeDocument/2006/relationships/slideLayout" Target="../slideLayouts/slideLayout43.xml" /><Relationship Id="rId132" Type="http://schemas.openxmlformats.org/officeDocument/2006/relationships/slideLayout" Target="../slideLayouts/slideLayout133.xml" /><Relationship Id="rId169" Type="http://schemas.openxmlformats.org/officeDocument/2006/relationships/slideLayout" Target="../slideLayouts/slideLayout170.xml" /><Relationship Id="rId17" Type="http://schemas.openxmlformats.org/officeDocument/2006/relationships/slideLayout" Target="../slideLayouts/slideLayout18.xml" /><Relationship Id="rId191" Type="http://schemas.openxmlformats.org/officeDocument/2006/relationships/slideLayout" Target="../slideLayouts/slideLayout192.xml" /><Relationship Id="rId170" Type="http://schemas.openxmlformats.org/officeDocument/2006/relationships/slideLayout" Target="../slideLayouts/slideLayout171.xml" /><Relationship Id="rId172" Type="http://schemas.openxmlformats.org/officeDocument/2006/relationships/slideLayout" Target="../slideLayouts/slideLayout173.xml" /><Relationship Id="rId93" Type="http://schemas.openxmlformats.org/officeDocument/2006/relationships/slideLayout" Target="../slideLayouts/slideLayout94.xml" /><Relationship Id="rId236" Type="http://schemas.openxmlformats.org/officeDocument/2006/relationships/slideLayout" Target="../slideLayouts/slideLayout237.xml" /><Relationship Id="rId173" Type="http://schemas.openxmlformats.org/officeDocument/2006/relationships/slideLayout" Target="../slideLayouts/slideLayout174.xml" /><Relationship Id="rId138" Type="http://schemas.openxmlformats.org/officeDocument/2006/relationships/slideLayout" Target="../slideLayouts/slideLayout139.xml" /><Relationship Id="rId127" Type="http://schemas.openxmlformats.org/officeDocument/2006/relationships/slideLayout" Target="../slideLayouts/slideLayout128.xml" /><Relationship Id="rId174" Type="http://schemas.openxmlformats.org/officeDocument/2006/relationships/slideLayout" Target="../slideLayouts/slideLayout175.xml" /><Relationship Id="rId129" Type="http://schemas.openxmlformats.org/officeDocument/2006/relationships/slideLayout" Target="../slideLayouts/slideLayout130.xml" /><Relationship Id="rId16" Type="http://schemas.openxmlformats.org/officeDocument/2006/relationships/slideLayout" Target="../slideLayouts/slideLayout17.xml" /><Relationship Id="rId146" Type="http://schemas.openxmlformats.org/officeDocument/2006/relationships/slideLayout" Target="../slideLayouts/slideLayout147.xml" /><Relationship Id="rId185" Type="http://schemas.openxmlformats.org/officeDocument/2006/relationships/slideLayout" Target="../slideLayouts/slideLayout186.xml" /><Relationship Id="rId3" Type="http://schemas.openxmlformats.org/officeDocument/2006/relationships/slideLayout" Target="../slideLayouts/slideLayout4.xml" /><Relationship Id="rId187" Type="http://schemas.openxmlformats.org/officeDocument/2006/relationships/slideLayout" Target="../slideLayouts/slideLayout188.xml" /><Relationship Id="rId196" Type="http://schemas.openxmlformats.org/officeDocument/2006/relationships/slideLayout" Target="../slideLayouts/slideLayout197.xml" /><Relationship Id="rId274" Type="http://schemas.openxmlformats.org/officeDocument/2006/relationships/slideLayout" Target="../slideLayouts/slideLayout275.xml" /><Relationship Id="rId177" Type="http://schemas.openxmlformats.org/officeDocument/2006/relationships/slideLayout" Target="../slideLayouts/slideLayout178.xml" /><Relationship Id="rId232" Type="http://schemas.openxmlformats.org/officeDocument/2006/relationships/slideLayout" Target="../slideLayouts/slideLayout233.xml" /><Relationship Id="rId178" Type="http://schemas.openxmlformats.org/officeDocument/2006/relationships/slideLayout" Target="../slideLayouts/slideLayout179.xml" /><Relationship Id="rId149" Type="http://schemas.openxmlformats.org/officeDocument/2006/relationships/slideLayout" Target="../slideLayouts/slideLayout150.xml" /><Relationship Id="rId234" Type="http://schemas.openxmlformats.org/officeDocument/2006/relationships/slideLayout" Target="../slideLayouts/slideLayout235.xml" /><Relationship Id="rId218" Type="http://schemas.openxmlformats.org/officeDocument/2006/relationships/slideLayout" Target="../slideLayouts/slideLayout219.xml" /><Relationship Id="rId72" Type="http://schemas.openxmlformats.org/officeDocument/2006/relationships/slideLayout" Target="../slideLayouts/slideLayout73.xml" /><Relationship Id="rId184" Type="http://schemas.openxmlformats.org/officeDocument/2006/relationships/slideLayout" Target="../slideLayouts/slideLayout185.xml" /><Relationship Id="rId227" Type="http://schemas.openxmlformats.org/officeDocument/2006/relationships/slideLayout" Target="../slideLayouts/slideLayout228.xml" /><Relationship Id="rId189" Type="http://schemas.openxmlformats.org/officeDocument/2006/relationships/slideLayout" Target="../slideLayouts/slideLayout190.xml" /><Relationship Id="rId19" Type="http://schemas.openxmlformats.org/officeDocument/2006/relationships/slideLayout" Target="../slideLayouts/slideLayout20.xml" /><Relationship Id="rId193" Type="http://schemas.openxmlformats.org/officeDocument/2006/relationships/slideLayout" Target="../slideLayouts/slideLayout194.xml" /><Relationship Id="rId195" Type="http://schemas.openxmlformats.org/officeDocument/2006/relationships/slideLayout" Target="../slideLayouts/slideLayout196.xml" /><Relationship Id="rId33" Type="http://schemas.openxmlformats.org/officeDocument/2006/relationships/slideLayout" Target="../slideLayouts/slideLayout34.xml" /><Relationship Id="rId18" Type="http://schemas.openxmlformats.org/officeDocument/2006/relationships/slideLayout" Target="../slideLayouts/slideLayout19.xml" /><Relationship Id="rId197" Type="http://schemas.openxmlformats.org/officeDocument/2006/relationships/slideLayout" Target="../slideLayouts/slideLayout198.xml" /><Relationship Id="rId199" Type="http://schemas.openxmlformats.org/officeDocument/2006/relationships/slideLayout" Target="../slideLayouts/slideLayout200.xml" /><Relationship Id="rId242" Type="http://schemas.openxmlformats.org/officeDocument/2006/relationships/slideLayout" Target="../slideLayouts/slideLayout243.xml" /><Relationship Id="rId200" Type="http://schemas.openxmlformats.org/officeDocument/2006/relationships/slideLayout" Target="../slideLayouts/slideLayout201.xml" /><Relationship Id="rId201" Type="http://schemas.openxmlformats.org/officeDocument/2006/relationships/slideLayout" Target="../slideLayouts/slideLayout202.xml" /><Relationship Id="rId246" Type="http://schemas.openxmlformats.org/officeDocument/2006/relationships/slideLayout" Target="../slideLayouts/slideLayout247.xml" /><Relationship Id="rId240" Type="http://schemas.openxmlformats.org/officeDocument/2006/relationships/slideLayout" Target="../slideLayouts/slideLayout241.xml" /><Relationship Id="rId204" Type="http://schemas.openxmlformats.org/officeDocument/2006/relationships/slideLayout" Target="../slideLayouts/slideLayout205.xml" /><Relationship Id="rId102" Type="http://schemas.openxmlformats.org/officeDocument/2006/relationships/slideLayout" Target="../slideLayouts/slideLayout103.xml" /><Relationship Id="rId205" Type="http://schemas.openxmlformats.org/officeDocument/2006/relationships/slideLayout" Target="../slideLayouts/slideLayout206.xml" /><Relationship Id="rId2" Type="http://schemas.openxmlformats.org/officeDocument/2006/relationships/slideLayout" Target="../slideLayouts/slideLayout3.xml" /><Relationship Id="rId207" Type="http://schemas.openxmlformats.org/officeDocument/2006/relationships/slideLayout" Target="../slideLayouts/slideLayout208.xml" /><Relationship Id="rId209" Type="http://schemas.openxmlformats.org/officeDocument/2006/relationships/slideLayout" Target="../slideLayouts/slideLayout210.xml" /><Relationship Id="rId21" Type="http://schemas.openxmlformats.org/officeDocument/2006/relationships/slideLayout" Target="../slideLayouts/slideLayout22.xml" /><Relationship Id="rId62" Type="http://schemas.openxmlformats.org/officeDocument/2006/relationships/slideLayout" Target="../slideLayouts/slideLayout63.xml" /><Relationship Id="rId171" Type="http://schemas.openxmlformats.org/officeDocument/2006/relationships/slideLayout" Target="../slideLayouts/slideLayout172.xml" /><Relationship Id="rId212" Type="http://schemas.openxmlformats.org/officeDocument/2006/relationships/slideLayout" Target="../slideLayouts/slideLayout213.xml" /><Relationship Id="rId213" Type="http://schemas.openxmlformats.org/officeDocument/2006/relationships/slideLayout" Target="../slideLayouts/slideLayout214.xml" /><Relationship Id="rId214" Type="http://schemas.openxmlformats.org/officeDocument/2006/relationships/slideLayout" Target="../slideLayouts/slideLayout215.xml" /><Relationship Id="rId54" Type="http://schemas.openxmlformats.org/officeDocument/2006/relationships/slideLayout" Target="../slideLayouts/slideLayout55.xml" /><Relationship Id="rId215" Type="http://schemas.openxmlformats.org/officeDocument/2006/relationships/slideLayout" Target="../slideLayouts/slideLayout216.xml" /><Relationship Id="rId217" Type="http://schemas.openxmlformats.org/officeDocument/2006/relationships/slideLayout" Target="../slideLayouts/slideLayout218.xml" /><Relationship Id="rId84" Type="http://schemas.openxmlformats.org/officeDocument/2006/relationships/slideLayout" Target="../slideLayouts/slideLayout85.xml" /><Relationship Id="rId22" Type="http://schemas.openxmlformats.org/officeDocument/2006/relationships/slideLayout" Target="../slideLayouts/slideLayout23.xml" /><Relationship Id="rId273" Type="http://schemas.openxmlformats.org/officeDocument/2006/relationships/slideLayout" Target="../slideLayouts/slideLayout274.xml" /><Relationship Id="rId220" Type="http://schemas.openxmlformats.org/officeDocument/2006/relationships/slideLayout" Target="../slideLayouts/slideLayout221.xml" /><Relationship Id="rId268" Type="http://schemas.openxmlformats.org/officeDocument/2006/relationships/slideLayout" Target="../slideLayouts/slideLayout269.xml" /><Relationship Id="rId179" Type="http://schemas.openxmlformats.org/officeDocument/2006/relationships/slideLayout" Target="../slideLayouts/slideLayout180.xml" /><Relationship Id="rId222" Type="http://schemas.openxmlformats.org/officeDocument/2006/relationships/slideLayout" Target="../slideLayouts/slideLayout223.xml" /><Relationship Id="rId32" Type="http://schemas.openxmlformats.org/officeDocument/2006/relationships/slideLayout" Target="../slideLayouts/slideLayout33.xml" /><Relationship Id="rId224" Type="http://schemas.openxmlformats.org/officeDocument/2006/relationships/slideLayout" Target="../slideLayouts/slideLayout225.xml" /><Relationship Id="rId225" Type="http://schemas.openxmlformats.org/officeDocument/2006/relationships/slideLayout" Target="../slideLayouts/slideLayout226.xml" /><Relationship Id="rId228" Type="http://schemas.openxmlformats.org/officeDocument/2006/relationships/slideLayout" Target="../slideLayouts/slideLayout229.xml" /><Relationship Id="rId181" Type="http://schemas.openxmlformats.org/officeDocument/2006/relationships/slideLayout" Target="../slideLayouts/slideLayout182.xml" /><Relationship Id="rId229" Type="http://schemas.openxmlformats.org/officeDocument/2006/relationships/slideLayout" Target="../slideLayouts/slideLayout230.xml" /><Relationship Id="rId190" Type="http://schemas.openxmlformats.org/officeDocument/2006/relationships/slideLayout" Target="../slideLayouts/slideLayout191.xml" /><Relationship Id="rId230" Type="http://schemas.openxmlformats.org/officeDocument/2006/relationships/slideLayout" Target="../slideLayouts/slideLayout231.xml" /><Relationship Id="rId77" Type="http://schemas.openxmlformats.org/officeDocument/2006/relationships/slideLayout" Target="../slideLayouts/slideLayout78.xml" /><Relationship Id="rId231" Type="http://schemas.openxmlformats.org/officeDocument/2006/relationships/slideLayout" Target="../slideLayouts/slideLayout232.xml" /><Relationship Id="rId13" Type="http://schemas.openxmlformats.org/officeDocument/2006/relationships/slideLayout" Target="../slideLayouts/slideLayout14.xml" /><Relationship Id="rId238" Type="http://schemas.openxmlformats.org/officeDocument/2006/relationships/slideLayout" Target="../slideLayouts/slideLayout239.xml" /><Relationship Id="rId24" Type="http://schemas.openxmlformats.org/officeDocument/2006/relationships/slideLayout" Target="../slideLayouts/slideLayout25.xml" /><Relationship Id="rId241" Type="http://schemas.openxmlformats.org/officeDocument/2006/relationships/slideLayout" Target="../slideLayouts/slideLayout242.xml" /><Relationship Id="rId211" Type="http://schemas.openxmlformats.org/officeDocument/2006/relationships/slideLayout" Target="../slideLayouts/slideLayout212.xml" /><Relationship Id="rId243" Type="http://schemas.openxmlformats.org/officeDocument/2006/relationships/slideLayout" Target="../slideLayouts/slideLayout244.xml" /><Relationship Id="rId186" Type="http://schemas.openxmlformats.org/officeDocument/2006/relationships/slideLayout" Target="../slideLayouts/slideLayout187.xml" /><Relationship Id="rId244" Type="http://schemas.openxmlformats.org/officeDocument/2006/relationships/slideLayout" Target="../slideLayouts/slideLayout245.xml" /><Relationship Id="rId81" Type="http://schemas.openxmlformats.org/officeDocument/2006/relationships/slideLayout" Target="../slideLayouts/slideLayout82.xml" /><Relationship Id="rId194" Type="http://schemas.openxmlformats.org/officeDocument/2006/relationships/slideLayout" Target="../slideLayouts/slideLayout195.xml" /><Relationship Id="rId237" Type="http://schemas.openxmlformats.org/officeDocument/2006/relationships/slideLayout" Target="../slideLayouts/slideLayout238.xml" /><Relationship Id="rId247" Type="http://schemas.openxmlformats.org/officeDocument/2006/relationships/slideLayout" Target="../slideLayouts/slideLayout248.xml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/>
          <p:cNvSpPr txBox="true"/>
          <p:nvPr userDrawn="true"/>
        </p:nvSpPr>
        <p:spPr>
          <a:xfrm>
            <a:off x="8131175" y="6392544"/>
            <a:ext cx="3553460" cy="160655"/>
          </a:xfrm>
          <a:prstGeom prst="rect">
            <a:avLst/>
          </a:prstGeom>
        </p:spPr>
        <p:txBody>
          <a:bodyPr vert="horz" lIns="0" tIns="0" rIns="0" bIns="0" rtlCol="false" anchor="t" anchorCtr="false"/>
          <a:lstStyle>
            <a:defPPr>
              <a:defRPr lang="en-US"/>
            </a:defPPr>
            <a:lvl1pPr marL="0" algn="r" defTabSz="914400" rtl="false" eaLnBrk="true" latinLnBrk="false" hangingPunct="true">
              <a:defRPr sz="600" b="true" kern="1200" cap="all" spc="150" baseline="0">
                <a:solidFill>
                  <a:srgbClr val="908D84"/>
                </a:solidFill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1pPr>
            <a:lvl2pPr marL="4572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false" eaLnBrk="true" latinLnBrk="false" hangingPunct="true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/>
            <a:r>
              <a:rPr lang="zh-CN" altLang="en-US" sz="700" b="false" i="false" spc="0" noProof="false">
                <a:latin typeface="Noto Sans S Chinese Regular" panose="020B0500000000000000" pitchFamily="34" charset="-128"/>
                <a:ea typeface="Noto Sans S Chinese Regular" panose="020B0500000000000000" pitchFamily="34" charset="-128"/>
              </a:rPr>
              <a:t>版权所有</a:t>
            </a:r>
            <a:r>
              <a:rPr lang="en-US" altLang="zh-CN" sz="700" b="false" i="false" spc="0" noProof="false">
                <a:latin typeface="Noto Sans S Chinese Regular" panose="020B0500000000000000" pitchFamily="34" charset="-128"/>
                <a:ea typeface="Noto Sans S Chinese Regular" panose="020B0500000000000000" pitchFamily="34" charset="-128"/>
              </a:rPr>
              <a:t>© 2025 </a:t>
            </a:r>
            <a:r>
              <a:rPr lang="zh-CN" altLang="en-US" sz="700" b="false" i="false" spc="0" noProof="false">
                <a:latin typeface="Noto Sans S Chinese Regular" panose="020B0500000000000000" pitchFamily="34" charset="-128"/>
                <a:ea typeface="Noto Sans S Chinese Regular" panose="020B0500000000000000" pitchFamily="34" charset="-128"/>
              </a:rPr>
              <a:t>亚马逊广告。保留所有权利。</a:t>
            </a:r>
            <a:endParaRPr lang="en-US" sz="700" b="false" i="false" spc="0" noProof="false">
              <a:latin typeface="Noto Sans S Chinese Regular" panose="020B0500000000000000" pitchFamily="34" charset="-128"/>
              <a:ea typeface="Noto Sans S Chinese Regular" panose="020B0500000000000000" pitchFamily="34" charset="-128"/>
            </a:endParaRPr>
          </a:p>
        </p:txBody>
      </p:sp>
      <p:sp>
        <p:nvSpPr>
          <p:cNvPr id="3" name="Title Placeholder 1"/>
          <p:cNvSpPr>
            <a:spLocks noGrp="true"/>
          </p:cNvSpPr>
          <p:nvPr>
            <p:ph type="title"/>
          </p:nvPr>
        </p:nvSpPr>
        <p:spPr>
          <a:xfrm>
            <a:off x="507365" y="500062"/>
            <a:ext cx="11186160" cy="525463"/>
          </a:xfrm>
          <a:prstGeom prst="rect">
            <a:avLst/>
          </a:prstGeom>
        </p:spPr>
        <p:txBody>
          <a:bodyPr vert="horz" lIns="0" tIns="0" rIns="0" bIns="0" rtlCol="false" anchor="t" anchorCtr="false">
            <a:noAutofit/>
          </a:bodyPr>
          <a:lstStyle/>
          <a:p>
            <a:pPr/>
            <a:r>
              <a:rPr lang="en-US" noProof="false"/>
              <a:t>Click to edit Master title style</a:t>
            </a:r>
            <a:endParaRPr lang="en-US" noProof="false"/>
          </a:p>
        </p:txBody>
      </p:sp>
      <p:sp>
        <p:nvSpPr>
          <p:cNvPr id="4" name="Text Placeholder 2"/>
          <p:cNvSpPr>
            <a:spLocks noGrp="true"/>
          </p:cNvSpPr>
          <p:nvPr>
            <p:ph type="body" idx="1"/>
          </p:nvPr>
        </p:nvSpPr>
        <p:spPr>
          <a:xfrm>
            <a:off x="498476" y="1198563"/>
            <a:ext cx="11195050" cy="4859337"/>
          </a:xfrm>
          <a:prstGeom prst="rect">
            <a:avLst/>
          </a:prstGeom>
        </p:spPr>
        <p:txBody>
          <a:bodyPr vert="horz" lIns="0" tIns="0" rIns="0" bIns="0" rtlCol="false" anchor="t" anchorCtr="false">
            <a:noAutofit/>
          </a:bodyPr>
          <a:lstStyle/>
          <a:p>
            <a:pPr lvl="0"/>
            <a:r>
              <a:rPr lang="en-US" noProof="false"/>
              <a:t>Click to edit Master text styles</a:t>
            </a:r>
            <a:endParaRPr lang="en-US" noProof="false"/>
          </a:p>
          <a:p>
            <a:pPr lvl="1"/>
            <a:r>
              <a:rPr lang="en-US" noProof="false"/>
              <a:t>Second level</a:t>
            </a:r>
            <a:endParaRPr lang="en-US" noProof="false"/>
          </a:p>
          <a:p>
            <a:pPr lvl="2"/>
            <a:r>
              <a:rPr lang="en-US" noProof="false"/>
              <a:t>Third level</a:t>
            </a:r>
            <a:endParaRPr lang="en-US" noProof="false"/>
          </a:p>
          <a:p>
            <a:pPr lvl="3"/>
            <a:r>
              <a:rPr lang="en-US" noProof="false"/>
              <a:t>Fourth level</a:t>
            </a:r>
            <a:endParaRPr lang="en-US" noProof="false"/>
          </a:p>
          <a:p>
            <a:pPr lvl="4"/>
            <a:r>
              <a:rPr lang="en-US" noProof="false"/>
              <a:t>Fifth level</a:t>
            </a:r>
            <a:endParaRPr lang="en-US" noProof="false"/>
          </a:p>
        </p:txBody>
      </p:sp>
      <p:sp>
        <p:nvSpPr>
          <p:cNvPr id="5" name="Slide Number Placeholder 5"/>
          <p:cNvSpPr>
            <a:spLocks noGrp="true"/>
          </p:cNvSpPr>
          <p:nvPr>
            <p:ph type="sldNum" sz="quarter" idx="4"/>
          </p:nvPr>
        </p:nvSpPr>
        <p:spPr>
          <a:xfrm>
            <a:off x="507365" y="6394926"/>
            <a:ext cx="360000" cy="180000"/>
          </a:xfrm>
          <a:prstGeom prst="rect">
            <a:avLst/>
          </a:prstGeom>
        </p:spPr>
        <p:txBody>
          <a:bodyPr vert="horz" lIns="0" tIns="0" rIns="0" bIns="0" rtlCol="false" anchor="t" anchorCtr="false"/>
          <a:lstStyle>
            <a:lvl1pPr algn="l">
              <a:defRPr sz="600" b="true" i="false">
                <a:solidFill>
                  <a:schemeClr val="tx1"/>
                </a:solidFill>
                <a:latin typeface="Ember Modern Display Standard" panose="020B0503020204020204" pitchFamily="34" charset="0"/>
              </a:defRPr>
            </a:lvl1pPr>
          </a:lstStyle>
          <a:p>
            <a:pPr/>
            <a:fld id="{61618D03-50A5-4FC1-A1FF-1ED14B2283ED}" type="slidenum">
              <a:rPr lang="en-US" smtClean="false"/>
              <a:t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  <p:sldLayoutId id="2147483664" r:id="rId15"/>
    <p:sldLayoutId id="2147483665" r:id="rId16"/>
    <p:sldLayoutId id="2147483666" r:id="rId17"/>
    <p:sldLayoutId id="2147483667" r:id="rId18"/>
    <p:sldLayoutId id="2147483668" r:id="rId19"/>
    <p:sldLayoutId id="2147483669" r:id="rId20"/>
    <p:sldLayoutId id="2147483670" r:id="rId21"/>
    <p:sldLayoutId id="2147483671" r:id="rId22"/>
    <p:sldLayoutId id="2147483672" r:id="rId23"/>
    <p:sldLayoutId id="2147483673" r:id="rId24"/>
    <p:sldLayoutId id="2147483674" r:id="rId25"/>
    <p:sldLayoutId id="2147483675" r:id="rId26"/>
    <p:sldLayoutId id="2147483676" r:id="rId27"/>
    <p:sldLayoutId id="2147483677" r:id="rId28"/>
    <p:sldLayoutId id="2147483678" r:id="rId29"/>
    <p:sldLayoutId id="2147483679" r:id="rId30"/>
    <p:sldLayoutId id="2147483680" r:id="rId31"/>
    <p:sldLayoutId id="2147483681" r:id="rId32"/>
    <p:sldLayoutId id="2147483682" r:id="rId33"/>
    <p:sldLayoutId id="2147483683" r:id="rId34"/>
    <p:sldLayoutId id="2147483684" r:id="rId35"/>
    <p:sldLayoutId id="2147483685" r:id="rId36"/>
    <p:sldLayoutId id="2147483686" r:id="rId37"/>
    <p:sldLayoutId id="2147483687" r:id="rId38"/>
    <p:sldLayoutId id="2147483688" r:id="rId39"/>
    <p:sldLayoutId id="2147483689" r:id="rId40"/>
    <p:sldLayoutId id="2147483690" r:id="rId41"/>
    <p:sldLayoutId id="2147483691" r:id="rId42"/>
    <p:sldLayoutId id="2147483692" r:id="rId43"/>
    <p:sldLayoutId id="2147483693" r:id="rId44"/>
    <p:sldLayoutId id="2147483694" r:id="rId45"/>
    <p:sldLayoutId id="2147483695" r:id="rId46"/>
    <p:sldLayoutId id="2147483696" r:id="rId47"/>
    <p:sldLayoutId id="2147483697" r:id="rId48"/>
    <p:sldLayoutId id="2147483698" r:id="rId49"/>
    <p:sldLayoutId id="2147483699" r:id="rId50"/>
    <p:sldLayoutId id="2147483700" r:id="rId51"/>
    <p:sldLayoutId id="2147483701" r:id="rId52"/>
    <p:sldLayoutId id="2147483702" r:id="rId53"/>
    <p:sldLayoutId id="2147483703" r:id="rId54"/>
    <p:sldLayoutId id="2147483704" r:id="rId55"/>
    <p:sldLayoutId id="2147483705" r:id="rId56"/>
    <p:sldLayoutId id="2147483706" r:id="rId57"/>
    <p:sldLayoutId id="2147483707" r:id="rId58"/>
    <p:sldLayoutId id="2147483708" r:id="rId59"/>
    <p:sldLayoutId id="2147483709" r:id="rId60"/>
    <p:sldLayoutId id="2147483710" r:id="rId61"/>
    <p:sldLayoutId id="2147483711" r:id="rId62"/>
    <p:sldLayoutId id="2147483712" r:id="rId63"/>
    <p:sldLayoutId id="2147483713" r:id="rId64"/>
    <p:sldLayoutId id="2147483714" r:id="rId65"/>
    <p:sldLayoutId id="2147483715" r:id="rId66"/>
    <p:sldLayoutId id="2147483716" r:id="rId67"/>
    <p:sldLayoutId id="2147483717" r:id="rId68"/>
    <p:sldLayoutId id="2147483718" r:id="rId69"/>
    <p:sldLayoutId id="2147483719" r:id="rId70"/>
    <p:sldLayoutId id="2147483720" r:id="rId71"/>
    <p:sldLayoutId id="2147483721" r:id="rId72"/>
    <p:sldLayoutId id="2147483722" r:id="rId73"/>
    <p:sldLayoutId id="2147483723" r:id="rId74"/>
    <p:sldLayoutId id="2147483724" r:id="rId75"/>
    <p:sldLayoutId id="2147483725" r:id="rId76"/>
    <p:sldLayoutId id="2147483726" r:id="rId77"/>
    <p:sldLayoutId id="2147483727" r:id="rId78"/>
    <p:sldLayoutId id="2147483728" r:id="rId79"/>
    <p:sldLayoutId id="2147483729" r:id="rId80"/>
    <p:sldLayoutId id="2147483730" r:id="rId81"/>
    <p:sldLayoutId id="2147483731" r:id="rId82"/>
    <p:sldLayoutId id="2147483732" r:id="rId83"/>
    <p:sldLayoutId id="2147483733" r:id="rId84"/>
    <p:sldLayoutId id="2147483734" r:id="rId85"/>
    <p:sldLayoutId id="2147483735" r:id="rId86"/>
    <p:sldLayoutId id="2147483736" r:id="rId87"/>
    <p:sldLayoutId id="2147483737" r:id="rId88"/>
    <p:sldLayoutId id="2147483738" r:id="rId89"/>
    <p:sldLayoutId id="2147483739" r:id="rId90"/>
    <p:sldLayoutId id="2147483740" r:id="rId91"/>
    <p:sldLayoutId id="2147483741" r:id="rId92"/>
    <p:sldLayoutId id="2147483742" r:id="rId93"/>
    <p:sldLayoutId id="2147483743" r:id="rId94"/>
    <p:sldLayoutId id="2147483744" r:id="rId95"/>
    <p:sldLayoutId id="2147483745" r:id="rId96"/>
    <p:sldLayoutId id="2147483746" r:id="rId97"/>
    <p:sldLayoutId id="2147483747" r:id="rId98"/>
    <p:sldLayoutId id="2147483748" r:id="rId99"/>
    <p:sldLayoutId id="2147483749" r:id="rId100"/>
    <p:sldLayoutId id="2147483750" r:id="rId101"/>
    <p:sldLayoutId id="2147483751" r:id="rId102"/>
    <p:sldLayoutId id="2147483752" r:id="rId103"/>
    <p:sldLayoutId id="2147483753" r:id="rId104"/>
    <p:sldLayoutId id="2147483754" r:id="rId105"/>
    <p:sldLayoutId id="2147483755" r:id="rId106"/>
    <p:sldLayoutId id="2147483756" r:id="rId107"/>
    <p:sldLayoutId id="2147483757" r:id="rId108"/>
    <p:sldLayoutId id="2147483758" r:id="rId109"/>
    <p:sldLayoutId id="2147483759" r:id="rId110"/>
    <p:sldLayoutId id="2147483760" r:id="rId111"/>
    <p:sldLayoutId id="2147483761" r:id="rId112"/>
    <p:sldLayoutId id="2147483762" r:id="rId113"/>
    <p:sldLayoutId id="2147483763" r:id="rId114"/>
    <p:sldLayoutId id="2147483764" r:id="rId115"/>
    <p:sldLayoutId id="2147483765" r:id="rId116"/>
    <p:sldLayoutId id="2147483766" r:id="rId117"/>
    <p:sldLayoutId id="2147483767" r:id="rId118"/>
    <p:sldLayoutId id="2147483768" r:id="rId119"/>
    <p:sldLayoutId id="2147483769" r:id="rId120"/>
    <p:sldLayoutId id="2147483770" r:id="rId121"/>
    <p:sldLayoutId id="2147483771" r:id="rId122"/>
    <p:sldLayoutId id="2147483772" r:id="rId123"/>
    <p:sldLayoutId id="2147483773" r:id="rId124"/>
    <p:sldLayoutId id="2147483774" r:id="rId125"/>
    <p:sldLayoutId id="2147483775" r:id="rId126"/>
    <p:sldLayoutId id="2147483776" r:id="rId127"/>
    <p:sldLayoutId id="2147483777" r:id="rId128"/>
    <p:sldLayoutId id="2147483778" r:id="rId129"/>
    <p:sldLayoutId id="2147483779" r:id="rId130"/>
    <p:sldLayoutId id="2147483780" r:id="rId131"/>
    <p:sldLayoutId id="2147483781" r:id="rId132"/>
    <p:sldLayoutId id="2147483782" r:id="rId133"/>
    <p:sldLayoutId id="2147483783" r:id="rId134"/>
    <p:sldLayoutId id="2147483784" r:id="rId135"/>
    <p:sldLayoutId id="2147483785" r:id="rId136"/>
    <p:sldLayoutId id="2147483786" r:id="rId137"/>
    <p:sldLayoutId id="2147483787" r:id="rId138"/>
    <p:sldLayoutId id="2147483788" r:id="rId139"/>
    <p:sldLayoutId id="2147483789" r:id="rId140"/>
    <p:sldLayoutId id="2147483790" r:id="rId141"/>
    <p:sldLayoutId id="2147483791" r:id="rId142"/>
    <p:sldLayoutId id="2147483792" r:id="rId143"/>
    <p:sldLayoutId id="2147483793" r:id="rId144"/>
    <p:sldLayoutId id="2147483794" r:id="rId145"/>
    <p:sldLayoutId id="2147483795" r:id="rId146"/>
    <p:sldLayoutId id="2147483796" r:id="rId147"/>
    <p:sldLayoutId id="2147483797" r:id="rId148"/>
    <p:sldLayoutId id="2147483798" r:id="rId149"/>
    <p:sldLayoutId id="2147483799" r:id="rId150"/>
    <p:sldLayoutId id="2147483800" r:id="rId151"/>
    <p:sldLayoutId id="2147483801" r:id="rId152"/>
    <p:sldLayoutId id="2147483802" r:id="rId153"/>
    <p:sldLayoutId id="2147483803" r:id="rId154"/>
    <p:sldLayoutId id="2147483804" r:id="rId155"/>
    <p:sldLayoutId id="2147483805" r:id="rId156"/>
    <p:sldLayoutId id="2147483806" r:id="rId157"/>
    <p:sldLayoutId id="2147483807" r:id="rId158"/>
    <p:sldLayoutId id="2147483808" r:id="rId159"/>
    <p:sldLayoutId id="2147483809" r:id="rId160"/>
    <p:sldLayoutId id="2147483810" r:id="rId161"/>
    <p:sldLayoutId id="2147483811" r:id="rId162"/>
    <p:sldLayoutId id="2147483812" r:id="rId163"/>
    <p:sldLayoutId id="2147483813" r:id="rId164"/>
    <p:sldLayoutId id="2147483814" r:id="rId165"/>
    <p:sldLayoutId id="2147483815" r:id="rId166"/>
    <p:sldLayoutId id="2147483816" r:id="rId167"/>
    <p:sldLayoutId id="2147483817" r:id="rId168"/>
    <p:sldLayoutId id="2147483818" r:id="rId169"/>
    <p:sldLayoutId id="2147483819" r:id="rId170"/>
    <p:sldLayoutId id="2147483820" r:id="rId171"/>
    <p:sldLayoutId id="2147483821" r:id="rId172"/>
    <p:sldLayoutId id="2147483822" r:id="rId173"/>
    <p:sldLayoutId id="2147483823" r:id="rId174"/>
    <p:sldLayoutId id="2147483824" r:id="rId175"/>
    <p:sldLayoutId id="2147483825" r:id="rId176"/>
    <p:sldLayoutId id="2147483826" r:id="rId177"/>
    <p:sldLayoutId id="2147483827" r:id="rId178"/>
    <p:sldLayoutId id="2147483828" r:id="rId179"/>
    <p:sldLayoutId id="2147483829" r:id="rId180"/>
    <p:sldLayoutId id="2147483830" r:id="rId181"/>
    <p:sldLayoutId id="2147483831" r:id="rId182"/>
    <p:sldLayoutId id="2147483832" r:id="rId183"/>
    <p:sldLayoutId id="2147483833" r:id="rId184"/>
    <p:sldLayoutId id="2147483834" r:id="rId185"/>
    <p:sldLayoutId id="2147483835" r:id="rId186"/>
    <p:sldLayoutId id="2147483836" r:id="rId187"/>
    <p:sldLayoutId id="2147483837" r:id="rId188"/>
    <p:sldLayoutId id="2147483838" r:id="rId189"/>
    <p:sldLayoutId id="2147483839" r:id="rId190"/>
    <p:sldLayoutId id="2147483840" r:id="rId191"/>
    <p:sldLayoutId id="2147483841" r:id="rId192"/>
    <p:sldLayoutId id="2147483842" r:id="rId193"/>
    <p:sldLayoutId id="2147483843" r:id="rId194"/>
    <p:sldLayoutId id="2147483844" r:id="rId195"/>
    <p:sldLayoutId id="2147483845" r:id="rId196"/>
    <p:sldLayoutId id="2147483846" r:id="rId197"/>
    <p:sldLayoutId id="2147483847" r:id="rId198"/>
    <p:sldLayoutId id="2147483848" r:id="rId199"/>
    <p:sldLayoutId id="2147483849" r:id="rId200"/>
    <p:sldLayoutId id="2147483850" r:id="rId201"/>
    <p:sldLayoutId id="2147483851" r:id="rId202"/>
    <p:sldLayoutId id="2147483852" r:id="rId203"/>
    <p:sldLayoutId id="2147483853" r:id="rId204"/>
    <p:sldLayoutId id="2147483854" r:id="rId205"/>
    <p:sldLayoutId id="2147483855" r:id="rId206"/>
    <p:sldLayoutId id="2147483856" r:id="rId207"/>
    <p:sldLayoutId id="2147483857" r:id="rId208"/>
    <p:sldLayoutId id="2147483858" r:id="rId209"/>
    <p:sldLayoutId id="2147483859" r:id="rId210"/>
    <p:sldLayoutId id="2147483860" r:id="rId211"/>
    <p:sldLayoutId id="2147483861" r:id="rId212"/>
    <p:sldLayoutId id="2147483862" r:id="rId213"/>
    <p:sldLayoutId id="2147483863" r:id="rId214"/>
    <p:sldLayoutId id="2147483864" r:id="rId215"/>
    <p:sldLayoutId id="2147483865" r:id="rId216"/>
    <p:sldLayoutId id="2147483866" r:id="rId217"/>
    <p:sldLayoutId id="2147483867" r:id="rId218"/>
    <p:sldLayoutId id="2147483868" r:id="rId219"/>
    <p:sldLayoutId id="2147483869" r:id="rId220"/>
    <p:sldLayoutId id="2147483870" r:id="rId221"/>
    <p:sldLayoutId id="2147483871" r:id="rId222"/>
    <p:sldLayoutId id="2147483872" r:id="rId223"/>
    <p:sldLayoutId id="2147483873" r:id="rId224"/>
    <p:sldLayoutId id="2147483874" r:id="rId225"/>
    <p:sldLayoutId id="2147483875" r:id="rId226"/>
    <p:sldLayoutId id="2147483876" r:id="rId227"/>
    <p:sldLayoutId id="2147483877" r:id="rId228"/>
    <p:sldLayoutId id="2147483878" r:id="rId229"/>
    <p:sldLayoutId id="2147483879" r:id="rId230"/>
    <p:sldLayoutId id="2147483880" r:id="rId231"/>
    <p:sldLayoutId id="2147483881" r:id="rId232"/>
    <p:sldLayoutId id="2147483882" r:id="rId233"/>
    <p:sldLayoutId id="2147483883" r:id="rId234"/>
    <p:sldLayoutId id="2147483884" r:id="rId235"/>
    <p:sldLayoutId id="2147483885" r:id="rId236"/>
    <p:sldLayoutId id="2147483886" r:id="rId237"/>
    <p:sldLayoutId id="2147483887" r:id="rId238"/>
    <p:sldLayoutId id="2147483888" r:id="rId239"/>
    <p:sldLayoutId id="2147483889" r:id="rId240"/>
    <p:sldLayoutId id="2147483890" r:id="rId241"/>
    <p:sldLayoutId id="2147483891" r:id="rId242"/>
    <p:sldLayoutId id="2147483892" r:id="rId243"/>
    <p:sldLayoutId id="2147483893" r:id="rId244"/>
    <p:sldLayoutId id="2147483894" r:id="rId245"/>
    <p:sldLayoutId id="2147483895" r:id="rId246"/>
    <p:sldLayoutId id="2147483896" r:id="rId247"/>
    <p:sldLayoutId id="2147483897" r:id="rId248"/>
    <p:sldLayoutId id="2147483898" r:id="rId249"/>
    <p:sldLayoutId id="2147483899" r:id="rId250"/>
    <p:sldLayoutId id="2147483900" r:id="rId251"/>
    <p:sldLayoutId id="2147483901" r:id="rId252"/>
    <p:sldLayoutId id="2147483902" r:id="rId253"/>
    <p:sldLayoutId id="2147483903" r:id="rId254"/>
    <p:sldLayoutId id="2147483904" r:id="rId255"/>
    <p:sldLayoutId id="2147483905" r:id="rId256"/>
    <p:sldLayoutId id="2147483906" r:id="rId257"/>
    <p:sldLayoutId id="2147483907" r:id="rId258"/>
    <p:sldLayoutId id="2147483908" r:id="rId259"/>
    <p:sldLayoutId id="2147483909" r:id="rId260"/>
    <p:sldLayoutId id="2147483910" r:id="rId261"/>
    <p:sldLayoutId id="2147483911" r:id="rId262"/>
    <p:sldLayoutId id="2147483912" r:id="rId263"/>
    <p:sldLayoutId id="2147483913" r:id="rId264"/>
    <p:sldLayoutId id="2147483914" r:id="rId265"/>
    <p:sldLayoutId id="2147483915" r:id="rId266"/>
    <p:sldLayoutId id="2147483916" r:id="rId267"/>
    <p:sldLayoutId id="2147483917" r:id="rId268"/>
    <p:sldLayoutId id="2147483918" r:id="rId269"/>
    <p:sldLayoutId id="2147483919" r:id="rId270"/>
    <p:sldLayoutId id="2147483920" r:id="rId271"/>
    <p:sldLayoutId id="2147483921" r:id="rId272"/>
    <p:sldLayoutId id="2147483922" r:id="rId273"/>
    <p:sldLayoutId id="2147483923" r:id="rId274"/>
    <p:sldLayoutId id="2147483924" r:id="rId275"/>
    <p:sldLayoutId id="2147483925" r:id="rId276"/>
    <p:sldLayoutId id="2147483926" r:id="rId277"/>
    <p:sldLayoutId id="2147483927" r:id="rId278"/>
  </p:sldLayoutIdLst>
  <p:hf hdr="false" ftr="false" dt="false"/>
  <p:txStyles>
    <p:titleStyle>
      <a:lvl1pPr algn="l" defTabSz="914400" rtl="false" eaLnBrk="true" latinLnBrk="false" hangingPunct="true">
        <a:lnSpc>
          <a:spcPct val="80000"/>
        </a:lnSpc>
        <a:spcBef>
          <a:spcPct val="1"/>
        </a:spcBef>
        <a:buNone/>
        <a:defRPr sz="3200" b="true" i="false" kern="1200" spc="-50" baseline="0">
          <a:solidFill>
            <a:schemeClr val="tx1"/>
          </a:solidFill>
          <a:latin typeface="Noto Sans S Chinese Bold" panose="020B0500000000000000" pitchFamily="34" charset="-128"/>
          <a:ea typeface="Noto Sans S Chinese Bold" panose="020B0500000000000000" pitchFamily="34" charset="-128"/>
          <a:cs typeface="+mj-cs"/>
        </a:defRPr>
      </a:lvl1pPr>
    </p:titleStyle>
    <p:bodyStyle>
      <a:lvl1pPr marL="0" indent="0" algn="l" defTabSz="914400" rtl="false" eaLnBrk="true" latinLnBrk="false" hangingPunct="true">
        <a:lnSpc>
          <a:spcPct val="90000"/>
        </a:lnSpc>
        <a:spcBef>
          <a:spcPts val="1000"/>
        </a:spcBef>
        <a:buFontTx/>
        <a:buNone/>
        <a:defRPr sz="2800" kern="1200">
          <a:solidFill>
            <a:schemeClr val="tx1"/>
          </a:solidFill>
          <a:latin typeface="Noto Sans S Chinese Regular" panose="020B0500000000000000" pitchFamily="34" charset="-128"/>
          <a:ea typeface="Noto Sans S Chinese Regular" panose="020B0500000000000000" pitchFamily="34" charset="-128"/>
          <a:cs typeface="+mn-cs"/>
        </a:defRPr>
      </a:lvl1pPr>
      <a:lvl2pPr marL="457200" indent="0" algn="l" defTabSz="914400" rtl="false" eaLnBrk="true" latinLnBrk="false" hangingPunct="true">
        <a:lnSpc>
          <a:spcPct val="90000"/>
        </a:lnSpc>
        <a:spcBef>
          <a:spcPts val="500"/>
        </a:spcBef>
        <a:buFontTx/>
        <a:buNone/>
        <a:defRPr sz="2400" kern="1200">
          <a:solidFill>
            <a:schemeClr val="tx1"/>
          </a:solidFill>
          <a:latin typeface="Noto Sans S Chinese Regular" panose="020B0500000000000000" pitchFamily="34" charset="-128"/>
          <a:ea typeface="Noto Sans S Chinese Regular" panose="020B0500000000000000" pitchFamily="34" charset="-128"/>
          <a:cs typeface="+mn-cs"/>
        </a:defRPr>
      </a:lvl2pPr>
      <a:lvl3pPr marL="914400" indent="0" algn="l" defTabSz="914400" rtl="false" eaLnBrk="true" latinLnBrk="false" hangingPunct="true">
        <a:lnSpc>
          <a:spcPct val="90000"/>
        </a:lnSpc>
        <a:spcBef>
          <a:spcPts val="500"/>
        </a:spcBef>
        <a:buFontTx/>
        <a:buNone/>
        <a:defRPr sz="2000" kern="1200">
          <a:solidFill>
            <a:schemeClr val="tx1"/>
          </a:solidFill>
          <a:latin typeface="Noto Sans S Chinese Regular" panose="020B0500000000000000" pitchFamily="34" charset="-128"/>
          <a:ea typeface="Noto Sans S Chinese Regular" panose="020B0500000000000000" pitchFamily="34" charset="-128"/>
          <a:cs typeface="+mn-cs"/>
        </a:defRPr>
      </a:lvl3pPr>
      <a:lvl4pPr marL="1371600" indent="0" algn="l" defTabSz="914400" rtl="false" eaLnBrk="true" latinLnBrk="false" hangingPunct="true">
        <a:lnSpc>
          <a:spcPct val="90000"/>
        </a:lnSpc>
        <a:spcBef>
          <a:spcPts val="500"/>
        </a:spcBef>
        <a:buFontTx/>
        <a:buNone/>
        <a:defRPr sz="1800" kern="1200">
          <a:solidFill>
            <a:schemeClr val="tx1"/>
          </a:solidFill>
          <a:latin typeface="Noto Sans S Chinese Regular" panose="020B0500000000000000" pitchFamily="34" charset="-128"/>
          <a:ea typeface="Noto Sans S Chinese Regular" panose="020B0500000000000000" pitchFamily="34" charset="-128"/>
          <a:cs typeface="+mn-cs"/>
        </a:defRPr>
      </a:lvl4pPr>
      <a:lvl5pPr marL="1828800" indent="0" algn="l" defTabSz="914400" rtl="false" eaLnBrk="true" latinLnBrk="false" hangingPunct="true">
        <a:lnSpc>
          <a:spcPct val="90000"/>
        </a:lnSpc>
        <a:spcBef>
          <a:spcPts val="500"/>
        </a:spcBef>
        <a:buFontTx/>
        <a:buNone/>
        <a:defRPr sz="1800" kern="1200">
          <a:solidFill>
            <a:schemeClr val="tx1"/>
          </a:solidFill>
          <a:latin typeface="Noto Sans S Chinese Regular" panose="020B0500000000000000" pitchFamily="34" charset="-128"/>
          <a:ea typeface="Noto Sans S Chinese Regular" panose="020B0500000000000000" pitchFamily="34" charset="-128"/>
          <a:cs typeface="+mn-cs"/>
        </a:defRPr>
      </a:lvl5pPr>
      <a:lvl6pPr marL="2514600" indent="-228600" algn="l" defTabSz="914400" rtl="false" eaLnBrk="true" latinLnBrk="false" hangingPunct="true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false" eaLnBrk="true" latinLnBrk="false" hangingPunct="true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false" eaLnBrk="true" latinLnBrk="false" hangingPunct="true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false" eaLnBrk="true" latinLnBrk="false" hangingPunct="true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2" Type="http://schemas.openxmlformats.org/officeDocument/2006/relationships/image" Target="media/image2.png" /><Relationship Id="rId3" Type="http://schemas.openxmlformats.org/officeDocument/2006/relationships/image" Target="media/image3.png" /><Relationship Id="rId0" Type="http://schemas.openxmlformats.org/officeDocument/2006/relationships/slideLayout" Target="../slideLayouts/slideLayout63.xml" /><Relationship Id="rId1" Type="http://schemas.openxmlformats.org/officeDocument/2006/relationships/notesSlide" Target="../notesSlides/notesSlide1.xml" /></Relationships>
</file>

<file path=ppt/slides/_rels/slide3.xml.rels><?xml version="1.0" encoding="UTF-8" standalone="yes"?><Relationships xmlns="http://schemas.openxmlformats.org/package/2006/relationships"><Relationship Id="rId3" Type="http://schemas.openxmlformats.org/officeDocument/2006/relationships/image" Target="media/image6.png" /><Relationship Id="rId2" Type="http://schemas.openxmlformats.org/officeDocument/2006/relationships/image" Target="media/image5.png" /><Relationship Id="rId0" Type="http://schemas.openxmlformats.org/officeDocument/2006/relationships/slideLayout" Target="../slideLayouts/slideLayout63.xml" /><Relationship Id="rId1" Type="http://schemas.openxmlformats.org/officeDocument/2006/relationships/image" Target="media/image4.png" /></Relationships>
</file>

<file path=ppt/slides/_rels/slide4.xml.rels><?xml version="1.0" encoding="UTF-8" standalone="yes"?><Relationships xmlns="http://schemas.openxmlformats.org/package/2006/relationships"><Relationship Id="rId3" Type="http://schemas.openxmlformats.org/officeDocument/2006/relationships/image" Target="media/image6.png" /><Relationship Id="rId2" Type="http://schemas.openxmlformats.org/officeDocument/2006/relationships/image" Target="media/image8.png" /><Relationship Id="rId0" Type="http://schemas.openxmlformats.org/officeDocument/2006/relationships/slideLayout" Target="../slideLayouts/slideLayout63.xml" /><Relationship Id="rId1" Type="http://schemas.openxmlformats.org/officeDocument/2006/relationships/image" Target="media/image7.png" /></Relationships>
</file>

<file path=ppt/slides/_rels/slide5.xml.rels><?xml version="1.0" encoding="UTF-8" standalone="yes"?><Relationships xmlns="http://schemas.openxmlformats.org/package/2006/relationships"><Relationship Id="rId3" Type="http://schemas.openxmlformats.org/officeDocument/2006/relationships/image" Target="media/image6.png" /><Relationship Id="rId2" Type="http://schemas.openxmlformats.org/officeDocument/2006/relationships/image" Target="media/image10.png" /><Relationship Id="rId0" Type="http://schemas.openxmlformats.org/officeDocument/2006/relationships/slideLayout" Target="../slideLayouts/slideLayout63.xml" /><Relationship Id="rId1" Type="http://schemas.openxmlformats.org/officeDocument/2006/relationships/image" Target="media/image9.png" /></Relationships>
</file>

<file path=ppt/slides/_rels/slide6.xml.rels><?xml version="1.0" encoding="UTF-8" standalone="yes"?><Relationships xmlns="http://schemas.openxmlformats.org/package/2006/relationships"><Relationship Id="rId3" Type="http://schemas.openxmlformats.org/officeDocument/2006/relationships/image" Target="media/image6.png" /><Relationship Id="rId0" Type="http://schemas.openxmlformats.org/officeDocument/2006/relationships/slideLayout" Target="../slideLayouts/slideLayout63.xml" /><Relationship Id="rId2" Type="http://schemas.openxmlformats.org/officeDocument/2006/relationships/image" Target="media/image12.png" /><Relationship Id="rId1" Type="http://schemas.openxmlformats.org/officeDocument/2006/relationships/image" Target="media/image11.png" 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image" Target="media/image13.png" /><Relationship Id="rId0" Type="http://schemas.openxmlformats.org/officeDocument/2006/relationships/slideLayout" Target="../slideLayouts/slideLayout63.xml" /></Relationships>
</file>

<file path=ppt/slides/_rels/slide8.xml.rels><?xml version="1.0" encoding="UTF-8" standalone="yes"?><Relationships xmlns="http://schemas.openxmlformats.org/package/2006/relationships"><Relationship Id="rId2" Type="http://schemas.openxmlformats.org/officeDocument/2006/relationships/image" Target="media/image15.png" /><Relationship Id="rId0" Type="http://schemas.openxmlformats.org/officeDocument/2006/relationships/slideLayout" Target="../slideLayouts/slideLayout63.xml" /><Relationship Id="rId1" Type="http://schemas.openxmlformats.org/officeDocument/2006/relationships/image" Target="media/image14.png" 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>
          <a:xfrm>
            <a:off x="487344" y="1328862"/>
            <a:ext cx="8729808" cy="2972205"/>
          </a:xfrm>
        </p:spPr>
        <p:txBody>
          <a:bodyPr/>
          <a:lstStyle/>
          <a:p>
            <a:pPr/>
            <a:r>
              <a:rPr lang="en-US" altLang="zh-CN" dirty="false"/>
              <a:t>AMC</a:t>
            </a:r>
            <a:r>
              <a:rPr lang="zh-CN" altLang="en-US" dirty="false">
                <a:ea typeface="宋体" panose="02010600030101010101" pitchFamily="2" charset="-122"/>
              </a:rPr>
              <a:t>人群包创建步骤</a:t>
            </a:r>
            <a:endParaRPr lang="zh-CN" altLang="en-US" dirty="false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1"/>
          <p:cNvSpPr>
            <a:spLocks noGrp="true"/>
          </p:cNvSpPr>
          <p:nvPr>
            <p:ph type="title"/>
          </p:nvPr>
        </p:nvSpPr>
        <p:spPr>
          <a:xfrm>
            <a:off x="507365" y="500061"/>
            <a:ext cx="7877683" cy="595441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sz="3200" dirty="false"/>
              <a:t>创建</a:t>
            </a:r>
            <a:r>
              <a:rPr lang="en-US" altLang="zh-CN" sz="3200" dirty="false"/>
              <a:t>AMC</a:t>
            </a:r>
            <a:r>
              <a:rPr lang="zh-CN" altLang="en-US" sz="3200" dirty="false"/>
              <a:t>人群（位置：亚马逊营销云）</a:t>
            </a:r>
            <a:endParaRPr lang="en-US" altLang="zh-CN" dirty="false"/>
          </a:p>
        </p:txBody>
      </p:sp>
      <p:sp>
        <p:nvSpPr>
          <p:cNvPr id="5" name="Slide Number Placeholder 1"/>
          <p:cNvSpPr>
            <a:spLocks noGrp="true"/>
          </p:cNvSpPr>
          <p:nvPr>
            <p:ph type="sldNum" sz="quarter" idx="11"/>
          </p:nvPr>
        </p:nvSpPr>
        <p:spPr>
          <a:xfrm>
            <a:off x="507365" y="6394926"/>
            <a:ext cx="360000" cy="180000"/>
          </a:xfrm>
        </p:spPr>
        <p:txBody>
          <a:bodyPr/>
          <a:lstStyle/>
          <a:p>
            <a:pPr/>
            <a:fld id="{61618D03-50A5-4FC1-A1FF-1ED14B2283ED}" type="slidenum">
              <a:rPr lang="en-US" altLang="zh-CN" noProof="false" smtClean="false"/>
              <a:t/>
            </a:fld>
            <a:endParaRPr lang="zh-CN" noProof="false"/>
          </a:p>
        </p:txBody>
      </p:sp>
      <p:sp>
        <p:nvSpPr>
          <p:cNvPr id="6" name="Text Placeholder 5"/>
          <p:cNvSpPr>
            <a:spLocks noGrp="true"/>
          </p:cNvSpPr>
          <p:nvPr>
            <p:ph type="body" sz="quarter" idx="23"/>
          </p:nvPr>
        </p:nvSpPr>
        <p:spPr/>
        <p:txBody>
          <a:bodyPr/>
          <a:lstStyle/>
          <a:p>
            <a:pPr/>
            <a:endParaRPr lang="zh-CN" noProof="false"/>
          </a:p>
        </p:txBody>
      </p:sp>
      <p:sp>
        <p:nvSpPr>
          <p:cNvPr id="7" name="Text Placeholder 6"/>
          <p:cNvSpPr>
            <a:spLocks noGrp="true"/>
          </p:cNvSpPr>
          <p:nvPr>
            <p:ph type="body" sz="quarter" idx="26"/>
          </p:nvPr>
        </p:nvSpPr>
        <p:spPr>
          <a:xfrm>
            <a:off x="1193165" y="1144709"/>
            <a:ext cx="1824355" cy="1079725"/>
          </a:xfrm>
        </p:spPr>
        <p:txBody>
          <a:bodyPr/>
          <a:lstStyle/>
          <a:p>
            <a:pPr/>
            <a:r>
              <a:rPr lang="en-US" altLang="zh-CN" dirty="false"/>
              <a:t>ads console</a:t>
            </a:r>
            <a:r>
              <a:rPr lang="zh-CN" altLang="en-US" dirty="false"/>
              <a:t>侧边栏</a:t>
            </a:r>
            <a:endParaRPr lang="en-US" altLang="zh-CN" dirty="false"/>
          </a:p>
          <a:p>
            <a:pPr/>
            <a:r>
              <a:rPr lang="en-US" altLang="zh-CN" dirty="false"/>
              <a:t>&gt;</a:t>
            </a:r>
            <a:r>
              <a:rPr lang="zh-CN" altLang="en-US" dirty="false"/>
              <a:t>衡量和报告</a:t>
            </a:r>
            <a:endParaRPr lang="en-US" altLang="zh-CN" dirty="false"/>
          </a:p>
          <a:p>
            <a:pPr/>
            <a:r>
              <a:rPr lang="en-US" altLang="zh-CN" dirty="false"/>
              <a:t>&gt;</a:t>
            </a:r>
            <a:r>
              <a:rPr lang="zh-CN" altLang="en-US" dirty="false"/>
              <a:t>亚马逊营销云</a:t>
            </a:r>
            <a:endParaRPr lang="zh-CN" altLang="zh-CN" noProof="false" dirty="false"/>
          </a:p>
        </p:txBody>
      </p:sp>
      <p:sp>
        <p:nvSpPr>
          <p:cNvPr id="8" name="TextBox 3"/>
          <p:cNvSpPr txBox="true"/>
          <p:nvPr/>
        </p:nvSpPr>
        <p:spPr>
          <a:xfrm>
            <a:off x="127000" y="127000"/>
            <a:ext cx="12700" cy="127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false" anchor="t">
            <a:normAutofit fontScale="25000" lnSpcReduction="20000"/>
          </a:bodyPr>
          <a:lstStyle/>
          <a:p>
            <a:pPr algn="l">
              <a:defRPr/>
            </a:pPr>
            <a:r>
              <a:rPr lang="zh-CN" sz="100" noProof="false">
                <a:solidFill>
                  <a:srgbClr val="FFFFFF">
                    <a:alpha val="0"/>
                  </a:srgbClr>
                </a:solidFill>
                <a:latin typeface="Noto Sans S Chinese Regular" panose="020B0500000000000000" pitchFamily="34" charset="-128"/>
              </a:rPr>
              <a:t>slideId:[3aa4b9d5-931a-4d26-8c24-f49cfe54b17b]</a:t>
            </a:r>
            <a:endParaRPr lang="zh-CN" noProof="false">
              <a:latin typeface="Noto Sans S Chinese Regular" panose="020B0500000000000000" pitchFamily="34" charset="-128"/>
            </a:endParaRPr>
          </a:p>
        </p:txBody>
      </p:sp>
      <p:sp>
        <p:nvSpPr>
          <p:cNvPr id="9" name="TextBox 4"/>
          <p:cNvSpPr txBox="true"/>
          <p:nvPr/>
        </p:nvSpPr>
        <p:spPr>
          <a:xfrm>
            <a:off x="127000" y="127000"/>
            <a:ext cx="12700" cy="127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false" anchor="t">
            <a:normAutofit fontScale="25000" lnSpcReduction="20000"/>
          </a:bodyPr>
          <a:lstStyle/>
          <a:p>
            <a:pPr algn="l">
              <a:defRPr/>
            </a:pPr>
            <a:r>
              <a:rPr lang="zh-CN" sz="100" noProof="false">
                <a:solidFill>
                  <a:srgbClr val="FFFFFF">
                    <a:alpha val="0"/>
                  </a:srgbClr>
                </a:solidFill>
                <a:latin typeface="Noto Sans S Chinese Regular" panose="020B0500000000000000" pitchFamily="34" charset="-128"/>
              </a:rPr>
              <a:t>templateId:[939750b7-cd2c-421c-8531-ea7e4a2c3d79]</a:t>
            </a:r>
            <a:endParaRPr lang="zh-CN" noProof="false">
              <a:latin typeface="Noto Sans S Chinese Regular" panose="020B0500000000000000" pitchFamily="34" charset="-128"/>
            </a:endParaRPr>
          </a:p>
        </p:txBody>
      </p:sp>
      <p:pic>
        <p:nvPicPr>
          <p:cNvPr id="10" name="图片 10"/>
          <p:cNvPicPr>
            <a:picLocks noChangeAspect="true"/>
          </p:cNvPicPr>
          <p:nvPr/>
        </p:nvPicPr>
        <p:blipFill>
          <a:blip r:embed="rId2"/>
          <a:srcRect r="84068"/>
          <a:stretch>
            <a:fillRect/>
          </a:stretch>
        </p:blipFill>
        <p:spPr>
          <a:xfrm>
            <a:off x="1421765" y="2348230"/>
            <a:ext cx="1140305" cy="3592833"/>
          </a:xfrm>
          <a:prstGeom prst="rect">
            <a:avLst/>
          </a:prstGeom>
        </p:spPr>
      </p:pic>
      <p:pic>
        <p:nvPicPr>
          <p:cNvPr id="11" name="图片 1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4034906" y="2348230"/>
            <a:ext cx="7196973" cy="3592833"/>
          </a:xfrm>
          <a:prstGeom prst="rect">
            <a:avLst/>
          </a:prstGeom>
        </p:spPr>
      </p:pic>
      <p:sp>
        <p:nvSpPr>
          <p:cNvPr id="12" name="Text Placeholder 6"/>
          <p:cNvSpPr txBox="true"/>
          <p:nvPr/>
        </p:nvSpPr>
        <p:spPr>
          <a:xfrm>
            <a:off x="4034906" y="1095502"/>
            <a:ext cx="2851531" cy="595441"/>
          </a:xfrm>
          <a:prstGeom prst="rect">
            <a:avLst/>
          </a:prstGeom>
        </p:spPr>
        <p:txBody>
          <a:bodyPr vert="horz" lIns="0" tIns="0" rIns="0" bIns="0" rtlCol="false" anchor="t" anchorCtr="false">
            <a:noAutofit/>
          </a:bodyPr>
          <a:lstStyle>
            <a:lvl1pPr marL="0" indent="0" algn="l" defTabSz="914400" rtl="false" eaLnBrk="true" latinLnBrk="false" hangingPunct="true">
              <a:lnSpc>
                <a:spcPct val="90000"/>
              </a:lnSpc>
              <a:spcBef>
                <a:spcPts val="1200"/>
              </a:spcBef>
              <a:buFontTx/>
              <a:buNone/>
              <a:defRPr lang="en-US" sz="1600" b="true" i="false" kern="120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  <a:lvl2pPr marL="0" indent="0" algn="l" defTabSz="914400" rtl="false" eaLnBrk="true" latinLnBrk="false" hangingPunct="true">
              <a:lnSpc>
                <a:spcPct val="100000"/>
              </a:lnSpc>
              <a:spcBef>
                <a:spcPts val="300"/>
              </a:spcBef>
              <a:buFontTx/>
              <a:buNone/>
              <a:defRPr sz="1200" kern="1200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+mn-cs"/>
              </a:defRPr>
            </a:lvl2pPr>
            <a:lvl3pPr marL="228600" indent="-228600" algn="l" defTabSz="914400" rtl="false" eaLnBrk="true" latinLnBrk="false" hangingPunct="true">
              <a:lnSpc>
                <a:spcPct val="90000"/>
              </a:lnSpc>
              <a:spcBef>
                <a:spcPts val="500"/>
              </a:spcBef>
              <a:buFontTx/>
              <a:buNone/>
              <a:tabLst>
                <a:tab pos="92075" algn="l"/>
              </a:tabLst>
              <a:defRPr sz="1200" kern="1200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+mn-cs"/>
              </a:defRPr>
            </a:lvl3pPr>
            <a:lvl4pPr marL="1371600" indent="0" algn="l" defTabSz="914400" rtl="false" eaLnBrk="true" latinLnBrk="false" hangingPunct="true">
              <a:lnSpc>
                <a:spcPct val="90000"/>
              </a:lnSpc>
              <a:spcBef>
                <a:spcPts val="500"/>
              </a:spcBef>
              <a:buFontTx/>
              <a:buNone/>
              <a:defRPr sz="1200" kern="1200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+mn-cs"/>
              </a:defRPr>
            </a:lvl4pPr>
            <a:lvl5pPr marL="1828800" indent="0" algn="l" defTabSz="914400" rtl="false" eaLnBrk="true" latinLnBrk="false" hangingPunct="true">
              <a:lnSpc>
                <a:spcPct val="90000"/>
              </a:lnSpc>
              <a:spcBef>
                <a:spcPts val="500"/>
              </a:spcBef>
              <a:buFontTx/>
              <a:buNone/>
              <a:defRPr sz="1200" kern="1200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+mn-cs"/>
              </a:defRPr>
            </a:lvl5pPr>
            <a:lvl6pPr marL="2514600" indent="-228600" algn="l" defTabSz="914400" rtl="false" eaLnBrk="true" latinLnBrk="false" hangingPunct="true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false" eaLnBrk="true" latinLnBrk="false" hangingPunct="true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false" eaLnBrk="true" latinLnBrk="false" hangingPunct="true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false" eaLnBrk="true" latinLnBrk="false" hangingPunct="true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/>
            <a:r>
              <a:rPr lang="en-US" altLang="zh-CN" dirty="false"/>
              <a:t>Use Cases</a:t>
            </a:r>
            <a:endParaRPr lang="zh-CN" altLang="en-US" dirty="false"/>
          </a:p>
          <a:p>
            <a:pPr/>
            <a:r>
              <a:rPr lang="en-US" altLang="zh-CN" dirty="false"/>
              <a:t>&gt;Audience &amp; No code</a:t>
            </a:r>
            <a:endParaRPr lang="zh-CN" altLang="en-US" dirty="fals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1"/>
          <p:cNvSpPr>
            <a:spLocks noGrp="true"/>
          </p:cNvSpPr>
          <p:nvPr>
            <p:ph type="sldNum" sz="quarter" idx="11"/>
          </p:nvPr>
        </p:nvSpPr>
        <p:spPr>
          <a:xfrm>
            <a:off x="507365" y="6394926"/>
            <a:ext cx="360000" cy="180000"/>
          </a:xfrm>
        </p:spPr>
        <p:txBody>
          <a:bodyPr/>
          <a:lstStyle/>
          <a:p>
            <a:pPr/>
            <a:fld id="{61618D03-50A5-4FC1-A1FF-1ED14B2283ED}" type="slidenum">
              <a:rPr lang="en-US" altLang="zh-CN" noProof="false" smtClean="false"/>
              <a:t/>
            </a:fld>
            <a:endParaRPr lang="zh-CN" noProof="false"/>
          </a:p>
        </p:txBody>
      </p:sp>
      <p:sp>
        <p:nvSpPr>
          <p:cNvPr id="15" name="Text Placeholder 5"/>
          <p:cNvSpPr>
            <a:spLocks noGrp="true"/>
          </p:cNvSpPr>
          <p:nvPr>
            <p:ph type="body" sz="quarter" idx="23"/>
          </p:nvPr>
        </p:nvSpPr>
        <p:spPr/>
        <p:txBody>
          <a:bodyPr/>
          <a:lstStyle/>
          <a:p>
            <a:pPr/>
            <a:endParaRPr lang="zh-CN" noProof="false"/>
          </a:p>
        </p:txBody>
      </p:sp>
      <p:sp>
        <p:nvSpPr>
          <p:cNvPr id="16" name="Text Placeholder 6"/>
          <p:cNvSpPr>
            <a:spLocks noGrp="true"/>
          </p:cNvSpPr>
          <p:nvPr>
            <p:ph type="body" sz="quarter" idx="26"/>
          </p:nvPr>
        </p:nvSpPr>
        <p:spPr>
          <a:xfrm>
            <a:off x="507365" y="1170403"/>
            <a:ext cx="6798691" cy="226285"/>
          </a:xfrm>
        </p:spPr>
        <p:txBody>
          <a:bodyPr/>
          <a:lstStyle/>
          <a:p>
            <a:pPr/>
            <a:r>
              <a:rPr lang="en-US" altLang="zh-CN" dirty="false"/>
              <a:t>Audience with multiple detail page views——</a:t>
            </a:r>
            <a:r>
              <a:rPr lang="zh-CN" altLang="en-US" dirty="false"/>
              <a:t>多次浏览商详页的消费者</a:t>
            </a:r>
            <a:endParaRPr lang="zh-CN" altLang="zh-CN" noProof="false" dirty="false"/>
          </a:p>
        </p:txBody>
      </p:sp>
      <p:sp>
        <p:nvSpPr>
          <p:cNvPr id="17" name="TextBox 3"/>
          <p:cNvSpPr txBox="true"/>
          <p:nvPr/>
        </p:nvSpPr>
        <p:spPr>
          <a:xfrm>
            <a:off x="127000" y="127000"/>
            <a:ext cx="12700" cy="127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false" anchor="t">
            <a:normAutofit fontScale="25000" lnSpcReduction="20000"/>
          </a:bodyPr>
          <a:lstStyle/>
          <a:p>
            <a:pPr algn="l">
              <a:defRPr/>
            </a:pPr>
            <a:r>
              <a:rPr lang="zh-CN" sz="100" noProof="false">
                <a:solidFill>
                  <a:srgbClr val="FFFFFF">
                    <a:alpha val="0"/>
                  </a:srgbClr>
                </a:solidFill>
                <a:latin typeface="Noto Sans S Chinese Regular" panose="020B0500000000000000" pitchFamily="34" charset="-128"/>
              </a:rPr>
              <a:t>slideId:[3aa4b9d5-931a-4d26-8c24-f49cfe54b17b]</a:t>
            </a:r>
            <a:endParaRPr lang="zh-CN" noProof="false">
              <a:latin typeface="Noto Sans S Chinese Regular" panose="020B0500000000000000" pitchFamily="34" charset="-128"/>
            </a:endParaRPr>
          </a:p>
        </p:txBody>
      </p:sp>
      <p:sp>
        <p:nvSpPr>
          <p:cNvPr id="18" name="TextBox 4"/>
          <p:cNvSpPr txBox="true"/>
          <p:nvPr/>
        </p:nvSpPr>
        <p:spPr>
          <a:xfrm>
            <a:off x="127000" y="127000"/>
            <a:ext cx="12700" cy="127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false" anchor="t">
            <a:normAutofit fontScale="25000" lnSpcReduction="20000"/>
          </a:bodyPr>
          <a:lstStyle/>
          <a:p>
            <a:pPr algn="l">
              <a:defRPr/>
            </a:pPr>
            <a:r>
              <a:rPr lang="zh-CN" sz="100" noProof="false">
                <a:solidFill>
                  <a:srgbClr val="FFFFFF">
                    <a:alpha val="0"/>
                  </a:srgbClr>
                </a:solidFill>
                <a:latin typeface="Noto Sans S Chinese Regular" panose="020B0500000000000000" pitchFamily="34" charset="-128"/>
              </a:rPr>
              <a:t>templateId:[939750b7-cd2c-421c-8531-ea7e4a2c3d79]</a:t>
            </a:r>
            <a:endParaRPr lang="zh-CN" noProof="false">
              <a:latin typeface="Noto Sans S Chinese Regular" panose="020B0500000000000000" pitchFamily="34" charset="-128"/>
            </a:endParaRPr>
          </a:p>
        </p:txBody>
      </p:sp>
      <p:sp>
        <p:nvSpPr>
          <p:cNvPr id="19" name="Title 11"/>
          <p:cNvSpPr txBox="true"/>
          <p:nvPr/>
        </p:nvSpPr>
        <p:spPr>
          <a:xfrm>
            <a:off x="507365" y="500061"/>
            <a:ext cx="5480685" cy="595441"/>
          </a:xfrm>
          <a:prstGeom prst="rect">
            <a:avLst/>
          </a:prstGeom>
        </p:spPr>
        <p:txBody>
          <a:bodyPr vert="horz" lIns="0" tIns="0" rIns="0" bIns="0" rtlCol="false" anchor="t" anchorCtr="false">
            <a:noAutofit/>
          </a:bodyPr>
          <a:lstStyle>
            <a:lvl1pPr algn="l" defTabSz="914400" rtl="false" eaLnBrk="true" latinLnBrk="false" hangingPunct="true">
              <a:lnSpc>
                <a:spcPct val="80000"/>
              </a:lnSpc>
              <a:spcBef>
                <a:spcPct val="1"/>
              </a:spcBef>
              <a:buNone/>
              <a:defRPr lang="en-US" sz="32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zh-CN" altLang="en-US" dirty="false"/>
              <a:t>常用</a:t>
            </a:r>
            <a:r>
              <a:rPr lang="en-US" altLang="zh-CN" dirty="false"/>
              <a:t>AMC</a:t>
            </a:r>
            <a:r>
              <a:rPr lang="zh-CN" altLang="en-US" dirty="false"/>
              <a:t>人群包创建步骤</a:t>
            </a:r>
            <a:endParaRPr lang="en-US" altLang="zh-CN" dirty="false"/>
          </a:p>
        </p:txBody>
      </p:sp>
      <p:pic>
        <p:nvPicPr>
          <p:cNvPr id="20" name="图片 7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9096755" y="-1778"/>
            <a:ext cx="3095246" cy="1528826"/>
          </a:xfrm>
          <a:prstGeom prst="rect">
            <a:avLst/>
          </a:prstGeom>
        </p:spPr>
      </p:pic>
      <p:pic>
        <p:nvPicPr>
          <p:cNvPr id="21" name="图片 10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507365" y="1687305"/>
            <a:ext cx="9265920" cy="4887621"/>
          </a:xfrm>
          <a:prstGeom prst="rect">
            <a:avLst/>
          </a:prstGeom>
        </p:spPr>
      </p:pic>
      <p:pic>
        <p:nvPicPr>
          <p:cNvPr id="22" name="图片 9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8650415" y="2618795"/>
            <a:ext cx="1993963" cy="1236362"/>
          </a:xfrm>
          <a:prstGeom prst="rect">
            <a:avLst/>
          </a:prstGeom>
        </p:spPr>
      </p:pic>
      <p:cxnSp>
        <p:nvCxnSpPr>
          <p:cNvPr id="23" name="直接箭头连接符 12"/>
          <p:cNvCxnSpPr/>
          <p:nvPr/>
        </p:nvCxnSpPr>
        <p:spPr>
          <a:xfrm flipV="true">
            <a:off x="2240280" y="3282696"/>
            <a:ext cx="6940296" cy="31089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文本框 14"/>
          <p:cNvSpPr txBox="true"/>
          <p:nvPr/>
        </p:nvSpPr>
        <p:spPr>
          <a:xfrm>
            <a:off x="9180576" y="3855157"/>
            <a:ext cx="2935224" cy="106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altLang="zh-CN" sz="1050" dirty="false">
                <a:solidFill>
                  <a:srgbClr val="FF0000"/>
                </a:solidFill>
              </a:rPr>
              <a:t>Rule-based</a:t>
            </a:r>
            <a:r>
              <a:rPr lang="zh-CN" altLang="en-US" sz="1050" dirty="false">
                <a:solidFill>
                  <a:srgbClr val="FF0000"/>
                </a:solidFill>
              </a:rPr>
              <a:t>：基于设立的消费者行为规则而创建，非常精准，已与产品有过互动的人群</a:t>
            </a:r>
            <a:endParaRPr lang="en-US" altLang="zh-CN" sz="1050" dirty="false">
              <a:solidFill>
                <a:srgbClr val="FF0000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altLang="zh-CN" sz="1050" dirty="false">
                <a:solidFill>
                  <a:srgbClr val="FF0000"/>
                </a:solidFill>
              </a:rPr>
              <a:t>Lookalike</a:t>
            </a:r>
            <a:r>
              <a:rPr lang="zh-CN" altLang="en-US" sz="1050" dirty="false">
                <a:solidFill>
                  <a:srgbClr val="FF0000"/>
                </a:solidFill>
              </a:rPr>
              <a:t>：与选择的消费者行为有相同特征的人群，可以进一步选择相似程度，</a:t>
            </a:r>
            <a:r>
              <a:rPr lang="en-US" altLang="zh-CN" sz="1050" dirty="false">
                <a:solidFill>
                  <a:srgbClr val="FF0000"/>
                </a:solidFill>
              </a:rPr>
              <a:t>similar</a:t>
            </a:r>
            <a:r>
              <a:rPr lang="zh-CN" altLang="en-US" sz="1050" dirty="false">
                <a:solidFill>
                  <a:srgbClr val="FF0000"/>
                </a:solidFill>
              </a:rPr>
              <a:t>代表相似、更精准</a:t>
            </a:r>
            <a:r>
              <a:rPr lang="en-US" altLang="zh-CN" sz="1050" dirty="false">
                <a:solidFill>
                  <a:srgbClr val="FF0000"/>
                </a:solidFill>
              </a:rPr>
              <a:t>(</a:t>
            </a:r>
            <a:r>
              <a:rPr lang="zh-CN" altLang="en-US" sz="1050" dirty="false">
                <a:solidFill>
                  <a:srgbClr val="FF0000"/>
                </a:solidFill>
              </a:rPr>
              <a:t>可能说明转化率更好</a:t>
            </a:r>
            <a:r>
              <a:rPr lang="en-US" altLang="zh-CN" sz="1050" dirty="false">
                <a:solidFill>
                  <a:srgbClr val="FF0000"/>
                </a:solidFill>
              </a:rPr>
              <a:t>)</a:t>
            </a:r>
            <a:r>
              <a:rPr lang="zh-CN" altLang="en-US" sz="1050" dirty="false">
                <a:solidFill>
                  <a:srgbClr val="FF0000"/>
                </a:solidFill>
              </a:rPr>
              <a:t>；</a:t>
            </a:r>
            <a:r>
              <a:rPr lang="en-US" altLang="zh-CN" sz="1050" dirty="false">
                <a:solidFill>
                  <a:srgbClr val="FF0000"/>
                </a:solidFill>
              </a:rPr>
              <a:t>broad</a:t>
            </a:r>
            <a:r>
              <a:rPr lang="zh-CN" altLang="en-US" sz="1050" dirty="false">
                <a:solidFill>
                  <a:srgbClr val="FF0000"/>
                </a:solidFill>
              </a:rPr>
              <a:t>更广泛</a:t>
            </a:r>
            <a:r>
              <a:rPr lang="en-US" altLang="zh-CN" sz="1050" dirty="false">
                <a:solidFill>
                  <a:srgbClr val="FF0000"/>
                </a:solidFill>
              </a:rPr>
              <a:t>(</a:t>
            </a:r>
            <a:r>
              <a:rPr lang="zh-CN" altLang="en-US" sz="1050" dirty="false">
                <a:solidFill>
                  <a:srgbClr val="FF0000"/>
                </a:solidFill>
              </a:rPr>
              <a:t>可能可以获得更多新曝光</a:t>
            </a:r>
            <a:r>
              <a:rPr lang="en-US" altLang="zh-CN" sz="1050" dirty="false">
                <a:solidFill>
                  <a:srgbClr val="FF0000"/>
                </a:solidFill>
              </a:rPr>
              <a:t>)</a:t>
            </a:r>
            <a:endParaRPr lang="zh-CN" altLang="en-US" sz="1050" dirty="false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0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507364" y="1589171"/>
            <a:ext cx="9683431" cy="4765909"/>
          </a:xfrm>
          <a:prstGeom prst="rect">
            <a:avLst/>
          </a:prstGeom>
        </p:spPr>
      </p:pic>
      <p:sp>
        <p:nvSpPr>
          <p:cNvPr id="27" name="Slide Number Placeholder 1"/>
          <p:cNvSpPr>
            <a:spLocks noGrp="true"/>
          </p:cNvSpPr>
          <p:nvPr>
            <p:ph type="sldNum" sz="quarter" idx="11"/>
          </p:nvPr>
        </p:nvSpPr>
        <p:spPr>
          <a:xfrm>
            <a:off x="507365" y="6394926"/>
            <a:ext cx="360000" cy="180000"/>
          </a:xfrm>
        </p:spPr>
        <p:txBody>
          <a:bodyPr/>
          <a:lstStyle/>
          <a:p>
            <a:pPr/>
            <a:fld id="{61618D03-50A5-4FC1-A1FF-1ED14B2283ED}" type="slidenum">
              <a:rPr lang="en-US" altLang="zh-CN" noProof="false" smtClean="false"/>
              <a:t/>
            </a:fld>
            <a:endParaRPr lang="zh-CN" noProof="false"/>
          </a:p>
        </p:txBody>
      </p:sp>
      <p:sp>
        <p:nvSpPr>
          <p:cNvPr id="28" name="Text Placeholder 5"/>
          <p:cNvSpPr>
            <a:spLocks noGrp="true"/>
          </p:cNvSpPr>
          <p:nvPr>
            <p:ph type="body" sz="quarter" idx="23"/>
          </p:nvPr>
        </p:nvSpPr>
        <p:spPr/>
        <p:txBody>
          <a:bodyPr/>
          <a:lstStyle/>
          <a:p>
            <a:pPr/>
            <a:endParaRPr lang="zh-CN" noProof="false"/>
          </a:p>
        </p:txBody>
      </p:sp>
      <p:sp>
        <p:nvSpPr>
          <p:cNvPr id="29" name="Text Placeholder 6"/>
          <p:cNvSpPr>
            <a:spLocks noGrp="true"/>
          </p:cNvSpPr>
          <p:nvPr>
            <p:ph type="body" sz="quarter" idx="26"/>
          </p:nvPr>
        </p:nvSpPr>
        <p:spPr>
          <a:xfrm>
            <a:off x="507365" y="1170404"/>
            <a:ext cx="8069707" cy="226274"/>
          </a:xfrm>
        </p:spPr>
        <p:txBody>
          <a:bodyPr/>
          <a:lstStyle/>
          <a:p>
            <a:pPr/>
            <a:r>
              <a:rPr lang="en-US" altLang="zh-CN" dirty="false"/>
              <a:t>Audience of users that added to cart but did not purchase——</a:t>
            </a:r>
            <a:r>
              <a:rPr lang="zh-CN" altLang="en-US" dirty="false"/>
              <a:t>加购未购买的消费者</a:t>
            </a:r>
            <a:endParaRPr lang="zh-CN" altLang="zh-CN" noProof="false" dirty="false"/>
          </a:p>
        </p:txBody>
      </p:sp>
      <p:sp>
        <p:nvSpPr>
          <p:cNvPr id="30" name="TextBox 3"/>
          <p:cNvSpPr txBox="true"/>
          <p:nvPr/>
        </p:nvSpPr>
        <p:spPr>
          <a:xfrm>
            <a:off x="127000" y="127000"/>
            <a:ext cx="12700" cy="127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false" anchor="t">
            <a:normAutofit fontScale="25000" lnSpcReduction="20000"/>
          </a:bodyPr>
          <a:lstStyle/>
          <a:p>
            <a:pPr algn="l">
              <a:defRPr/>
            </a:pPr>
            <a:r>
              <a:rPr lang="zh-CN" sz="100" noProof="false">
                <a:solidFill>
                  <a:srgbClr val="FFFFFF">
                    <a:alpha val="0"/>
                  </a:srgbClr>
                </a:solidFill>
                <a:latin typeface="Noto Sans S Chinese Regular" panose="020B0500000000000000" pitchFamily="34" charset="-128"/>
              </a:rPr>
              <a:t>slideId:[3aa4b9d5-931a-4d26-8c24-f49cfe54b17b]</a:t>
            </a:r>
            <a:endParaRPr lang="zh-CN" noProof="false">
              <a:latin typeface="Noto Sans S Chinese Regular" panose="020B0500000000000000" pitchFamily="34" charset="-128"/>
            </a:endParaRPr>
          </a:p>
        </p:txBody>
      </p:sp>
      <p:sp>
        <p:nvSpPr>
          <p:cNvPr id="31" name="TextBox 4"/>
          <p:cNvSpPr txBox="true"/>
          <p:nvPr/>
        </p:nvSpPr>
        <p:spPr>
          <a:xfrm>
            <a:off x="127000" y="127000"/>
            <a:ext cx="12700" cy="127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false" anchor="t">
            <a:normAutofit fontScale="25000" lnSpcReduction="20000"/>
          </a:bodyPr>
          <a:lstStyle/>
          <a:p>
            <a:pPr algn="l">
              <a:defRPr/>
            </a:pPr>
            <a:r>
              <a:rPr lang="zh-CN" sz="100" noProof="false">
                <a:solidFill>
                  <a:srgbClr val="FFFFFF">
                    <a:alpha val="0"/>
                  </a:srgbClr>
                </a:solidFill>
                <a:latin typeface="Noto Sans S Chinese Regular" panose="020B0500000000000000" pitchFamily="34" charset="-128"/>
              </a:rPr>
              <a:t>templateId:[939750b7-cd2c-421c-8531-ea7e4a2c3d79]</a:t>
            </a:r>
            <a:endParaRPr lang="zh-CN" noProof="false">
              <a:latin typeface="Noto Sans S Chinese Regular" panose="020B0500000000000000" pitchFamily="34" charset="-128"/>
            </a:endParaRPr>
          </a:p>
        </p:txBody>
      </p:sp>
      <p:sp>
        <p:nvSpPr>
          <p:cNvPr id="32" name="Title 11"/>
          <p:cNvSpPr txBox="true"/>
          <p:nvPr/>
        </p:nvSpPr>
        <p:spPr>
          <a:xfrm>
            <a:off x="507365" y="500061"/>
            <a:ext cx="5480685" cy="595441"/>
          </a:xfrm>
          <a:prstGeom prst="rect">
            <a:avLst/>
          </a:prstGeom>
        </p:spPr>
        <p:txBody>
          <a:bodyPr vert="horz" lIns="0" tIns="0" rIns="0" bIns="0" rtlCol="false" anchor="t" anchorCtr="false">
            <a:noAutofit/>
          </a:bodyPr>
          <a:lstStyle>
            <a:lvl1pPr algn="l" defTabSz="914400" rtl="false" eaLnBrk="true" latinLnBrk="false" hangingPunct="true">
              <a:lnSpc>
                <a:spcPct val="80000"/>
              </a:lnSpc>
              <a:spcBef>
                <a:spcPct val="1"/>
              </a:spcBef>
              <a:buNone/>
              <a:defRPr lang="en-US" sz="32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zh-CN" altLang="en-US" dirty="false"/>
              <a:t>常用</a:t>
            </a:r>
            <a:r>
              <a:rPr lang="en-US" altLang="zh-CN" dirty="false"/>
              <a:t>AMC</a:t>
            </a:r>
            <a:r>
              <a:rPr lang="zh-CN" altLang="en-US" dirty="false"/>
              <a:t>人群包创建步骤</a:t>
            </a:r>
            <a:endParaRPr lang="en-US" altLang="zh-CN" dirty="false"/>
          </a:p>
        </p:txBody>
      </p:sp>
      <p:sp>
        <p:nvSpPr>
          <p:cNvPr id="33" name="文本框 11"/>
          <p:cNvSpPr txBox="true"/>
          <p:nvPr/>
        </p:nvSpPr>
        <p:spPr>
          <a:xfrm>
            <a:off x="2400427" y="3191568"/>
            <a:ext cx="1454244" cy="261610"/>
          </a:xfrm>
          <a:prstGeom prst="rect">
            <a:avLst/>
          </a:prstGeom>
          <a:noFill/>
        </p:spPr>
        <p:txBody>
          <a:bodyPr wrap="none" rtlCol="false">
            <a:spAutoFit/>
          </a:bodyPr>
          <a:lstStyle/>
          <a:p>
            <a:pPr/>
            <a:r>
              <a:rPr lang="zh-CN" altLang="en-US" sz="1100" dirty="false">
                <a:solidFill>
                  <a:srgbClr val="FF0000"/>
                </a:solidFill>
              </a:rPr>
              <a:t>选择自己的广告账号</a:t>
            </a:r>
            <a:endParaRPr lang="zh-CN" altLang="en-US" sz="1100" dirty="false">
              <a:solidFill>
                <a:srgbClr val="FF0000"/>
              </a:solidFill>
            </a:endParaRPr>
          </a:p>
        </p:txBody>
      </p:sp>
      <p:sp>
        <p:nvSpPr>
          <p:cNvPr id="34" name="文本框 12"/>
          <p:cNvSpPr txBox="true"/>
          <p:nvPr/>
        </p:nvSpPr>
        <p:spPr>
          <a:xfrm>
            <a:off x="2400427" y="3409712"/>
            <a:ext cx="748923" cy="261610"/>
          </a:xfrm>
          <a:prstGeom prst="rect">
            <a:avLst/>
          </a:prstGeom>
          <a:noFill/>
        </p:spPr>
        <p:txBody>
          <a:bodyPr wrap="none" rtlCol="false">
            <a:spAutoFit/>
          </a:bodyPr>
          <a:lstStyle/>
          <a:p>
            <a:pPr/>
            <a:r>
              <a:rPr lang="zh-CN" altLang="en-US" sz="1100" dirty="false">
                <a:solidFill>
                  <a:srgbClr val="FF0000"/>
                </a:solidFill>
              </a:rPr>
              <a:t>售卖国家</a:t>
            </a:r>
            <a:endParaRPr lang="zh-CN" altLang="en-US" sz="1100" dirty="false">
              <a:solidFill>
                <a:srgbClr val="FF0000"/>
              </a:solidFill>
            </a:endParaRPr>
          </a:p>
        </p:txBody>
      </p:sp>
      <p:sp>
        <p:nvSpPr>
          <p:cNvPr id="35" name="文本框 13"/>
          <p:cNvSpPr txBox="true"/>
          <p:nvPr/>
        </p:nvSpPr>
        <p:spPr>
          <a:xfrm>
            <a:off x="2774888" y="3941261"/>
            <a:ext cx="4296369" cy="261610"/>
          </a:xfrm>
          <a:prstGeom prst="rect">
            <a:avLst/>
          </a:prstGeom>
          <a:noFill/>
        </p:spPr>
        <p:txBody>
          <a:bodyPr wrap="none" rtlCol="false">
            <a:spAutoFit/>
          </a:bodyPr>
          <a:lstStyle/>
          <a:p>
            <a:pPr/>
            <a:r>
              <a:rPr lang="zh-CN" altLang="en-US" sz="1100" dirty="false">
                <a:solidFill>
                  <a:srgbClr val="FF0000"/>
                </a:solidFill>
              </a:rPr>
              <a:t>给人群包起一个名字，建议详细一点，便于与其他人群包区分开</a:t>
            </a:r>
            <a:endParaRPr lang="zh-CN" altLang="en-US" sz="1100" dirty="false">
              <a:solidFill>
                <a:srgbClr val="FF0000"/>
              </a:solidFill>
            </a:endParaRPr>
          </a:p>
        </p:txBody>
      </p:sp>
      <p:sp>
        <p:nvSpPr>
          <p:cNvPr id="36" name="文本框 14"/>
          <p:cNvSpPr txBox="true"/>
          <p:nvPr/>
        </p:nvSpPr>
        <p:spPr>
          <a:xfrm>
            <a:off x="2113472" y="4946296"/>
            <a:ext cx="6585457" cy="261610"/>
          </a:xfrm>
          <a:prstGeom prst="rect">
            <a:avLst/>
          </a:prstGeom>
          <a:noFill/>
        </p:spPr>
        <p:txBody>
          <a:bodyPr wrap="none" rtlCol="false">
            <a:spAutoFit/>
          </a:bodyPr>
          <a:lstStyle/>
          <a:p>
            <a:pPr/>
            <a:r>
              <a:rPr lang="zh-CN" altLang="en-US" sz="1100" dirty="false">
                <a:solidFill>
                  <a:srgbClr val="FF0000"/>
                </a:solidFill>
              </a:rPr>
              <a:t>回溯周期，即你需要抓取过去多少天内加购未购买的消费者，时间越长，人群包中的消费者人数越多</a:t>
            </a:r>
            <a:endParaRPr lang="zh-CN" altLang="en-US" sz="1100" dirty="false">
              <a:solidFill>
                <a:srgbClr val="FF0000"/>
              </a:solidFill>
            </a:endParaRPr>
          </a:p>
        </p:txBody>
      </p:sp>
      <p:sp>
        <p:nvSpPr>
          <p:cNvPr id="37" name="文本框 16"/>
          <p:cNvSpPr txBox="true"/>
          <p:nvPr/>
        </p:nvSpPr>
        <p:spPr>
          <a:xfrm>
            <a:off x="1489719" y="5535714"/>
            <a:ext cx="9361858" cy="261610"/>
          </a:xfrm>
          <a:prstGeom prst="rect">
            <a:avLst/>
          </a:prstGeom>
          <a:noFill/>
        </p:spPr>
        <p:txBody>
          <a:bodyPr wrap="none" rtlCol="false">
            <a:spAutoFit/>
          </a:bodyPr>
          <a:lstStyle/>
          <a:p>
            <a:pPr/>
            <a:r>
              <a:rPr lang="zh-CN" altLang="en-US" sz="1100" dirty="false">
                <a:solidFill>
                  <a:srgbClr val="FF0000"/>
                </a:solidFill>
              </a:rPr>
              <a:t>消费者要加购过哪个</a:t>
            </a:r>
            <a:r>
              <a:rPr lang="en-US" altLang="zh-CN" sz="1100" dirty="false">
                <a:solidFill>
                  <a:srgbClr val="FF0000"/>
                </a:solidFill>
              </a:rPr>
              <a:t>/</a:t>
            </a:r>
            <a:r>
              <a:rPr lang="zh-CN" altLang="en-US" sz="1100" dirty="false">
                <a:solidFill>
                  <a:srgbClr val="FF0000"/>
                </a:solidFill>
              </a:rPr>
              <a:t>些</a:t>
            </a:r>
            <a:r>
              <a:rPr lang="en-US" altLang="zh-CN" sz="1100" dirty="false">
                <a:solidFill>
                  <a:srgbClr val="FF0000"/>
                </a:solidFill>
              </a:rPr>
              <a:t>ASIN</a:t>
            </a:r>
            <a:r>
              <a:rPr lang="zh-CN" altLang="en-US" sz="1100" dirty="false">
                <a:solidFill>
                  <a:srgbClr val="FF0000"/>
                </a:solidFill>
              </a:rPr>
              <a:t>才能被这个人群包抓到，建议不填，不填代表店铺下所有</a:t>
            </a:r>
            <a:r>
              <a:rPr lang="en-US" altLang="zh-CN" sz="1100" dirty="false">
                <a:solidFill>
                  <a:srgbClr val="FF0000"/>
                </a:solidFill>
              </a:rPr>
              <a:t>ASIN</a:t>
            </a:r>
            <a:r>
              <a:rPr lang="zh-CN" altLang="en-US" sz="1100" dirty="false">
                <a:solidFill>
                  <a:srgbClr val="FF0000"/>
                </a:solidFill>
              </a:rPr>
              <a:t>都考虑在内，填的</a:t>
            </a:r>
            <a:r>
              <a:rPr lang="en-US" altLang="zh-CN" sz="1100" dirty="false">
                <a:solidFill>
                  <a:srgbClr val="FF0000"/>
                </a:solidFill>
              </a:rPr>
              <a:t>ASIN</a:t>
            </a:r>
            <a:r>
              <a:rPr lang="zh-CN" altLang="en-US" sz="1100" dirty="false">
                <a:solidFill>
                  <a:srgbClr val="FF0000"/>
                </a:solidFill>
              </a:rPr>
              <a:t>越少，人群包中的消费者人数越少</a:t>
            </a:r>
            <a:endParaRPr lang="zh-CN" altLang="en-US" sz="1100" dirty="false">
              <a:solidFill>
                <a:srgbClr val="FF0000"/>
              </a:solidFill>
            </a:endParaRPr>
          </a:p>
        </p:txBody>
      </p:sp>
      <p:pic>
        <p:nvPicPr>
          <p:cNvPr id="38" name="图片 7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9083548" y="0"/>
            <a:ext cx="3108452" cy="1561882"/>
          </a:xfrm>
          <a:prstGeom prst="rect">
            <a:avLst/>
          </a:prstGeom>
        </p:spPr>
      </p:pic>
      <p:pic>
        <p:nvPicPr>
          <p:cNvPr id="39" name="图片 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8698929" y="2809736"/>
            <a:ext cx="1993963" cy="1236362"/>
          </a:xfrm>
          <a:prstGeom prst="rect">
            <a:avLst/>
          </a:prstGeom>
        </p:spPr>
      </p:pic>
      <p:cxnSp>
        <p:nvCxnSpPr>
          <p:cNvPr id="40" name="直接箭头连接符 9"/>
          <p:cNvCxnSpPr/>
          <p:nvPr/>
        </p:nvCxnSpPr>
        <p:spPr>
          <a:xfrm flipV="true">
            <a:off x="2288794" y="3473637"/>
            <a:ext cx="6940296" cy="31089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文本框 10"/>
          <p:cNvSpPr txBox="true"/>
          <p:nvPr/>
        </p:nvSpPr>
        <p:spPr>
          <a:xfrm>
            <a:off x="9229090" y="4046098"/>
            <a:ext cx="2935224" cy="106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altLang="zh-CN" sz="1050" dirty="false">
                <a:solidFill>
                  <a:srgbClr val="FF0000"/>
                </a:solidFill>
              </a:rPr>
              <a:t>Rule-based</a:t>
            </a:r>
            <a:r>
              <a:rPr lang="zh-CN" altLang="en-US" sz="1050" dirty="false">
                <a:solidFill>
                  <a:srgbClr val="FF0000"/>
                </a:solidFill>
              </a:rPr>
              <a:t>：基于设立的消费者行为规则而创建，非常精准，已与产品有过互动的人群</a:t>
            </a:r>
            <a:endParaRPr lang="en-US" altLang="zh-CN" sz="1050" dirty="false">
              <a:solidFill>
                <a:srgbClr val="FF0000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altLang="zh-CN" sz="1050" dirty="false">
                <a:solidFill>
                  <a:srgbClr val="FF0000"/>
                </a:solidFill>
              </a:rPr>
              <a:t>Lookalike</a:t>
            </a:r>
            <a:r>
              <a:rPr lang="zh-CN" altLang="en-US" sz="1050" dirty="false">
                <a:solidFill>
                  <a:srgbClr val="FF0000"/>
                </a:solidFill>
              </a:rPr>
              <a:t>：与选择的消费者行为有相同特征的人群，可以进一步选择相似程度，</a:t>
            </a:r>
            <a:r>
              <a:rPr lang="en-US" altLang="zh-CN" sz="1050" dirty="false">
                <a:solidFill>
                  <a:srgbClr val="FF0000"/>
                </a:solidFill>
              </a:rPr>
              <a:t>similar</a:t>
            </a:r>
            <a:r>
              <a:rPr lang="zh-CN" altLang="en-US" sz="1050" dirty="false">
                <a:solidFill>
                  <a:srgbClr val="FF0000"/>
                </a:solidFill>
              </a:rPr>
              <a:t>代表相似、更精准</a:t>
            </a:r>
            <a:r>
              <a:rPr lang="en-US" altLang="zh-CN" sz="1050" dirty="false">
                <a:solidFill>
                  <a:srgbClr val="FF0000"/>
                </a:solidFill>
              </a:rPr>
              <a:t>(</a:t>
            </a:r>
            <a:r>
              <a:rPr lang="zh-CN" altLang="en-US" sz="1050" dirty="false">
                <a:solidFill>
                  <a:srgbClr val="FF0000"/>
                </a:solidFill>
              </a:rPr>
              <a:t>可能说明转化率更好</a:t>
            </a:r>
            <a:r>
              <a:rPr lang="en-US" altLang="zh-CN" sz="1050" dirty="false">
                <a:solidFill>
                  <a:srgbClr val="FF0000"/>
                </a:solidFill>
              </a:rPr>
              <a:t>)</a:t>
            </a:r>
            <a:r>
              <a:rPr lang="zh-CN" altLang="en-US" sz="1050" dirty="false">
                <a:solidFill>
                  <a:srgbClr val="FF0000"/>
                </a:solidFill>
              </a:rPr>
              <a:t>；</a:t>
            </a:r>
            <a:r>
              <a:rPr lang="en-US" altLang="zh-CN" sz="1050" dirty="false">
                <a:solidFill>
                  <a:srgbClr val="FF0000"/>
                </a:solidFill>
              </a:rPr>
              <a:t>broad</a:t>
            </a:r>
            <a:r>
              <a:rPr lang="zh-CN" altLang="en-US" sz="1050" dirty="false">
                <a:solidFill>
                  <a:srgbClr val="FF0000"/>
                </a:solidFill>
              </a:rPr>
              <a:t>更广泛</a:t>
            </a:r>
            <a:r>
              <a:rPr lang="en-US" altLang="zh-CN" sz="1050" dirty="false">
                <a:solidFill>
                  <a:srgbClr val="FF0000"/>
                </a:solidFill>
              </a:rPr>
              <a:t>(</a:t>
            </a:r>
            <a:r>
              <a:rPr lang="zh-CN" altLang="en-US" sz="1050" dirty="false">
                <a:solidFill>
                  <a:srgbClr val="FF0000"/>
                </a:solidFill>
              </a:rPr>
              <a:t>可能可以获得更多新曝光</a:t>
            </a:r>
            <a:r>
              <a:rPr lang="en-US" altLang="zh-CN" sz="1050" dirty="false">
                <a:solidFill>
                  <a:srgbClr val="FF0000"/>
                </a:solidFill>
              </a:rPr>
              <a:t>)</a:t>
            </a:r>
            <a:endParaRPr lang="zh-CN" altLang="en-US" sz="1050" dirty="false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图片 20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507364" y="1612821"/>
            <a:ext cx="8625460" cy="4679209"/>
          </a:xfrm>
          <a:prstGeom prst="rect">
            <a:avLst/>
          </a:prstGeom>
        </p:spPr>
      </p:pic>
      <p:sp>
        <p:nvSpPr>
          <p:cNvPr id="44" name="Slide Number Placeholder 1"/>
          <p:cNvSpPr>
            <a:spLocks noGrp="true"/>
          </p:cNvSpPr>
          <p:nvPr>
            <p:ph type="sldNum" sz="quarter" idx="11"/>
          </p:nvPr>
        </p:nvSpPr>
        <p:spPr>
          <a:xfrm>
            <a:off x="507365" y="6394926"/>
            <a:ext cx="360000" cy="180000"/>
          </a:xfrm>
        </p:spPr>
        <p:txBody>
          <a:bodyPr/>
          <a:lstStyle/>
          <a:p>
            <a:pPr/>
            <a:fld id="{61618D03-50A5-4FC1-A1FF-1ED14B2283ED}" type="slidenum">
              <a:rPr lang="en-US" altLang="zh-CN" noProof="false" smtClean="false"/>
              <a:t/>
            </a:fld>
            <a:endParaRPr lang="zh-CN" noProof="false"/>
          </a:p>
        </p:txBody>
      </p:sp>
      <p:sp>
        <p:nvSpPr>
          <p:cNvPr id="45" name="Text Placeholder 5"/>
          <p:cNvSpPr>
            <a:spLocks noGrp="true"/>
          </p:cNvSpPr>
          <p:nvPr>
            <p:ph type="body" sz="quarter" idx="23"/>
          </p:nvPr>
        </p:nvSpPr>
        <p:spPr/>
        <p:txBody>
          <a:bodyPr/>
          <a:lstStyle/>
          <a:p>
            <a:pPr/>
            <a:endParaRPr lang="zh-CN" noProof="false"/>
          </a:p>
        </p:txBody>
      </p:sp>
      <p:sp>
        <p:nvSpPr>
          <p:cNvPr id="46" name="Text Placeholder 6"/>
          <p:cNvSpPr>
            <a:spLocks noGrp="true"/>
          </p:cNvSpPr>
          <p:nvPr>
            <p:ph type="body" sz="quarter" idx="26"/>
          </p:nvPr>
        </p:nvSpPr>
        <p:spPr>
          <a:xfrm>
            <a:off x="507365" y="1170403"/>
            <a:ext cx="7777099" cy="283795"/>
          </a:xfrm>
        </p:spPr>
        <p:txBody>
          <a:bodyPr/>
          <a:lstStyle/>
          <a:p>
            <a:pPr/>
            <a:r>
              <a:rPr lang="en-US" altLang="zh-CN" dirty="false"/>
              <a:t>Audience of high-value, new-to-brand customers——</a:t>
            </a:r>
            <a:r>
              <a:rPr lang="zh-CN" altLang="en-US" dirty="false"/>
              <a:t>高净值消费者，品牌新客</a:t>
            </a:r>
            <a:endParaRPr lang="zh-CN" altLang="zh-CN" noProof="false" dirty="false"/>
          </a:p>
        </p:txBody>
      </p:sp>
      <p:sp>
        <p:nvSpPr>
          <p:cNvPr id="47" name="TextBox 3"/>
          <p:cNvSpPr txBox="true"/>
          <p:nvPr/>
        </p:nvSpPr>
        <p:spPr>
          <a:xfrm>
            <a:off x="127000" y="127000"/>
            <a:ext cx="12700" cy="127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false" anchor="t">
            <a:normAutofit fontScale="25000" lnSpcReduction="20000"/>
          </a:bodyPr>
          <a:lstStyle/>
          <a:p>
            <a:pPr algn="l">
              <a:defRPr/>
            </a:pPr>
            <a:r>
              <a:rPr lang="zh-CN" sz="100" noProof="false">
                <a:solidFill>
                  <a:srgbClr val="FFFFFF">
                    <a:alpha val="0"/>
                  </a:srgbClr>
                </a:solidFill>
                <a:latin typeface="Noto Sans S Chinese Regular" panose="020B0500000000000000" pitchFamily="34" charset="-128"/>
              </a:rPr>
              <a:t>slideId:[3aa4b9d5-931a-4d26-8c24-f49cfe54b17b]</a:t>
            </a:r>
            <a:endParaRPr lang="zh-CN" noProof="false">
              <a:latin typeface="Noto Sans S Chinese Regular" panose="020B0500000000000000" pitchFamily="34" charset="-128"/>
            </a:endParaRPr>
          </a:p>
        </p:txBody>
      </p:sp>
      <p:sp>
        <p:nvSpPr>
          <p:cNvPr id="48" name="TextBox 4"/>
          <p:cNvSpPr txBox="true"/>
          <p:nvPr/>
        </p:nvSpPr>
        <p:spPr>
          <a:xfrm>
            <a:off x="127000" y="127000"/>
            <a:ext cx="12700" cy="127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false" anchor="t">
            <a:normAutofit fontScale="25000" lnSpcReduction="20000"/>
          </a:bodyPr>
          <a:lstStyle/>
          <a:p>
            <a:pPr algn="l">
              <a:defRPr/>
            </a:pPr>
            <a:r>
              <a:rPr lang="zh-CN" sz="100" noProof="false">
                <a:solidFill>
                  <a:srgbClr val="FFFFFF">
                    <a:alpha val="0"/>
                  </a:srgbClr>
                </a:solidFill>
                <a:latin typeface="Noto Sans S Chinese Regular" panose="020B0500000000000000" pitchFamily="34" charset="-128"/>
              </a:rPr>
              <a:t>templateId:[939750b7-cd2c-421c-8531-ea7e4a2c3d79]</a:t>
            </a:r>
            <a:endParaRPr lang="zh-CN" noProof="false">
              <a:latin typeface="Noto Sans S Chinese Regular" panose="020B0500000000000000" pitchFamily="34" charset="-128"/>
            </a:endParaRPr>
          </a:p>
        </p:txBody>
      </p:sp>
      <p:sp>
        <p:nvSpPr>
          <p:cNvPr id="49" name="Title 11"/>
          <p:cNvSpPr txBox="true"/>
          <p:nvPr/>
        </p:nvSpPr>
        <p:spPr>
          <a:xfrm>
            <a:off x="507365" y="500061"/>
            <a:ext cx="5480685" cy="595441"/>
          </a:xfrm>
          <a:prstGeom prst="rect">
            <a:avLst/>
          </a:prstGeom>
        </p:spPr>
        <p:txBody>
          <a:bodyPr vert="horz" lIns="0" tIns="0" rIns="0" bIns="0" rtlCol="false" anchor="t" anchorCtr="false">
            <a:noAutofit/>
          </a:bodyPr>
          <a:lstStyle>
            <a:lvl1pPr algn="l" defTabSz="914400" rtl="false" eaLnBrk="true" latinLnBrk="false" hangingPunct="true">
              <a:lnSpc>
                <a:spcPct val="80000"/>
              </a:lnSpc>
              <a:spcBef>
                <a:spcPct val="1"/>
              </a:spcBef>
              <a:buNone/>
              <a:defRPr lang="en-US" sz="32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zh-CN" altLang="en-US" dirty="false"/>
              <a:t>常用</a:t>
            </a:r>
            <a:r>
              <a:rPr lang="en-US" altLang="zh-CN" dirty="false"/>
              <a:t>AMC</a:t>
            </a:r>
            <a:r>
              <a:rPr lang="zh-CN" altLang="en-US" dirty="false"/>
              <a:t>人群包创建步骤</a:t>
            </a:r>
            <a:endParaRPr lang="en-US" altLang="zh-CN" dirty="false"/>
          </a:p>
        </p:txBody>
      </p:sp>
      <p:sp>
        <p:nvSpPr>
          <p:cNvPr id="50" name="文本框 11"/>
          <p:cNvSpPr txBox="true"/>
          <p:nvPr/>
        </p:nvSpPr>
        <p:spPr>
          <a:xfrm>
            <a:off x="2140904" y="2883803"/>
            <a:ext cx="1454244" cy="261610"/>
          </a:xfrm>
          <a:prstGeom prst="rect">
            <a:avLst/>
          </a:prstGeom>
          <a:noFill/>
        </p:spPr>
        <p:txBody>
          <a:bodyPr wrap="none" rtlCol="false">
            <a:spAutoFit/>
          </a:bodyPr>
          <a:lstStyle/>
          <a:p>
            <a:pPr/>
            <a:r>
              <a:rPr lang="zh-CN" altLang="en-US" sz="1100" dirty="false">
                <a:solidFill>
                  <a:srgbClr val="FF0000"/>
                </a:solidFill>
              </a:rPr>
              <a:t>选择自己的广告账号</a:t>
            </a:r>
            <a:endParaRPr lang="zh-CN" altLang="en-US" sz="1100" dirty="false">
              <a:solidFill>
                <a:srgbClr val="FF0000"/>
              </a:solidFill>
            </a:endParaRPr>
          </a:p>
        </p:txBody>
      </p:sp>
      <p:sp>
        <p:nvSpPr>
          <p:cNvPr id="51" name="文本框 12"/>
          <p:cNvSpPr txBox="true"/>
          <p:nvPr/>
        </p:nvSpPr>
        <p:spPr>
          <a:xfrm>
            <a:off x="2140904" y="3115969"/>
            <a:ext cx="748923" cy="261610"/>
          </a:xfrm>
          <a:prstGeom prst="rect">
            <a:avLst/>
          </a:prstGeom>
          <a:noFill/>
        </p:spPr>
        <p:txBody>
          <a:bodyPr wrap="none" rtlCol="false">
            <a:spAutoFit/>
          </a:bodyPr>
          <a:lstStyle/>
          <a:p>
            <a:pPr/>
            <a:r>
              <a:rPr lang="zh-CN" altLang="en-US" sz="1100" dirty="false">
                <a:solidFill>
                  <a:srgbClr val="FF0000"/>
                </a:solidFill>
              </a:rPr>
              <a:t>售卖国家</a:t>
            </a:r>
            <a:endParaRPr lang="zh-CN" altLang="en-US" sz="1100" dirty="false">
              <a:solidFill>
                <a:srgbClr val="FF0000"/>
              </a:solidFill>
            </a:endParaRPr>
          </a:p>
        </p:txBody>
      </p:sp>
      <p:sp>
        <p:nvSpPr>
          <p:cNvPr id="52" name="文本框 13"/>
          <p:cNvSpPr txBox="true"/>
          <p:nvPr/>
        </p:nvSpPr>
        <p:spPr>
          <a:xfrm>
            <a:off x="2555432" y="3536202"/>
            <a:ext cx="4296369" cy="261610"/>
          </a:xfrm>
          <a:prstGeom prst="rect">
            <a:avLst/>
          </a:prstGeom>
          <a:noFill/>
        </p:spPr>
        <p:txBody>
          <a:bodyPr wrap="none" rtlCol="false">
            <a:spAutoFit/>
          </a:bodyPr>
          <a:lstStyle/>
          <a:p>
            <a:pPr/>
            <a:r>
              <a:rPr lang="zh-CN" altLang="en-US" sz="1100" dirty="false">
                <a:solidFill>
                  <a:srgbClr val="FF0000"/>
                </a:solidFill>
              </a:rPr>
              <a:t>给人群包起一个名字，建议详细一点，便于与其他人群包区分开</a:t>
            </a:r>
            <a:endParaRPr lang="zh-CN" altLang="en-US" sz="1100" dirty="false">
              <a:solidFill>
                <a:srgbClr val="FF0000"/>
              </a:solidFill>
            </a:endParaRPr>
          </a:p>
        </p:txBody>
      </p:sp>
      <p:sp>
        <p:nvSpPr>
          <p:cNvPr id="53" name="文本框 14"/>
          <p:cNvSpPr txBox="true"/>
          <p:nvPr/>
        </p:nvSpPr>
        <p:spPr>
          <a:xfrm>
            <a:off x="2022032" y="4448577"/>
            <a:ext cx="6848350" cy="261610"/>
          </a:xfrm>
          <a:prstGeom prst="rect">
            <a:avLst/>
          </a:prstGeom>
          <a:noFill/>
        </p:spPr>
        <p:txBody>
          <a:bodyPr wrap="none" rtlCol="false">
            <a:spAutoFit/>
          </a:bodyPr>
          <a:lstStyle/>
          <a:p>
            <a:pPr/>
            <a:r>
              <a:rPr lang="zh-CN" altLang="en-US" sz="1100" dirty="false">
                <a:solidFill>
                  <a:srgbClr val="FF0000"/>
                </a:solidFill>
              </a:rPr>
              <a:t>回溯周期，即你需要抓取过去多少天内的高净值消费者</a:t>
            </a:r>
            <a:r>
              <a:rPr lang="en-US" altLang="zh-CN" sz="1100" dirty="false">
                <a:solidFill>
                  <a:srgbClr val="FF0000"/>
                </a:solidFill>
              </a:rPr>
              <a:t>/</a:t>
            </a:r>
            <a:r>
              <a:rPr lang="zh-CN" altLang="en-US" sz="1100" dirty="false">
                <a:solidFill>
                  <a:srgbClr val="FF0000"/>
                </a:solidFill>
              </a:rPr>
              <a:t>品牌新客，时间越长，人群包中的消费者人数越多</a:t>
            </a:r>
            <a:endParaRPr lang="zh-CN" altLang="en-US" sz="1100" dirty="false">
              <a:solidFill>
                <a:srgbClr val="FF0000"/>
              </a:solidFill>
            </a:endParaRPr>
          </a:p>
        </p:txBody>
      </p:sp>
      <p:sp>
        <p:nvSpPr>
          <p:cNvPr id="54" name="文本框 15"/>
          <p:cNvSpPr txBox="true"/>
          <p:nvPr/>
        </p:nvSpPr>
        <p:spPr>
          <a:xfrm>
            <a:off x="1453143" y="5129620"/>
            <a:ext cx="3265638" cy="261610"/>
          </a:xfrm>
          <a:prstGeom prst="rect">
            <a:avLst/>
          </a:prstGeom>
          <a:noFill/>
        </p:spPr>
        <p:txBody>
          <a:bodyPr wrap="none" rtlCol="false">
            <a:spAutoFit/>
          </a:bodyPr>
          <a:lstStyle/>
          <a:p>
            <a:pPr/>
            <a:r>
              <a:rPr lang="zh-CN" altLang="en-US" sz="1100" dirty="false">
                <a:solidFill>
                  <a:srgbClr val="FF0000"/>
                </a:solidFill>
              </a:rPr>
              <a:t>定义“高净值”，即消费者在本品牌的最低消费金额</a:t>
            </a:r>
            <a:endParaRPr lang="zh-CN" altLang="en-US" sz="1100" dirty="false">
              <a:solidFill>
                <a:srgbClr val="FF0000"/>
              </a:solidFill>
            </a:endParaRPr>
          </a:p>
        </p:txBody>
      </p:sp>
      <p:sp>
        <p:nvSpPr>
          <p:cNvPr id="55" name="文本框 16"/>
          <p:cNvSpPr txBox="true"/>
          <p:nvPr/>
        </p:nvSpPr>
        <p:spPr>
          <a:xfrm>
            <a:off x="1453143" y="5549853"/>
            <a:ext cx="9860392" cy="261610"/>
          </a:xfrm>
          <a:prstGeom prst="rect">
            <a:avLst/>
          </a:prstGeom>
          <a:noFill/>
        </p:spPr>
        <p:txBody>
          <a:bodyPr wrap="none" rtlCol="false">
            <a:spAutoFit/>
          </a:bodyPr>
          <a:lstStyle/>
          <a:p>
            <a:pPr/>
            <a:r>
              <a:rPr lang="zh-CN" altLang="en-US" sz="1100" dirty="false">
                <a:solidFill>
                  <a:srgbClr val="FF0000"/>
                </a:solidFill>
              </a:rPr>
              <a:t>消费者要在哪个</a:t>
            </a:r>
            <a:r>
              <a:rPr lang="en-US" altLang="zh-CN" sz="1100" dirty="false">
                <a:solidFill>
                  <a:srgbClr val="FF0000"/>
                </a:solidFill>
              </a:rPr>
              <a:t>/</a:t>
            </a:r>
            <a:r>
              <a:rPr lang="zh-CN" altLang="en-US" sz="1100" dirty="false">
                <a:solidFill>
                  <a:srgbClr val="FF0000"/>
                </a:solidFill>
              </a:rPr>
              <a:t>些</a:t>
            </a:r>
            <a:r>
              <a:rPr lang="en-US" altLang="zh-CN" sz="1100" dirty="false">
                <a:solidFill>
                  <a:srgbClr val="FF0000"/>
                </a:solidFill>
              </a:rPr>
              <a:t>ASIN</a:t>
            </a:r>
            <a:r>
              <a:rPr lang="zh-CN" altLang="en-US" sz="1100" dirty="false">
                <a:solidFill>
                  <a:srgbClr val="FF0000"/>
                </a:solidFill>
              </a:rPr>
              <a:t>上产生消费才能被这个人群包抓到，建议不填，不填代表店铺下所有</a:t>
            </a:r>
            <a:r>
              <a:rPr lang="en-US" altLang="zh-CN" sz="1100" dirty="false">
                <a:solidFill>
                  <a:srgbClr val="FF0000"/>
                </a:solidFill>
              </a:rPr>
              <a:t>ASIN</a:t>
            </a:r>
            <a:r>
              <a:rPr lang="zh-CN" altLang="en-US" sz="1100" dirty="false">
                <a:solidFill>
                  <a:srgbClr val="FF0000"/>
                </a:solidFill>
              </a:rPr>
              <a:t>都考虑在内，填的</a:t>
            </a:r>
            <a:r>
              <a:rPr lang="en-US" altLang="zh-CN" sz="1100" dirty="false">
                <a:solidFill>
                  <a:srgbClr val="FF0000"/>
                </a:solidFill>
              </a:rPr>
              <a:t>ASIN</a:t>
            </a:r>
            <a:r>
              <a:rPr lang="zh-CN" altLang="en-US" sz="1100" dirty="false">
                <a:solidFill>
                  <a:srgbClr val="FF0000"/>
                </a:solidFill>
              </a:rPr>
              <a:t>越少，人群包中的消费者人数越少</a:t>
            </a:r>
            <a:endParaRPr lang="zh-CN" altLang="en-US" sz="1100" dirty="false">
              <a:solidFill>
                <a:srgbClr val="FF0000"/>
              </a:solidFill>
            </a:endParaRPr>
          </a:p>
        </p:txBody>
      </p:sp>
      <p:sp>
        <p:nvSpPr>
          <p:cNvPr id="56" name="文本框 21"/>
          <p:cNvSpPr txBox="true"/>
          <p:nvPr/>
        </p:nvSpPr>
        <p:spPr>
          <a:xfrm>
            <a:off x="2515365" y="4868810"/>
            <a:ext cx="3818674" cy="261610"/>
          </a:xfrm>
          <a:prstGeom prst="rect">
            <a:avLst/>
          </a:prstGeom>
          <a:noFill/>
        </p:spPr>
        <p:txBody>
          <a:bodyPr wrap="none" rtlCol="false">
            <a:spAutoFit/>
          </a:bodyPr>
          <a:lstStyle/>
          <a:p>
            <a:pPr/>
            <a:r>
              <a:rPr lang="zh-CN" altLang="en-US" sz="1100" dirty="false">
                <a:solidFill>
                  <a:srgbClr val="FF0000"/>
                </a:solidFill>
              </a:rPr>
              <a:t>人群包中的消费者仅包含品牌新客，还是新客老客都包含</a:t>
            </a:r>
            <a:endParaRPr lang="zh-CN" altLang="en-US" sz="1100" dirty="false">
              <a:solidFill>
                <a:srgbClr val="FF0000"/>
              </a:solidFill>
            </a:endParaRPr>
          </a:p>
        </p:txBody>
      </p:sp>
      <p:sp>
        <p:nvSpPr>
          <p:cNvPr id="57" name="文本框 23"/>
          <p:cNvSpPr txBox="true"/>
          <p:nvPr/>
        </p:nvSpPr>
        <p:spPr>
          <a:xfrm>
            <a:off x="9329166" y="1908464"/>
            <a:ext cx="266776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lang="zh-CN" altLang="en-US" dirty="false"/>
              <a:t>品牌新客的定义：</a:t>
            </a:r>
            <a:endParaRPr lang="en-US" altLang="zh-CN" dirty="false"/>
          </a:p>
          <a:p>
            <a:pPr/>
            <a:r>
              <a:rPr lang="zh-CN" altLang="en-US" dirty="false"/>
              <a:t>在过去</a:t>
            </a:r>
            <a:r>
              <a:rPr lang="en-US" altLang="zh-CN" dirty="false"/>
              <a:t>365</a:t>
            </a:r>
            <a:r>
              <a:rPr lang="zh-CN" altLang="en-US" dirty="false"/>
              <a:t>天内第一次购买本品牌产品的消费者</a:t>
            </a:r>
            <a:endParaRPr lang="zh-CN" altLang="en-US" dirty="false"/>
          </a:p>
        </p:txBody>
      </p:sp>
      <p:pic>
        <p:nvPicPr>
          <p:cNvPr id="58" name="图片 25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9147821" y="0"/>
            <a:ext cx="3044180" cy="1527048"/>
          </a:xfrm>
          <a:prstGeom prst="rect">
            <a:avLst/>
          </a:prstGeom>
        </p:spPr>
      </p:pic>
      <p:pic>
        <p:nvPicPr>
          <p:cNvPr id="59" name="图片 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7138861" y="2851410"/>
            <a:ext cx="1993963" cy="1236362"/>
          </a:xfrm>
          <a:prstGeom prst="rect">
            <a:avLst/>
          </a:prstGeom>
        </p:spPr>
      </p:pic>
      <p:cxnSp>
        <p:nvCxnSpPr>
          <p:cNvPr id="60" name="直接箭头连接符 7"/>
          <p:cNvCxnSpPr/>
          <p:nvPr/>
        </p:nvCxnSpPr>
        <p:spPr>
          <a:xfrm flipV="true">
            <a:off x="2192528" y="3429000"/>
            <a:ext cx="5086096" cy="2633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文本框 9"/>
          <p:cNvSpPr txBox="true"/>
          <p:nvPr/>
        </p:nvSpPr>
        <p:spPr>
          <a:xfrm>
            <a:off x="9132824" y="3090812"/>
            <a:ext cx="2935224" cy="106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altLang="zh-CN" sz="1050" dirty="false">
                <a:solidFill>
                  <a:srgbClr val="FF0000"/>
                </a:solidFill>
              </a:rPr>
              <a:t>Rule-based</a:t>
            </a:r>
            <a:r>
              <a:rPr lang="zh-CN" altLang="en-US" sz="1050" dirty="false">
                <a:solidFill>
                  <a:srgbClr val="FF0000"/>
                </a:solidFill>
              </a:rPr>
              <a:t>：基于设立的消费者行为规则而创建，非常精准，已与产品有过互动的人群</a:t>
            </a:r>
            <a:endParaRPr lang="en-US" altLang="zh-CN" sz="1050" dirty="false">
              <a:solidFill>
                <a:srgbClr val="FF0000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altLang="zh-CN" sz="1050" dirty="false">
                <a:solidFill>
                  <a:srgbClr val="FF0000"/>
                </a:solidFill>
              </a:rPr>
              <a:t>Lookalike</a:t>
            </a:r>
            <a:r>
              <a:rPr lang="zh-CN" altLang="en-US" sz="1050" dirty="false">
                <a:solidFill>
                  <a:srgbClr val="FF0000"/>
                </a:solidFill>
              </a:rPr>
              <a:t>：与选择的消费者行为有相同特征的人群，可以进一步选择相似程度，</a:t>
            </a:r>
            <a:r>
              <a:rPr lang="en-US" altLang="zh-CN" sz="1050" dirty="false">
                <a:solidFill>
                  <a:srgbClr val="FF0000"/>
                </a:solidFill>
              </a:rPr>
              <a:t>similar</a:t>
            </a:r>
            <a:r>
              <a:rPr lang="zh-CN" altLang="en-US" sz="1050" dirty="false">
                <a:solidFill>
                  <a:srgbClr val="FF0000"/>
                </a:solidFill>
              </a:rPr>
              <a:t>代表相似、更精准</a:t>
            </a:r>
            <a:r>
              <a:rPr lang="en-US" altLang="zh-CN" sz="1050" dirty="false">
                <a:solidFill>
                  <a:srgbClr val="FF0000"/>
                </a:solidFill>
              </a:rPr>
              <a:t>(</a:t>
            </a:r>
            <a:r>
              <a:rPr lang="zh-CN" altLang="en-US" sz="1050" dirty="false">
                <a:solidFill>
                  <a:srgbClr val="FF0000"/>
                </a:solidFill>
              </a:rPr>
              <a:t>可能说明转化率更好</a:t>
            </a:r>
            <a:r>
              <a:rPr lang="en-US" altLang="zh-CN" sz="1050" dirty="false">
                <a:solidFill>
                  <a:srgbClr val="FF0000"/>
                </a:solidFill>
              </a:rPr>
              <a:t>)</a:t>
            </a:r>
            <a:r>
              <a:rPr lang="zh-CN" altLang="en-US" sz="1050" dirty="false">
                <a:solidFill>
                  <a:srgbClr val="FF0000"/>
                </a:solidFill>
              </a:rPr>
              <a:t>；</a:t>
            </a:r>
            <a:r>
              <a:rPr lang="en-US" altLang="zh-CN" sz="1050" dirty="false">
                <a:solidFill>
                  <a:srgbClr val="FF0000"/>
                </a:solidFill>
              </a:rPr>
              <a:t>broad</a:t>
            </a:r>
            <a:r>
              <a:rPr lang="zh-CN" altLang="en-US" sz="1050" dirty="false">
                <a:solidFill>
                  <a:srgbClr val="FF0000"/>
                </a:solidFill>
              </a:rPr>
              <a:t>更广泛</a:t>
            </a:r>
            <a:r>
              <a:rPr lang="en-US" altLang="zh-CN" sz="1050" dirty="false">
                <a:solidFill>
                  <a:srgbClr val="FF0000"/>
                </a:solidFill>
              </a:rPr>
              <a:t>(</a:t>
            </a:r>
            <a:r>
              <a:rPr lang="zh-CN" altLang="en-US" sz="1050" dirty="false">
                <a:solidFill>
                  <a:srgbClr val="FF0000"/>
                </a:solidFill>
              </a:rPr>
              <a:t>可能可以获得更多新曝光</a:t>
            </a:r>
            <a:r>
              <a:rPr lang="en-US" altLang="zh-CN" sz="1050" dirty="false">
                <a:solidFill>
                  <a:srgbClr val="FF0000"/>
                </a:solidFill>
              </a:rPr>
              <a:t>)</a:t>
            </a:r>
            <a:endParaRPr lang="zh-CN" altLang="en-US" sz="1050" dirty="false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Slide Number Placeholder 1"/>
          <p:cNvSpPr>
            <a:spLocks noGrp="true"/>
          </p:cNvSpPr>
          <p:nvPr>
            <p:ph type="sldNum" sz="quarter" idx="11"/>
          </p:nvPr>
        </p:nvSpPr>
        <p:spPr>
          <a:xfrm>
            <a:off x="507365" y="6394926"/>
            <a:ext cx="360000" cy="180000"/>
          </a:xfrm>
        </p:spPr>
        <p:txBody>
          <a:bodyPr/>
          <a:lstStyle/>
          <a:p>
            <a:pPr/>
            <a:fld id="{61618D03-50A5-4FC1-A1FF-1ED14B2283ED}" type="slidenum">
              <a:rPr lang="en-US" altLang="zh-CN" noProof="false" smtClean="false"/>
              <a:t/>
            </a:fld>
            <a:endParaRPr lang="zh-CN" noProof="false"/>
          </a:p>
        </p:txBody>
      </p:sp>
      <p:sp>
        <p:nvSpPr>
          <p:cNvPr id="64" name="Text Placeholder 5"/>
          <p:cNvSpPr>
            <a:spLocks noGrp="true"/>
          </p:cNvSpPr>
          <p:nvPr>
            <p:ph type="body" sz="quarter" idx="23"/>
          </p:nvPr>
        </p:nvSpPr>
        <p:spPr/>
        <p:txBody>
          <a:bodyPr/>
          <a:lstStyle/>
          <a:p>
            <a:pPr/>
            <a:endParaRPr lang="zh-CN" noProof="false"/>
          </a:p>
        </p:txBody>
      </p:sp>
      <p:sp>
        <p:nvSpPr>
          <p:cNvPr id="65" name="Text Placeholder 6"/>
          <p:cNvSpPr>
            <a:spLocks noGrp="true"/>
          </p:cNvSpPr>
          <p:nvPr>
            <p:ph type="body" sz="quarter" idx="26"/>
          </p:nvPr>
        </p:nvSpPr>
        <p:spPr>
          <a:xfrm>
            <a:off x="507365" y="1170403"/>
            <a:ext cx="7383907" cy="237773"/>
          </a:xfrm>
        </p:spPr>
        <p:txBody>
          <a:bodyPr/>
          <a:lstStyle/>
          <a:p>
            <a:pPr/>
            <a:r>
              <a:rPr lang="en-US" altLang="zh-CN" dirty="false"/>
              <a:t>Audience based on sponsored ads keywords——</a:t>
            </a:r>
            <a:r>
              <a:rPr lang="zh-CN" altLang="en-US" dirty="false"/>
              <a:t>搜索过关键词的消费者</a:t>
            </a:r>
            <a:endParaRPr lang="zh-CN" altLang="zh-CN" noProof="false" dirty="false"/>
          </a:p>
        </p:txBody>
      </p:sp>
      <p:sp>
        <p:nvSpPr>
          <p:cNvPr id="66" name="TextBox 3"/>
          <p:cNvSpPr txBox="true"/>
          <p:nvPr/>
        </p:nvSpPr>
        <p:spPr>
          <a:xfrm>
            <a:off x="127000" y="127000"/>
            <a:ext cx="12700" cy="127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false" anchor="t">
            <a:normAutofit fontScale="25000" lnSpcReduction="20000"/>
          </a:bodyPr>
          <a:lstStyle/>
          <a:p>
            <a:pPr algn="l">
              <a:defRPr/>
            </a:pPr>
            <a:r>
              <a:rPr lang="zh-CN" sz="100" noProof="false">
                <a:solidFill>
                  <a:srgbClr val="FFFFFF">
                    <a:alpha val="0"/>
                  </a:srgbClr>
                </a:solidFill>
                <a:latin typeface="Noto Sans S Chinese Regular" panose="020B0500000000000000" pitchFamily="34" charset="-128"/>
              </a:rPr>
              <a:t>slideId:[3aa4b9d5-931a-4d26-8c24-f49cfe54b17b]</a:t>
            </a:r>
            <a:endParaRPr lang="zh-CN" noProof="false">
              <a:latin typeface="Noto Sans S Chinese Regular" panose="020B0500000000000000" pitchFamily="34" charset="-128"/>
            </a:endParaRPr>
          </a:p>
        </p:txBody>
      </p:sp>
      <p:sp>
        <p:nvSpPr>
          <p:cNvPr id="67" name="TextBox 4"/>
          <p:cNvSpPr txBox="true"/>
          <p:nvPr/>
        </p:nvSpPr>
        <p:spPr>
          <a:xfrm>
            <a:off x="127000" y="127000"/>
            <a:ext cx="12700" cy="127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false" anchor="t">
            <a:normAutofit fontScale="25000" lnSpcReduction="20000"/>
          </a:bodyPr>
          <a:lstStyle/>
          <a:p>
            <a:pPr algn="l">
              <a:defRPr/>
            </a:pPr>
            <a:r>
              <a:rPr lang="zh-CN" sz="100" noProof="false">
                <a:solidFill>
                  <a:srgbClr val="FFFFFF">
                    <a:alpha val="0"/>
                  </a:srgbClr>
                </a:solidFill>
                <a:latin typeface="Noto Sans S Chinese Regular" panose="020B0500000000000000" pitchFamily="34" charset="-128"/>
              </a:rPr>
              <a:t>templateId:[939750b7-cd2c-421c-8531-ea7e4a2c3d79]</a:t>
            </a:r>
            <a:endParaRPr lang="zh-CN" noProof="false">
              <a:latin typeface="Noto Sans S Chinese Regular" panose="020B0500000000000000" pitchFamily="34" charset="-128"/>
            </a:endParaRPr>
          </a:p>
        </p:txBody>
      </p:sp>
      <p:sp>
        <p:nvSpPr>
          <p:cNvPr id="68" name="Title 11"/>
          <p:cNvSpPr txBox="true"/>
          <p:nvPr/>
        </p:nvSpPr>
        <p:spPr>
          <a:xfrm>
            <a:off x="507365" y="500061"/>
            <a:ext cx="5480685" cy="595441"/>
          </a:xfrm>
          <a:prstGeom prst="rect">
            <a:avLst/>
          </a:prstGeom>
        </p:spPr>
        <p:txBody>
          <a:bodyPr vert="horz" lIns="0" tIns="0" rIns="0" bIns="0" rtlCol="false" anchor="t" anchorCtr="false">
            <a:noAutofit/>
          </a:bodyPr>
          <a:lstStyle>
            <a:lvl1pPr algn="l" defTabSz="914400" rtl="false" eaLnBrk="true" latinLnBrk="false" hangingPunct="true">
              <a:lnSpc>
                <a:spcPct val="80000"/>
              </a:lnSpc>
              <a:spcBef>
                <a:spcPct val="1"/>
              </a:spcBef>
              <a:buNone/>
              <a:defRPr lang="en-US" sz="3200" b="true" i="false" kern="1200" spc="-50" baseline="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zh-CN" altLang="en-US" dirty="false"/>
              <a:t>常用</a:t>
            </a:r>
            <a:r>
              <a:rPr lang="en-US" altLang="zh-CN" dirty="false"/>
              <a:t>AMC</a:t>
            </a:r>
            <a:r>
              <a:rPr lang="zh-CN" altLang="en-US" dirty="false"/>
              <a:t>人群包创建步骤</a:t>
            </a:r>
            <a:endParaRPr lang="en-US" altLang="zh-CN" dirty="false"/>
          </a:p>
        </p:txBody>
      </p:sp>
      <p:pic>
        <p:nvPicPr>
          <p:cNvPr id="69" name="图片 9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507365" y="1591130"/>
            <a:ext cx="8846947" cy="4702756"/>
          </a:xfrm>
          <a:prstGeom prst="rect">
            <a:avLst/>
          </a:prstGeom>
        </p:spPr>
      </p:pic>
      <p:sp>
        <p:nvSpPr>
          <p:cNvPr id="70" name="文本框 11"/>
          <p:cNvSpPr txBox="true"/>
          <p:nvPr/>
        </p:nvSpPr>
        <p:spPr>
          <a:xfrm>
            <a:off x="2217547" y="2873019"/>
            <a:ext cx="1454244" cy="261610"/>
          </a:xfrm>
          <a:prstGeom prst="rect">
            <a:avLst/>
          </a:prstGeom>
          <a:noFill/>
        </p:spPr>
        <p:txBody>
          <a:bodyPr wrap="none" rtlCol="false">
            <a:spAutoFit/>
          </a:bodyPr>
          <a:lstStyle/>
          <a:p>
            <a:pPr/>
            <a:r>
              <a:rPr lang="zh-CN" altLang="en-US" sz="1100" dirty="false">
                <a:solidFill>
                  <a:srgbClr val="FF0000"/>
                </a:solidFill>
              </a:rPr>
              <a:t>选择自己的广告账号</a:t>
            </a:r>
            <a:endParaRPr lang="zh-CN" altLang="en-US" sz="1100" dirty="false">
              <a:solidFill>
                <a:srgbClr val="FF0000"/>
              </a:solidFill>
            </a:endParaRPr>
          </a:p>
        </p:txBody>
      </p:sp>
      <p:sp>
        <p:nvSpPr>
          <p:cNvPr id="71" name="文本框 12"/>
          <p:cNvSpPr txBox="true"/>
          <p:nvPr/>
        </p:nvSpPr>
        <p:spPr>
          <a:xfrm>
            <a:off x="2217547" y="3096659"/>
            <a:ext cx="748923" cy="261610"/>
          </a:xfrm>
          <a:prstGeom prst="rect">
            <a:avLst/>
          </a:prstGeom>
          <a:noFill/>
        </p:spPr>
        <p:txBody>
          <a:bodyPr wrap="none" rtlCol="false">
            <a:spAutoFit/>
          </a:bodyPr>
          <a:lstStyle/>
          <a:p>
            <a:pPr/>
            <a:r>
              <a:rPr lang="zh-CN" altLang="en-US" sz="1100" dirty="false">
                <a:solidFill>
                  <a:srgbClr val="FF0000"/>
                </a:solidFill>
              </a:rPr>
              <a:t>售卖国家</a:t>
            </a:r>
            <a:endParaRPr lang="zh-CN" altLang="en-US" sz="1100" dirty="false">
              <a:solidFill>
                <a:srgbClr val="FF0000"/>
              </a:solidFill>
            </a:endParaRPr>
          </a:p>
        </p:txBody>
      </p:sp>
      <p:sp>
        <p:nvSpPr>
          <p:cNvPr id="72" name="文本框 13"/>
          <p:cNvSpPr txBox="true"/>
          <p:nvPr/>
        </p:nvSpPr>
        <p:spPr>
          <a:xfrm>
            <a:off x="2592008" y="3581909"/>
            <a:ext cx="4296369" cy="261610"/>
          </a:xfrm>
          <a:prstGeom prst="rect">
            <a:avLst/>
          </a:prstGeom>
          <a:noFill/>
        </p:spPr>
        <p:txBody>
          <a:bodyPr wrap="none" rtlCol="false">
            <a:spAutoFit/>
          </a:bodyPr>
          <a:lstStyle/>
          <a:p>
            <a:pPr/>
            <a:r>
              <a:rPr lang="zh-CN" altLang="en-US" sz="1100" dirty="false">
                <a:solidFill>
                  <a:srgbClr val="FF0000"/>
                </a:solidFill>
              </a:rPr>
              <a:t>给人群包起一个名字，建议详细一点，便于与其他人群包区分开</a:t>
            </a:r>
            <a:endParaRPr lang="zh-CN" altLang="en-US" sz="1100" dirty="false">
              <a:solidFill>
                <a:srgbClr val="FF0000"/>
              </a:solidFill>
            </a:endParaRPr>
          </a:p>
        </p:txBody>
      </p:sp>
      <p:sp>
        <p:nvSpPr>
          <p:cNvPr id="73" name="文本框 14"/>
          <p:cNvSpPr txBox="true"/>
          <p:nvPr/>
        </p:nvSpPr>
        <p:spPr>
          <a:xfrm>
            <a:off x="2022032" y="4480646"/>
            <a:ext cx="6756978" cy="261610"/>
          </a:xfrm>
          <a:prstGeom prst="rect">
            <a:avLst/>
          </a:prstGeom>
          <a:noFill/>
        </p:spPr>
        <p:txBody>
          <a:bodyPr wrap="none" rtlCol="false">
            <a:spAutoFit/>
          </a:bodyPr>
          <a:lstStyle/>
          <a:p>
            <a:pPr/>
            <a:r>
              <a:rPr lang="zh-CN" altLang="en-US" sz="1100" dirty="false">
                <a:solidFill>
                  <a:srgbClr val="FF0000"/>
                </a:solidFill>
              </a:rPr>
              <a:t>回溯周期，即你需要抓取过去多少天内搜索过关键词的消费者，时间越长，人群包中的消费者人数越多</a:t>
            </a:r>
            <a:endParaRPr lang="zh-CN" altLang="en-US" sz="1100" dirty="false">
              <a:solidFill>
                <a:srgbClr val="FF0000"/>
              </a:solidFill>
            </a:endParaRPr>
          </a:p>
        </p:txBody>
      </p:sp>
      <p:sp>
        <p:nvSpPr>
          <p:cNvPr id="74" name="文本框 15"/>
          <p:cNvSpPr txBox="true"/>
          <p:nvPr/>
        </p:nvSpPr>
        <p:spPr>
          <a:xfrm>
            <a:off x="1439902" y="4994603"/>
            <a:ext cx="10976082" cy="261610"/>
          </a:xfrm>
          <a:prstGeom prst="rect">
            <a:avLst/>
          </a:prstGeom>
          <a:noFill/>
        </p:spPr>
        <p:txBody>
          <a:bodyPr wrap="none" rtlCol="false">
            <a:spAutoFit/>
          </a:bodyPr>
          <a:lstStyle/>
          <a:p>
            <a:pPr/>
            <a:r>
              <a:rPr lang="zh-CN" altLang="en-US" sz="1100" dirty="false">
                <a:solidFill>
                  <a:srgbClr val="FF0000"/>
                </a:solidFill>
              </a:rPr>
              <a:t>消费者要搜索过什么关键词才能被这个人群包抓到，一个关键词填一行，建议如果是大词，可以少填一些，如果是长尾词，可以多填一些，保证人群包中的消费者人数充足</a:t>
            </a:r>
            <a:endParaRPr lang="zh-CN" altLang="en-US" sz="1100" dirty="false">
              <a:solidFill>
                <a:srgbClr val="FF0000"/>
              </a:solidFill>
            </a:endParaRPr>
          </a:p>
        </p:txBody>
      </p:sp>
      <p:sp>
        <p:nvSpPr>
          <p:cNvPr id="75" name="文本框 16"/>
          <p:cNvSpPr txBox="true"/>
          <p:nvPr/>
        </p:nvSpPr>
        <p:spPr>
          <a:xfrm>
            <a:off x="1439902" y="5508560"/>
            <a:ext cx="10344499" cy="261610"/>
          </a:xfrm>
          <a:prstGeom prst="rect">
            <a:avLst/>
          </a:prstGeom>
          <a:noFill/>
        </p:spPr>
        <p:txBody>
          <a:bodyPr wrap="none" rtlCol="false">
            <a:spAutoFit/>
          </a:bodyPr>
          <a:lstStyle/>
          <a:p>
            <a:pPr/>
            <a:r>
              <a:rPr lang="zh-CN" altLang="en-US" sz="1100" dirty="false">
                <a:solidFill>
                  <a:srgbClr val="FF0000"/>
                </a:solidFill>
              </a:rPr>
              <a:t>消费者要针对哪个</a:t>
            </a:r>
            <a:r>
              <a:rPr lang="en-US" altLang="zh-CN" sz="1100" dirty="false">
                <a:solidFill>
                  <a:srgbClr val="FF0000"/>
                </a:solidFill>
              </a:rPr>
              <a:t>/</a:t>
            </a:r>
            <a:r>
              <a:rPr lang="zh-CN" altLang="en-US" sz="1100" dirty="false">
                <a:solidFill>
                  <a:srgbClr val="FF0000"/>
                </a:solidFill>
              </a:rPr>
              <a:t>些</a:t>
            </a:r>
            <a:r>
              <a:rPr lang="en-US" altLang="zh-CN" sz="1100" dirty="false">
                <a:solidFill>
                  <a:srgbClr val="FF0000"/>
                </a:solidFill>
              </a:rPr>
              <a:t>ASIN</a:t>
            </a:r>
            <a:r>
              <a:rPr lang="zh-CN" altLang="en-US" sz="1100" dirty="false">
                <a:solidFill>
                  <a:srgbClr val="FF0000"/>
                </a:solidFill>
              </a:rPr>
              <a:t>搜索过关键词才能被这个人群包抓到，建议不填，不填代表店铺下所有</a:t>
            </a:r>
            <a:r>
              <a:rPr lang="en-US" altLang="zh-CN" sz="1100" dirty="false">
                <a:solidFill>
                  <a:srgbClr val="FF0000"/>
                </a:solidFill>
              </a:rPr>
              <a:t>ASIN</a:t>
            </a:r>
            <a:r>
              <a:rPr lang="zh-CN" altLang="en-US" sz="1100" dirty="false">
                <a:solidFill>
                  <a:srgbClr val="FF0000"/>
                </a:solidFill>
              </a:rPr>
              <a:t>都考虑在内，填的</a:t>
            </a:r>
            <a:r>
              <a:rPr lang="en-US" altLang="zh-CN" sz="1100" dirty="false">
                <a:solidFill>
                  <a:srgbClr val="FF0000"/>
                </a:solidFill>
              </a:rPr>
              <a:t>ASIN</a:t>
            </a:r>
            <a:r>
              <a:rPr lang="zh-CN" altLang="en-US" sz="1100" dirty="false">
                <a:solidFill>
                  <a:srgbClr val="FF0000"/>
                </a:solidFill>
              </a:rPr>
              <a:t>越少，人群包中的消费者人数越少</a:t>
            </a:r>
            <a:endParaRPr lang="zh-CN" altLang="en-US" sz="1100" dirty="false">
              <a:solidFill>
                <a:srgbClr val="FF0000"/>
              </a:solidFill>
            </a:endParaRPr>
          </a:p>
        </p:txBody>
      </p:sp>
      <p:pic>
        <p:nvPicPr>
          <p:cNvPr id="76" name="图片 18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9132824" y="0"/>
            <a:ext cx="3059176" cy="1489031"/>
          </a:xfrm>
          <a:prstGeom prst="rect">
            <a:avLst/>
          </a:prstGeom>
        </p:spPr>
      </p:pic>
      <p:pic>
        <p:nvPicPr>
          <p:cNvPr id="77" name="图片 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8891184" y="2345547"/>
            <a:ext cx="1993963" cy="1236362"/>
          </a:xfrm>
          <a:prstGeom prst="rect">
            <a:avLst/>
          </a:prstGeom>
        </p:spPr>
      </p:pic>
      <p:cxnSp>
        <p:nvCxnSpPr>
          <p:cNvPr id="78" name="直接箭头连接符 7"/>
          <p:cNvCxnSpPr/>
          <p:nvPr/>
        </p:nvCxnSpPr>
        <p:spPr>
          <a:xfrm flipV="true">
            <a:off x="2217547" y="3058193"/>
            <a:ext cx="6990461" cy="37080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文本框 10"/>
          <p:cNvSpPr txBox="true"/>
          <p:nvPr/>
        </p:nvSpPr>
        <p:spPr>
          <a:xfrm>
            <a:off x="9354312" y="3581909"/>
            <a:ext cx="2935224" cy="106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altLang="zh-CN" sz="1050" dirty="false">
                <a:solidFill>
                  <a:srgbClr val="FF0000"/>
                </a:solidFill>
              </a:rPr>
              <a:t>Rule-based</a:t>
            </a:r>
            <a:r>
              <a:rPr lang="zh-CN" altLang="en-US" sz="1050" dirty="false">
                <a:solidFill>
                  <a:srgbClr val="FF0000"/>
                </a:solidFill>
              </a:rPr>
              <a:t>：基于设立的消费者行为规则而创建，非常精准，已与产品有过互动的人群</a:t>
            </a:r>
            <a:endParaRPr lang="en-US" altLang="zh-CN" sz="1050" dirty="false">
              <a:solidFill>
                <a:srgbClr val="FF0000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altLang="zh-CN" sz="1050" dirty="false">
                <a:solidFill>
                  <a:srgbClr val="FF0000"/>
                </a:solidFill>
              </a:rPr>
              <a:t>Lookalike</a:t>
            </a:r>
            <a:r>
              <a:rPr lang="zh-CN" altLang="en-US" sz="1050" dirty="false">
                <a:solidFill>
                  <a:srgbClr val="FF0000"/>
                </a:solidFill>
              </a:rPr>
              <a:t>：与选择的消费者行为有相同特征的人群，可以进一步选择相似程度，</a:t>
            </a:r>
            <a:r>
              <a:rPr lang="en-US" altLang="zh-CN" sz="1050" dirty="false">
                <a:solidFill>
                  <a:srgbClr val="FF0000"/>
                </a:solidFill>
              </a:rPr>
              <a:t>similar</a:t>
            </a:r>
            <a:r>
              <a:rPr lang="zh-CN" altLang="en-US" sz="1050" dirty="false">
                <a:solidFill>
                  <a:srgbClr val="FF0000"/>
                </a:solidFill>
              </a:rPr>
              <a:t>代表相似、更精准</a:t>
            </a:r>
            <a:r>
              <a:rPr lang="en-US" altLang="zh-CN" sz="1050" dirty="false">
                <a:solidFill>
                  <a:srgbClr val="FF0000"/>
                </a:solidFill>
              </a:rPr>
              <a:t>(</a:t>
            </a:r>
            <a:r>
              <a:rPr lang="zh-CN" altLang="en-US" sz="1050" dirty="false">
                <a:solidFill>
                  <a:srgbClr val="FF0000"/>
                </a:solidFill>
              </a:rPr>
              <a:t>可能说明转化率更好</a:t>
            </a:r>
            <a:r>
              <a:rPr lang="en-US" altLang="zh-CN" sz="1050" dirty="false">
                <a:solidFill>
                  <a:srgbClr val="FF0000"/>
                </a:solidFill>
              </a:rPr>
              <a:t>)</a:t>
            </a:r>
            <a:r>
              <a:rPr lang="zh-CN" altLang="en-US" sz="1050" dirty="false">
                <a:solidFill>
                  <a:srgbClr val="FF0000"/>
                </a:solidFill>
              </a:rPr>
              <a:t>；</a:t>
            </a:r>
            <a:r>
              <a:rPr lang="en-US" altLang="zh-CN" sz="1050" dirty="false">
                <a:solidFill>
                  <a:srgbClr val="FF0000"/>
                </a:solidFill>
              </a:rPr>
              <a:t>broad</a:t>
            </a:r>
            <a:r>
              <a:rPr lang="zh-CN" altLang="en-US" sz="1050" dirty="false">
                <a:solidFill>
                  <a:srgbClr val="FF0000"/>
                </a:solidFill>
              </a:rPr>
              <a:t>更广泛</a:t>
            </a:r>
            <a:r>
              <a:rPr lang="en-US" altLang="zh-CN" sz="1050" dirty="false">
                <a:solidFill>
                  <a:srgbClr val="FF0000"/>
                </a:solidFill>
              </a:rPr>
              <a:t>(</a:t>
            </a:r>
            <a:r>
              <a:rPr lang="zh-CN" altLang="en-US" sz="1050" dirty="false">
                <a:solidFill>
                  <a:srgbClr val="FF0000"/>
                </a:solidFill>
              </a:rPr>
              <a:t>可能可以获得更多新曝光</a:t>
            </a:r>
            <a:r>
              <a:rPr lang="en-US" altLang="zh-CN" sz="1050" dirty="false">
                <a:solidFill>
                  <a:srgbClr val="FF0000"/>
                </a:solidFill>
              </a:rPr>
              <a:t>)</a:t>
            </a:r>
            <a:endParaRPr lang="zh-CN" altLang="en-US" sz="1050" dirty="false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8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lide Number Placeholder 1"/>
          <p:cNvSpPr>
            <a:spLocks noGrp="true"/>
          </p:cNvSpPr>
          <p:nvPr>
            <p:ph type="sldNum" sz="quarter" idx="11"/>
          </p:nvPr>
        </p:nvSpPr>
        <p:spPr>
          <a:xfrm>
            <a:off x="507365" y="6394926"/>
            <a:ext cx="360000" cy="180000"/>
          </a:xfrm>
        </p:spPr>
        <p:txBody>
          <a:bodyPr/>
          <a:lstStyle/>
          <a:p>
            <a:pPr/>
            <a:fld id="{61618D03-50A5-4FC1-A1FF-1ED14B2283ED}" type="slidenum">
              <a:rPr lang="en-US" altLang="zh-CN" noProof="false" smtClean="false"/>
              <a:t/>
            </a:fld>
            <a:endParaRPr lang="zh-CN" noProof="false"/>
          </a:p>
        </p:txBody>
      </p:sp>
      <p:sp>
        <p:nvSpPr>
          <p:cNvPr id="82" name="Text Placeholder 5"/>
          <p:cNvSpPr>
            <a:spLocks noGrp="true"/>
          </p:cNvSpPr>
          <p:nvPr>
            <p:ph type="body" sz="quarter" idx="23"/>
          </p:nvPr>
        </p:nvSpPr>
        <p:spPr/>
        <p:txBody>
          <a:bodyPr/>
          <a:lstStyle/>
          <a:p>
            <a:pPr/>
            <a:endParaRPr lang="zh-CN" noProof="false"/>
          </a:p>
        </p:txBody>
      </p:sp>
      <p:sp>
        <p:nvSpPr>
          <p:cNvPr id="83" name="Text Placeholder 6"/>
          <p:cNvSpPr>
            <a:spLocks noGrp="true"/>
          </p:cNvSpPr>
          <p:nvPr>
            <p:ph type="body" sz="quarter" idx="26"/>
          </p:nvPr>
        </p:nvSpPr>
        <p:spPr>
          <a:xfrm>
            <a:off x="507365" y="1217815"/>
            <a:ext cx="11462131" cy="595441"/>
          </a:xfrm>
        </p:spPr>
        <p:txBody>
          <a:bodyPr/>
          <a:lstStyle/>
          <a:p>
            <a:pPr/>
            <a:r>
              <a:rPr lang="zh-CN" altLang="en-US" dirty="false"/>
              <a:t>人群包创建需要半小时左右，</a:t>
            </a:r>
            <a:r>
              <a:rPr lang="en-US" altLang="zh-CN" dirty="false"/>
              <a:t>Status</a:t>
            </a:r>
            <a:r>
              <a:rPr lang="zh-CN" altLang="en-US" dirty="false"/>
              <a:t>列</a:t>
            </a:r>
            <a:r>
              <a:rPr lang="zh-CN" altLang="en-US" noProof="false" dirty="false"/>
              <a:t>显示</a:t>
            </a:r>
            <a:r>
              <a:rPr lang="en-US" altLang="zh-CN" dirty="false"/>
              <a:t>C</a:t>
            </a:r>
            <a:r>
              <a:rPr lang="en-US" altLang="zh-CN" noProof="false" dirty="false" err="true"/>
              <a:t>ompleted</a:t>
            </a:r>
            <a:r>
              <a:rPr lang="zh-CN" altLang="en-US" dirty="false"/>
              <a:t>为创建成功，</a:t>
            </a:r>
            <a:r>
              <a:rPr lang="en-US" altLang="zh-CN" dirty="false"/>
              <a:t>Size</a:t>
            </a:r>
            <a:r>
              <a:rPr lang="zh-CN" altLang="en-US" dirty="false"/>
              <a:t>列能看到人群包中消费者的人数</a:t>
            </a:r>
            <a:endParaRPr lang="en-US" altLang="zh-CN" dirty="false"/>
          </a:p>
          <a:p>
            <a:pPr/>
            <a:r>
              <a:rPr lang="en-US" altLang="zh-CN" dirty="false"/>
              <a:t>Status</a:t>
            </a:r>
            <a:r>
              <a:rPr lang="zh-CN" altLang="en-US" dirty="false"/>
              <a:t>列显示</a:t>
            </a:r>
            <a:r>
              <a:rPr lang="en-US" altLang="zh-CN" dirty="false"/>
              <a:t>Failed</a:t>
            </a:r>
            <a:r>
              <a:rPr lang="zh-CN" altLang="en-US" dirty="false"/>
              <a:t>为创建失败，说明人群包中的人数不满</a:t>
            </a:r>
            <a:r>
              <a:rPr lang="en-US" altLang="zh-CN" dirty="false"/>
              <a:t>2000</a:t>
            </a:r>
            <a:r>
              <a:rPr lang="zh-CN" altLang="en-US" dirty="false"/>
              <a:t>，需要放宽创建人群包时的条件，使得人群包中的人数</a:t>
            </a:r>
            <a:r>
              <a:rPr lang="en-US" altLang="zh-CN" dirty="false"/>
              <a:t>&gt;2000</a:t>
            </a:r>
            <a:endParaRPr lang="zh-CN" altLang="zh-CN" noProof="false" dirty="false"/>
          </a:p>
        </p:txBody>
      </p:sp>
      <p:sp>
        <p:nvSpPr>
          <p:cNvPr id="84" name="TextBox 3"/>
          <p:cNvSpPr txBox="true"/>
          <p:nvPr/>
        </p:nvSpPr>
        <p:spPr>
          <a:xfrm>
            <a:off x="127000" y="127000"/>
            <a:ext cx="12700" cy="127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false" anchor="t">
            <a:normAutofit fontScale="25000" lnSpcReduction="20000"/>
          </a:bodyPr>
          <a:lstStyle/>
          <a:p>
            <a:pPr algn="l">
              <a:defRPr/>
            </a:pPr>
            <a:r>
              <a:rPr lang="zh-CN" sz="100" noProof="false">
                <a:solidFill>
                  <a:srgbClr val="FFFFFF">
                    <a:alpha val="0"/>
                  </a:srgbClr>
                </a:solidFill>
                <a:latin typeface="Noto Sans S Chinese Regular" panose="020B0500000000000000" pitchFamily="34" charset="-128"/>
              </a:rPr>
              <a:t>slideId:[3aa4b9d5-931a-4d26-8c24-f49cfe54b17b]</a:t>
            </a:r>
            <a:endParaRPr lang="zh-CN" noProof="false">
              <a:latin typeface="Noto Sans S Chinese Regular" panose="020B0500000000000000" pitchFamily="34" charset="-128"/>
            </a:endParaRPr>
          </a:p>
        </p:txBody>
      </p:sp>
      <p:sp>
        <p:nvSpPr>
          <p:cNvPr id="85" name="TextBox 4"/>
          <p:cNvSpPr txBox="true"/>
          <p:nvPr/>
        </p:nvSpPr>
        <p:spPr>
          <a:xfrm>
            <a:off x="127000" y="127000"/>
            <a:ext cx="12700" cy="127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false" anchor="t">
            <a:normAutofit fontScale="25000" lnSpcReduction="20000"/>
          </a:bodyPr>
          <a:lstStyle/>
          <a:p>
            <a:pPr algn="l">
              <a:defRPr/>
            </a:pPr>
            <a:r>
              <a:rPr lang="zh-CN" sz="100" noProof="false">
                <a:solidFill>
                  <a:srgbClr val="FFFFFF">
                    <a:alpha val="0"/>
                  </a:srgbClr>
                </a:solidFill>
                <a:latin typeface="Noto Sans S Chinese Regular" panose="020B0500000000000000" pitchFamily="34" charset="-128"/>
              </a:rPr>
              <a:t>templateId:[939750b7-cd2c-421c-8531-ea7e4a2c3d79]</a:t>
            </a:r>
            <a:endParaRPr lang="zh-CN" noProof="false">
              <a:latin typeface="Noto Sans S Chinese Regular" panose="020B0500000000000000" pitchFamily="34" charset="-128"/>
            </a:endParaRPr>
          </a:p>
        </p:txBody>
      </p:sp>
      <p:pic>
        <p:nvPicPr>
          <p:cNvPr id="86" name="图片 8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467591" y="2011319"/>
            <a:ext cx="10349761" cy="4261294"/>
          </a:xfrm>
          <a:prstGeom prst="rect">
            <a:avLst/>
          </a:prstGeom>
        </p:spPr>
      </p:pic>
      <p:sp>
        <p:nvSpPr>
          <p:cNvPr id="87" name="Title 11"/>
          <p:cNvSpPr>
            <a:spLocks noGrp="true"/>
          </p:cNvSpPr>
          <p:nvPr>
            <p:ph type="title"/>
          </p:nvPr>
        </p:nvSpPr>
        <p:spPr>
          <a:xfrm>
            <a:off x="507365" y="500061"/>
            <a:ext cx="5480685" cy="595441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dirty="false"/>
              <a:t>查看创建完的</a:t>
            </a:r>
            <a:r>
              <a:rPr lang="en-US" altLang="zh-CN" dirty="false"/>
              <a:t>AMC</a:t>
            </a:r>
            <a:r>
              <a:rPr lang="zh-CN" altLang="en-US" dirty="false"/>
              <a:t>人群包</a:t>
            </a:r>
            <a:endParaRPr lang="en-US" altLang="zh-CN" dirty="false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8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Slide Number Placeholder 1"/>
          <p:cNvSpPr>
            <a:spLocks noGrp="true"/>
          </p:cNvSpPr>
          <p:nvPr>
            <p:ph type="sldNum" sz="quarter" idx="11"/>
          </p:nvPr>
        </p:nvSpPr>
        <p:spPr>
          <a:xfrm>
            <a:off x="507365" y="6394926"/>
            <a:ext cx="360000" cy="180000"/>
          </a:xfrm>
        </p:spPr>
        <p:txBody>
          <a:bodyPr/>
          <a:lstStyle/>
          <a:p>
            <a:pPr/>
            <a:fld id="{61618D03-50A5-4FC1-A1FF-1ED14B2283ED}" type="slidenum">
              <a:rPr lang="en-US" altLang="zh-CN" noProof="false" smtClean="false"/>
              <a:t/>
            </a:fld>
            <a:endParaRPr lang="zh-CN" noProof="false"/>
          </a:p>
        </p:txBody>
      </p:sp>
      <p:sp>
        <p:nvSpPr>
          <p:cNvPr id="90" name="Text Placeholder 5"/>
          <p:cNvSpPr>
            <a:spLocks noGrp="true"/>
          </p:cNvSpPr>
          <p:nvPr>
            <p:ph type="body" sz="quarter" idx="23"/>
          </p:nvPr>
        </p:nvSpPr>
        <p:spPr/>
        <p:txBody>
          <a:bodyPr/>
          <a:lstStyle/>
          <a:p>
            <a:pPr/>
            <a:endParaRPr lang="zh-CN" noProof="false"/>
          </a:p>
        </p:txBody>
      </p:sp>
      <p:sp>
        <p:nvSpPr>
          <p:cNvPr id="91" name="TextBox 3"/>
          <p:cNvSpPr txBox="true"/>
          <p:nvPr/>
        </p:nvSpPr>
        <p:spPr>
          <a:xfrm>
            <a:off x="127000" y="127000"/>
            <a:ext cx="12700" cy="127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false" anchor="t">
            <a:normAutofit fontScale="25000" lnSpcReduction="20000"/>
          </a:bodyPr>
          <a:lstStyle/>
          <a:p>
            <a:pPr algn="l">
              <a:defRPr/>
            </a:pPr>
            <a:r>
              <a:rPr lang="zh-CN" sz="100" noProof="false">
                <a:solidFill>
                  <a:srgbClr val="FFFFFF">
                    <a:alpha val="0"/>
                  </a:srgbClr>
                </a:solidFill>
                <a:latin typeface="Noto Sans S Chinese Regular" panose="020B0500000000000000" pitchFamily="34" charset="-128"/>
              </a:rPr>
              <a:t>slideId:[3aa4b9d5-931a-4d26-8c24-f49cfe54b17b]</a:t>
            </a:r>
            <a:endParaRPr lang="zh-CN" noProof="false">
              <a:latin typeface="Noto Sans S Chinese Regular" panose="020B0500000000000000" pitchFamily="34" charset="-128"/>
            </a:endParaRPr>
          </a:p>
        </p:txBody>
      </p:sp>
      <p:sp>
        <p:nvSpPr>
          <p:cNvPr id="92" name="TextBox 4"/>
          <p:cNvSpPr txBox="true"/>
          <p:nvPr/>
        </p:nvSpPr>
        <p:spPr>
          <a:xfrm>
            <a:off x="127000" y="127000"/>
            <a:ext cx="12700" cy="127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false" anchor="t">
            <a:normAutofit fontScale="25000" lnSpcReduction="20000"/>
          </a:bodyPr>
          <a:lstStyle/>
          <a:p>
            <a:pPr algn="l">
              <a:defRPr/>
            </a:pPr>
            <a:r>
              <a:rPr lang="zh-CN" sz="100" noProof="false">
                <a:solidFill>
                  <a:srgbClr val="FFFFFF">
                    <a:alpha val="0"/>
                  </a:srgbClr>
                </a:solidFill>
                <a:latin typeface="Noto Sans S Chinese Regular" panose="020B0500000000000000" pitchFamily="34" charset="-128"/>
              </a:rPr>
              <a:t>templateId:[939750b7-cd2c-421c-8531-ea7e4a2c3d79]</a:t>
            </a:r>
            <a:endParaRPr lang="zh-CN" noProof="false">
              <a:latin typeface="Noto Sans S Chinese Regular" panose="020B0500000000000000" pitchFamily="34" charset="-128"/>
            </a:endParaRPr>
          </a:p>
        </p:txBody>
      </p:sp>
      <p:sp>
        <p:nvSpPr>
          <p:cNvPr id="93" name="Title 11"/>
          <p:cNvSpPr>
            <a:spLocks noGrp="true"/>
          </p:cNvSpPr>
          <p:nvPr>
            <p:ph type="title"/>
          </p:nvPr>
        </p:nvSpPr>
        <p:spPr>
          <a:xfrm>
            <a:off x="507365" y="500061"/>
            <a:ext cx="11684635" cy="595441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dirty="false"/>
              <a:t>使用已创建的</a:t>
            </a:r>
            <a:r>
              <a:rPr lang="en-US" altLang="zh-CN" dirty="false"/>
              <a:t>AMC</a:t>
            </a:r>
            <a:r>
              <a:rPr lang="zh-CN" altLang="en-US" dirty="false"/>
              <a:t>人群包（位置：广告活动管理器</a:t>
            </a:r>
            <a:r>
              <a:rPr lang="en-US" altLang="zh-CN" dirty="false"/>
              <a:t>-</a:t>
            </a:r>
            <a:r>
              <a:rPr lang="zh-CN" altLang="en-US" dirty="false"/>
              <a:t>创建广告活动）</a:t>
            </a:r>
            <a:endParaRPr lang="en-US" altLang="zh-CN" dirty="false"/>
          </a:p>
        </p:txBody>
      </p:sp>
      <p:sp>
        <p:nvSpPr>
          <p:cNvPr id="94" name="Text Placeholder 6"/>
          <p:cNvSpPr txBox="true"/>
          <p:nvPr/>
        </p:nvSpPr>
        <p:spPr>
          <a:xfrm>
            <a:off x="507363" y="1414514"/>
            <a:ext cx="8170293" cy="432573"/>
          </a:xfrm>
          <a:prstGeom prst="rect">
            <a:avLst/>
          </a:prstGeom>
        </p:spPr>
        <p:txBody>
          <a:bodyPr vert="horz" lIns="0" tIns="0" rIns="0" bIns="0" rtlCol="false" anchor="t" anchorCtr="false">
            <a:noAutofit/>
          </a:bodyPr>
          <a:lstStyle>
            <a:lvl1pPr marL="0" indent="0" algn="l" defTabSz="914400" rtl="false" eaLnBrk="true" latinLnBrk="false" hangingPunct="true">
              <a:lnSpc>
                <a:spcPct val="90000"/>
              </a:lnSpc>
              <a:spcBef>
                <a:spcPts val="1200"/>
              </a:spcBef>
              <a:buFontTx/>
              <a:buNone/>
              <a:defRPr lang="en-US" sz="1600" b="true" i="false" kern="120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  <a:lvl2pPr marL="0" indent="0" algn="l" defTabSz="914400" rtl="false" eaLnBrk="true" latinLnBrk="false" hangingPunct="true">
              <a:lnSpc>
                <a:spcPct val="100000"/>
              </a:lnSpc>
              <a:spcBef>
                <a:spcPts val="300"/>
              </a:spcBef>
              <a:buFontTx/>
              <a:buNone/>
              <a:defRPr sz="1200" kern="1200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+mn-cs"/>
              </a:defRPr>
            </a:lvl2pPr>
            <a:lvl3pPr marL="228600" indent="-228600" algn="l" defTabSz="914400" rtl="false" eaLnBrk="true" latinLnBrk="false" hangingPunct="true">
              <a:lnSpc>
                <a:spcPct val="90000"/>
              </a:lnSpc>
              <a:spcBef>
                <a:spcPts val="500"/>
              </a:spcBef>
              <a:buFontTx/>
              <a:buNone/>
              <a:tabLst>
                <a:tab pos="92075" algn="l"/>
              </a:tabLst>
              <a:defRPr sz="1200" kern="1200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+mn-cs"/>
              </a:defRPr>
            </a:lvl3pPr>
            <a:lvl4pPr marL="1371600" indent="0" algn="l" defTabSz="914400" rtl="false" eaLnBrk="true" latinLnBrk="false" hangingPunct="true">
              <a:lnSpc>
                <a:spcPct val="90000"/>
              </a:lnSpc>
              <a:spcBef>
                <a:spcPts val="500"/>
              </a:spcBef>
              <a:buFontTx/>
              <a:buNone/>
              <a:defRPr sz="1200" kern="1200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+mn-cs"/>
              </a:defRPr>
            </a:lvl4pPr>
            <a:lvl5pPr marL="1828800" indent="0" algn="l" defTabSz="914400" rtl="false" eaLnBrk="true" latinLnBrk="false" hangingPunct="true">
              <a:lnSpc>
                <a:spcPct val="90000"/>
              </a:lnSpc>
              <a:spcBef>
                <a:spcPts val="500"/>
              </a:spcBef>
              <a:buFontTx/>
              <a:buNone/>
              <a:defRPr sz="1200" kern="1200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+mn-cs"/>
              </a:defRPr>
            </a:lvl5pPr>
            <a:lvl6pPr marL="2514600" indent="-228600" algn="l" defTabSz="914400" rtl="false" eaLnBrk="true" latinLnBrk="false" hangingPunct="true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false" eaLnBrk="true" latinLnBrk="false" hangingPunct="true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false" eaLnBrk="true" latinLnBrk="false" hangingPunct="true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false" eaLnBrk="true" latinLnBrk="false" hangingPunct="true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/>
            <a:r>
              <a:rPr lang="en-US" altLang="zh-CN" dirty="false"/>
              <a:t>1. </a:t>
            </a:r>
            <a:r>
              <a:rPr lang="zh-CN" altLang="en-US" dirty="false"/>
              <a:t>在</a:t>
            </a:r>
            <a:r>
              <a:rPr lang="en-US" altLang="zh-CN" dirty="false">
                <a:highlight>
                  <a:srgbClr val="FFFF00"/>
                </a:highlight>
              </a:rPr>
              <a:t>SP/SB</a:t>
            </a:r>
            <a:r>
              <a:rPr lang="zh-CN" altLang="en-US" dirty="false"/>
              <a:t>中针对</a:t>
            </a:r>
            <a:r>
              <a:rPr lang="en-US" altLang="zh-CN" dirty="false"/>
              <a:t>AMC</a:t>
            </a:r>
            <a:r>
              <a:rPr lang="zh-CN" altLang="en-US" dirty="false"/>
              <a:t>人群</a:t>
            </a:r>
            <a:r>
              <a:rPr lang="zh-CN" altLang="en-US" dirty="false">
                <a:highlight>
                  <a:srgbClr val="FFFF00"/>
                </a:highlight>
              </a:rPr>
              <a:t>提升竞价</a:t>
            </a:r>
            <a:r>
              <a:rPr lang="zh-CN" altLang="en-US" dirty="false"/>
              <a:t>，建议提升幅度</a:t>
            </a:r>
            <a:r>
              <a:rPr lang="en-US" altLang="zh-CN" dirty="false">
                <a:highlight>
                  <a:srgbClr val="FFFF00"/>
                </a:highlight>
              </a:rPr>
              <a:t>&gt;20%</a:t>
            </a:r>
            <a:r>
              <a:rPr lang="zh-CN" altLang="en-US" dirty="false"/>
              <a:t>，一个</a:t>
            </a:r>
            <a:r>
              <a:rPr lang="en-US" altLang="zh-CN" dirty="false"/>
              <a:t>campaign</a:t>
            </a:r>
            <a:r>
              <a:rPr lang="zh-CN" altLang="en-US" dirty="false"/>
              <a:t>只能针对一个人群包加价，如同一个</a:t>
            </a:r>
            <a:r>
              <a:rPr lang="en-US" altLang="zh-CN" dirty="false"/>
              <a:t>campaign</a:t>
            </a:r>
            <a:r>
              <a:rPr lang="zh-CN" altLang="en-US" dirty="false"/>
              <a:t>需针对多个人群包加价，复制原</a:t>
            </a:r>
            <a:r>
              <a:rPr lang="en-US" altLang="zh-CN" dirty="false"/>
              <a:t>campaign</a:t>
            </a:r>
            <a:r>
              <a:rPr lang="zh-CN" altLang="en-US" dirty="false"/>
              <a:t>分开加价即可</a:t>
            </a:r>
            <a:endParaRPr lang="zh-CN" altLang="en-US" dirty="false"/>
          </a:p>
        </p:txBody>
      </p:sp>
      <p:pic>
        <p:nvPicPr>
          <p:cNvPr id="95" name="图片 7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507363" y="1887502"/>
            <a:ext cx="7212841" cy="2146608"/>
          </a:xfrm>
          <a:prstGeom prst="rect">
            <a:avLst/>
          </a:prstGeom>
        </p:spPr>
      </p:pic>
      <p:sp>
        <p:nvSpPr>
          <p:cNvPr id="96" name="文本框 8"/>
          <p:cNvSpPr txBox="true"/>
          <p:nvPr/>
        </p:nvSpPr>
        <p:spPr>
          <a:xfrm>
            <a:off x="3977057" y="3561141"/>
            <a:ext cx="3416320" cy="369332"/>
          </a:xfrm>
          <a:prstGeom prst="rect">
            <a:avLst/>
          </a:prstGeom>
          <a:noFill/>
        </p:spPr>
        <p:txBody>
          <a:bodyPr wrap="none" rtlCol="false">
            <a:spAutoFit/>
          </a:bodyPr>
          <a:lstStyle/>
          <a:p>
            <a:pPr/>
            <a:r>
              <a:rPr lang="zh-CN" altLang="en-US" dirty="false">
                <a:solidFill>
                  <a:srgbClr val="FF0000"/>
                </a:solidFill>
              </a:rPr>
              <a:t>这里就是创建好的自定义人群包</a:t>
            </a:r>
            <a:endParaRPr lang="zh-CN" altLang="en-US" dirty="false">
              <a:solidFill>
                <a:srgbClr val="FF0000"/>
              </a:solidFill>
            </a:endParaRPr>
          </a:p>
        </p:txBody>
      </p:sp>
      <p:sp>
        <p:nvSpPr>
          <p:cNvPr id="97" name="Text Placeholder 6"/>
          <p:cNvSpPr txBox="true"/>
          <p:nvPr/>
        </p:nvSpPr>
        <p:spPr>
          <a:xfrm>
            <a:off x="507363" y="4117695"/>
            <a:ext cx="3698875" cy="295221"/>
          </a:xfrm>
          <a:prstGeom prst="rect">
            <a:avLst/>
          </a:prstGeom>
        </p:spPr>
        <p:txBody>
          <a:bodyPr vert="horz" lIns="0" tIns="0" rIns="0" bIns="0" rtlCol="false" anchor="t" anchorCtr="false">
            <a:noAutofit/>
          </a:bodyPr>
          <a:lstStyle>
            <a:lvl1pPr marL="0" indent="0" algn="l" defTabSz="914400" rtl="false" eaLnBrk="true" latinLnBrk="false" hangingPunct="true">
              <a:lnSpc>
                <a:spcPct val="90000"/>
              </a:lnSpc>
              <a:spcBef>
                <a:spcPts val="1200"/>
              </a:spcBef>
              <a:buFontTx/>
              <a:buNone/>
              <a:defRPr lang="en-US" sz="1600" b="true" i="false" kern="120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  <a:lvl2pPr marL="0" indent="0" algn="l" defTabSz="914400" rtl="false" eaLnBrk="true" latinLnBrk="false" hangingPunct="true">
              <a:lnSpc>
                <a:spcPct val="100000"/>
              </a:lnSpc>
              <a:spcBef>
                <a:spcPts val="300"/>
              </a:spcBef>
              <a:buFontTx/>
              <a:buNone/>
              <a:defRPr sz="1200" kern="1200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+mn-cs"/>
              </a:defRPr>
            </a:lvl2pPr>
            <a:lvl3pPr marL="228600" indent="-228600" algn="l" defTabSz="914400" rtl="false" eaLnBrk="true" latinLnBrk="false" hangingPunct="true">
              <a:lnSpc>
                <a:spcPct val="90000"/>
              </a:lnSpc>
              <a:spcBef>
                <a:spcPts val="500"/>
              </a:spcBef>
              <a:buFontTx/>
              <a:buNone/>
              <a:tabLst>
                <a:tab pos="92075" algn="l"/>
              </a:tabLst>
              <a:defRPr sz="1200" kern="1200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+mn-cs"/>
              </a:defRPr>
            </a:lvl3pPr>
            <a:lvl4pPr marL="1371600" indent="0" algn="l" defTabSz="914400" rtl="false" eaLnBrk="true" latinLnBrk="false" hangingPunct="true">
              <a:lnSpc>
                <a:spcPct val="90000"/>
              </a:lnSpc>
              <a:spcBef>
                <a:spcPts val="500"/>
              </a:spcBef>
              <a:buFontTx/>
              <a:buNone/>
              <a:defRPr sz="1200" kern="1200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+mn-cs"/>
              </a:defRPr>
            </a:lvl4pPr>
            <a:lvl5pPr marL="1828800" indent="0" algn="l" defTabSz="914400" rtl="false" eaLnBrk="true" latinLnBrk="false" hangingPunct="true">
              <a:lnSpc>
                <a:spcPct val="90000"/>
              </a:lnSpc>
              <a:spcBef>
                <a:spcPts val="500"/>
              </a:spcBef>
              <a:buFontTx/>
              <a:buNone/>
              <a:defRPr sz="1200" kern="1200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+mn-cs"/>
              </a:defRPr>
            </a:lvl5pPr>
            <a:lvl6pPr marL="2514600" indent="-228600" algn="l" defTabSz="914400" rtl="false" eaLnBrk="true" latinLnBrk="false" hangingPunct="true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false" eaLnBrk="true" latinLnBrk="false" hangingPunct="true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false" eaLnBrk="true" latinLnBrk="false" hangingPunct="true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false" eaLnBrk="true" latinLnBrk="false" hangingPunct="true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/>
            <a:r>
              <a:rPr lang="en-US" altLang="zh-CN" dirty="false"/>
              <a:t>2. </a:t>
            </a:r>
            <a:r>
              <a:rPr lang="zh-CN" altLang="en-US" dirty="false"/>
              <a:t>在</a:t>
            </a:r>
            <a:r>
              <a:rPr lang="en-US" altLang="zh-CN" dirty="false">
                <a:highlight>
                  <a:srgbClr val="FFFF00"/>
                </a:highlight>
              </a:rPr>
              <a:t>SD</a:t>
            </a:r>
            <a:r>
              <a:rPr lang="zh-CN" altLang="en-US" dirty="false"/>
              <a:t>中直接</a:t>
            </a:r>
            <a:r>
              <a:rPr lang="zh-CN" altLang="en-US" dirty="false">
                <a:highlight>
                  <a:srgbClr val="FFFF00"/>
                </a:highlight>
              </a:rPr>
              <a:t>定向</a:t>
            </a:r>
            <a:r>
              <a:rPr lang="en-US" altLang="zh-CN" dirty="false">
                <a:highlight>
                  <a:srgbClr val="FFFF00"/>
                </a:highlight>
              </a:rPr>
              <a:t>AMC</a:t>
            </a:r>
            <a:r>
              <a:rPr lang="zh-CN" altLang="en-US" dirty="false">
                <a:highlight>
                  <a:srgbClr val="FFFF00"/>
                </a:highlight>
              </a:rPr>
              <a:t>人群</a:t>
            </a:r>
            <a:endParaRPr lang="zh-CN" altLang="en-US" dirty="false">
              <a:highlight>
                <a:srgbClr val="FFFF00"/>
              </a:highlight>
            </a:endParaRPr>
          </a:p>
        </p:txBody>
      </p:sp>
      <p:pic>
        <p:nvPicPr>
          <p:cNvPr id="98" name="图片 15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3228869" y="4005317"/>
            <a:ext cx="4360651" cy="2681366"/>
          </a:xfrm>
          <a:prstGeom prst="rect">
            <a:avLst/>
          </a:prstGeom>
        </p:spPr>
      </p:pic>
      <p:sp>
        <p:nvSpPr>
          <p:cNvPr id="99" name="Text Placeholder 6"/>
          <p:cNvSpPr txBox="true"/>
          <p:nvPr/>
        </p:nvSpPr>
        <p:spPr>
          <a:xfrm>
            <a:off x="507364" y="1046973"/>
            <a:ext cx="7246748" cy="367542"/>
          </a:xfrm>
          <a:prstGeom prst="rect">
            <a:avLst/>
          </a:prstGeom>
        </p:spPr>
        <p:txBody>
          <a:bodyPr vert="horz" lIns="0" tIns="0" rIns="0" bIns="0" rtlCol="false" anchor="t" anchorCtr="false">
            <a:noAutofit/>
          </a:bodyPr>
          <a:lstStyle>
            <a:lvl1pPr marL="0" indent="0" algn="l" defTabSz="914400" rtl="false" eaLnBrk="true" latinLnBrk="false" hangingPunct="true">
              <a:lnSpc>
                <a:spcPct val="90000"/>
              </a:lnSpc>
              <a:spcBef>
                <a:spcPts val="1200"/>
              </a:spcBef>
              <a:buFontTx/>
              <a:buNone/>
              <a:defRPr lang="en-US" sz="1600" b="true" i="false" kern="1200" noProof="false" dirty="false">
                <a:solidFill>
                  <a:schemeClr val="tx1"/>
                </a:solidFill>
                <a:latin typeface="Noto Sans S Chinese Bold" panose="020B0500000000000000" pitchFamily="34" charset="-128"/>
                <a:ea typeface="Noto Sans S Chinese Bold" panose="020B0500000000000000" pitchFamily="34" charset="-128"/>
                <a:cs typeface="+mn-cs"/>
              </a:defRPr>
            </a:lvl1pPr>
            <a:lvl2pPr marL="0" indent="0" algn="l" defTabSz="914400" rtl="false" eaLnBrk="true" latinLnBrk="false" hangingPunct="true">
              <a:lnSpc>
                <a:spcPct val="100000"/>
              </a:lnSpc>
              <a:spcBef>
                <a:spcPts val="300"/>
              </a:spcBef>
              <a:buFontTx/>
              <a:buNone/>
              <a:defRPr sz="1200" kern="1200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+mn-cs"/>
              </a:defRPr>
            </a:lvl2pPr>
            <a:lvl3pPr marL="228600" indent="-228600" algn="l" defTabSz="914400" rtl="false" eaLnBrk="true" latinLnBrk="false" hangingPunct="true">
              <a:lnSpc>
                <a:spcPct val="90000"/>
              </a:lnSpc>
              <a:spcBef>
                <a:spcPts val="500"/>
              </a:spcBef>
              <a:buFontTx/>
              <a:buNone/>
              <a:tabLst>
                <a:tab pos="92075" algn="l"/>
              </a:tabLst>
              <a:defRPr sz="1200" kern="1200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+mn-cs"/>
              </a:defRPr>
            </a:lvl3pPr>
            <a:lvl4pPr marL="1371600" indent="0" algn="l" defTabSz="914400" rtl="false" eaLnBrk="true" latinLnBrk="false" hangingPunct="true">
              <a:lnSpc>
                <a:spcPct val="90000"/>
              </a:lnSpc>
              <a:spcBef>
                <a:spcPts val="500"/>
              </a:spcBef>
              <a:buFontTx/>
              <a:buNone/>
              <a:defRPr sz="1200" kern="1200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+mn-cs"/>
              </a:defRPr>
            </a:lvl4pPr>
            <a:lvl5pPr marL="1828800" indent="0" algn="l" defTabSz="914400" rtl="false" eaLnBrk="true" latinLnBrk="false" hangingPunct="true">
              <a:lnSpc>
                <a:spcPct val="90000"/>
              </a:lnSpc>
              <a:spcBef>
                <a:spcPts val="500"/>
              </a:spcBef>
              <a:buFontTx/>
              <a:buNone/>
              <a:defRPr sz="1200" kern="1200">
                <a:solidFill>
                  <a:schemeClr val="tx1"/>
                </a:solidFill>
                <a:latin typeface="Noto Sans S Chinese Regular" panose="020B0500000000000000" pitchFamily="34" charset="-128"/>
                <a:ea typeface="Noto Sans S Chinese Regular" panose="020B0500000000000000" pitchFamily="34" charset="-128"/>
                <a:cs typeface="+mn-cs"/>
              </a:defRPr>
            </a:lvl5pPr>
            <a:lvl6pPr marL="2514600" indent="-228600" algn="l" defTabSz="914400" rtl="false" eaLnBrk="true" latinLnBrk="false" hangingPunct="true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false" eaLnBrk="true" latinLnBrk="false" hangingPunct="true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false" eaLnBrk="true" latinLnBrk="false" hangingPunct="true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false" eaLnBrk="true" latinLnBrk="false" hangingPunct="true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/>
            <a:r>
              <a:rPr lang="en-US" altLang="zh-CN" dirty="false"/>
              <a:t>AMC</a:t>
            </a:r>
            <a:r>
              <a:rPr lang="zh-CN" altLang="en-US" dirty="false"/>
              <a:t>人群包创建成功后，预计在第二天出现在广告后台，使用方法如下：</a:t>
            </a:r>
            <a:endParaRPr lang="zh-CN" altLang="en-US" dirty="fals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mazon White">
  <a:themeElements>
    <a:clrScheme name="Custom 2">
      <a:dk1>
        <a:srgbClr val="161D26"/>
      </a:dk1>
      <a:lt1>
        <a:srgbClr val="FFFFFF"/>
      </a:lt1>
      <a:dk2>
        <a:srgbClr val="252F3E"/>
      </a:dk2>
      <a:lt2>
        <a:srgbClr val="F5F3EF"/>
      </a:lt2>
      <a:accent1>
        <a:srgbClr val="3BA9F7"/>
      </a:accent1>
      <a:accent2>
        <a:srgbClr val="FF6200"/>
      </a:accent2>
      <a:accent3>
        <a:srgbClr val="9178F7"/>
      </a:accent3>
      <a:accent4>
        <a:srgbClr val="FF4061"/>
      </a:accent4>
      <a:accent5>
        <a:srgbClr val="FFE136"/>
      </a:accent5>
      <a:accent6>
        <a:srgbClr val="25CB5C"/>
      </a:accent6>
      <a:hlink>
        <a:srgbClr val="0000FF"/>
      </a:hlink>
      <a:folHlink>
        <a:srgbClr val="0000FF"/>
      </a:folHlink>
    </a:clrScheme>
    <a:fontScheme name="Custom 6">
      <a:majorFont>
        <a:latin typeface="Ember Modern Display Standard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false"/>
        </a:gradFill>
        <a:gradFill rotWithShape="true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false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false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true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false"/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false"/>
        </a:gradFill>
        <a:gradFill rotWithShape="true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false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false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true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false"/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cp="http://schemas.openxmlformats.org/package/2006/metadata/core-properties" xmlns:dc="http://purl.org/dc/elements/1.1/">
  <dcterms:created xsi:type="dcterms:W3CDTF">2026-06-25T09:28:42Z</dcterms:created>
  <dcterms:modified xsi:type="dcterms:W3CDTF">2026-06-25T09:28:42Z</dcterms:modified>
</cp:coreProperties>
</file>